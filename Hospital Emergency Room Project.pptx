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drawings/drawing1.xml" ContentType="application/vnd.openxmlformats-officedocument.drawingml.chartshapes+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57" r:id="rId3"/>
    <p:sldId id="258"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40"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peyemi Arabambi" userId="cb7b7ca624735e7c" providerId="LiveId" clId="{A3904878-7497-475F-97CC-D4C0D36F3ACF}"/>
    <pc:docChg chg="modSld">
      <pc:chgData name="Opeyemi Arabambi" userId="cb7b7ca624735e7c" providerId="LiveId" clId="{A3904878-7497-475F-97CC-D4C0D36F3ACF}" dt="2025-10-02T12:22:00.593" v="11" actId="14100"/>
      <pc:docMkLst>
        <pc:docMk/>
      </pc:docMkLst>
      <pc:sldChg chg="modSp mod">
        <pc:chgData name="Opeyemi Arabambi" userId="cb7b7ca624735e7c" providerId="LiveId" clId="{A3904878-7497-475F-97CC-D4C0D36F3ACF}" dt="2025-10-02T12:21:21.214" v="3" actId="1076"/>
        <pc:sldMkLst>
          <pc:docMk/>
          <pc:sldMk cId="0" sldId="258"/>
        </pc:sldMkLst>
        <pc:spChg chg="mod">
          <ac:chgData name="Opeyemi Arabambi" userId="cb7b7ca624735e7c" providerId="LiveId" clId="{A3904878-7497-475F-97CC-D4C0D36F3ACF}" dt="2025-10-02T12:21:21.214" v="3" actId="1076"/>
          <ac:spMkLst>
            <pc:docMk/>
            <pc:sldMk cId="0" sldId="258"/>
            <ac:spMk id="6" creationId="{E5E0C4E6-F742-470D-51DC-611A92C85C22}"/>
          </ac:spMkLst>
        </pc:spChg>
        <pc:picChg chg="mod">
          <ac:chgData name="Opeyemi Arabambi" userId="cb7b7ca624735e7c" providerId="LiveId" clId="{A3904878-7497-475F-97CC-D4C0D36F3ACF}" dt="2025-10-02T12:21:18.077" v="2" actId="1076"/>
          <ac:picMkLst>
            <pc:docMk/>
            <pc:sldMk cId="0" sldId="258"/>
            <ac:picMk id="9" creationId="{3C21272F-B5C4-641C-8804-D5DA49FFA19D}"/>
          </ac:picMkLst>
        </pc:picChg>
      </pc:sldChg>
      <pc:sldChg chg="addSp modSp mod">
        <pc:chgData name="Opeyemi Arabambi" userId="cb7b7ca624735e7c" providerId="LiveId" clId="{A3904878-7497-475F-97CC-D4C0D36F3ACF}" dt="2025-10-02T12:22:00.593" v="11" actId="14100"/>
        <pc:sldMkLst>
          <pc:docMk/>
          <pc:sldMk cId="0" sldId="262"/>
        </pc:sldMkLst>
        <pc:picChg chg="add mod">
          <ac:chgData name="Opeyemi Arabambi" userId="cb7b7ca624735e7c" providerId="LiveId" clId="{A3904878-7497-475F-97CC-D4C0D36F3ACF}" dt="2025-10-02T12:22:00.593" v="11" actId="14100"/>
          <ac:picMkLst>
            <pc:docMk/>
            <pc:sldMk cId="0" sldId="262"/>
            <ac:picMk id="10" creationId="{B26FBD23-DCFB-6467-1DB0-AA3B3421AFF8}"/>
          </ac:picMkLst>
        </pc:picChg>
      </pc:sldChg>
      <pc:sldChg chg="modSp mod">
        <pc:chgData name="Opeyemi Arabambi" userId="cb7b7ca624735e7c" providerId="LiveId" clId="{A3904878-7497-475F-97CC-D4C0D36F3ACF}" dt="2025-10-02T12:20:13.100" v="1" actId="166"/>
        <pc:sldMkLst>
          <pc:docMk/>
          <pc:sldMk cId="0" sldId="263"/>
        </pc:sldMkLst>
        <pc:graphicFrameChg chg="mod ord">
          <ac:chgData name="Opeyemi Arabambi" userId="cb7b7ca624735e7c" providerId="LiveId" clId="{A3904878-7497-475F-97CC-D4C0D36F3ACF}" dt="2025-10-02T12:20:13.100" v="1" actId="166"/>
          <ac:graphicFrameMkLst>
            <pc:docMk/>
            <pc:sldMk cId="0" sldId="263"/>
            <ac:graphicFrameMk id="4" creationId="{404377A9-4B6C-D2DE-8C41-2308A6ADBAB2}"/>
          </ac:graphicFrameMkLst>
        </pc:graphicFrameChg>
      </pc:sldChg>
    </pc:docChg>
  </pc:docChgLst>
</pc:chgInfo>
</file>

<file path=ppt/charts/_rels/chart3.xml.rels><?xml version="1.0" encoding="UTF-8" standalone="yes"?>
<Relationships xmlns="http://schemas.openxmlformats.org/package/2006/relationships"><Relationship Id="rId1"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GB"/>
  <c:roundedCorners val="0"/>
  <c:style val="2"/>
  <c:chart>
    <c:autoTitleDeleted val="1"/>
    <c:plotArea>
      <c:layout/>
      <c:barChart>
        <c:barDir val="bar"/>
        <c:grouping val="clustered"/>
        <c:varyColors val="0"/>
        <c:dLbls>
          <c:showLegendKey val="0"/>
          <c:showVal val="0"/>
          <c:showCatName val="0"/>
          <c:showSerName val="0"/>
          <c:showPercent val="0"/>
          <c:showBubbleSize val="0"/>
        </c:dLbls>
        <c:gapWidth val="150"/>
        <c:axId val="134612096"/>
        <c:axId val="134024576"/>
      </c:barChart>
      <c:valAx>
        <c:axId val="134024576"/>
        <c:scaling>
          <c:orientation val="minMax"/>
        </c:scaling>
        <c:delete val="0"/>
        <c:axPos val="b"/>
        <c:majorGridlines>
          <c:spPr>
            <a:ln w="9528" cap="flat">
              <a:solidFill>
                <a:srgbClr val="D9D9D9"/>
              </a:solidFill>
              <a:prstDash val="solid"/>
              <a:round/>
            </a:ln>
          </c:spPr>
        </c:majorGridlines>
        <c:numFmt formatCode="General"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1000" b="0" i="0" u="none" strike="noStrike" kern="1200" baseline="0">
                <a:solidFill>
                  <a:srgbClr val="404040"/>
                </a:solidFill>
                <a:latin typeface="Tw Cen MT"/>
              </a:defRPr>
            </a:pPr>
            <a:endParaRPr lang="en-US"/>
          </a:p>
        </c:txPr>
        <c:crossAx val="134612096"/>
        <c:crosses val="autoZero"/>
        <c:crossBetween val="between"/>
      </c:valAx>
      <c:catAx>
        <c:axId val="134612096"/>
        <c:scaling>
          <c:orientation val="minMax"/>
        </c:scaling>
        <c:delete val="1"/>
        <c:axPos val="l"/>
        <c:numFmt formatCode="General" sourceLinked="0"/>
        <c:majorTickMark val="none"/>
        <c:minorTickMark val="none"/>
        <c:tickLblPos val="nextTo"/>
        <c:crossAx val="134024576"/>
        <c:crosses val="autoZero"/>
        <c:auto val="1"/>
        <c:lblAlgn val="ctr"/>
        <c:lblOffset val="100"/>
        <c:noMultiLvlLbl val="0"/>
      </c:catAx>
      <c:spPr>
        <a:noFill/>
        <a:ln>
          <a:noFill/>
        </a:ln>
      </c:spPr>
    </c:plotArea>
    <c:plotVisOnly val="1"/>
    <c:dispBlanksAs val="gap"/>
    <c:showDLblsOverMax val="0"/>
  </c:chart>
  <c:spPr>
    <a:noFill/>
    <a:ln>
      <a:noFill/>
    </a:ln>
  </c:spPr>
  <c:txPr>
    <a:bodyPr lIns="0" tIns="0" rIns="0" bIns="0"/>
    <a:lstStyle/>
    <a:p>
      <a:pPr marL="0" marR="0" indent="0" defTabSz="914400" fontAlgn="auto" hangingPunct="1">
        <a:lnSpc>
          <a:spcPct val="100000"/>
        </a:lnSpc>
        <a:spcBef>
          <a:spcPts val="0"/>
        </a:spcBef>
        <a:spcAft>
          <a:spcPts val="0"/>
        </a:spcAft>
        <a:tabLst/>
        <a:defRPr lang="en-US" sz="1330" b="0" i="0" u="none" strike="noStrike" kern="1200" baseline="0">
          <a:solidFill>
            <a:srgbClr val="000000"/>
          </a:solidFill>
          <a:latin typeface="Tw Cen MT"/>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GB"/>
  <c:roundedCorners val="0"/>
  <c:style val="2"/>
  <c:chart>
    <c:autoTitleDeleted val="1"/>
    <c:plotArea>
      <c:layout/>
      <c:areaChart>
        <c:grouping val="standard"/>
        <c:varyColors val="0"/>
        <c:dLbls>
          <c:showLegendKey val="0"/>
          <c:showVal val="0"/>
          <c:showCatName val="0"/>
          <c:showSerName val="0"/>
          <c:showPercent val="0"/>
          <c:showBubbleSize val="0"/>
        </c:dLbls>
        <c:axId val="134225920"/>
        <c:axId val="134207744"/>
      </c:areaChart>
      <c:valAx>
        <c:axId val="134207744"/>
        <c:scaling>
          <c:orientation val="minMax"/>
        </c:scaling>
        <c:delete val="0"/>
        <c:axPos val="l"/>
        <c:majorGridlines>
          <c:spPr>
            <a:ln w="9528" cap="flat">
              <a:solidFill>
                <a:srgbClr val="D9D9D9"/>
              </a:solidFill>
              <a:prstDash val="solid"/>
              <a:round/>
            </a:ln>
          </c:spPr>
        </c:majorGridlines>
        <c:numFmt formatCode="General"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Tw Cen MT"/>
              </a:defRPr>
            </a:pPr>
            <a:endParaRPr lang="en-US"/>
          </a:p>
        </c:txPr>
        <c:crossAx val="134225920"/>
        <c:crosses val="autoZero"/>
        <c:crossBetween val="midCat"/>
      </c:valAx>
      <c:catAx>
        <c:axId val="134225920"/>
        <c:scaling>
          <c:orientation val="minMax"/>
        </c:scaling>
        <c:delete val="0"/>
        <c:axPos val="b"/>
        <c:numFmt formatCode="h&quot;:&quot;mm&quot; &quot;AM/PM" sourceLinked="0"/>
        <c:majorTickMark val="out"/>
        <c:minorTickMark val="none"/>
        <c:tickLblPos val="nextTo"/>
        <c:spPr>
          <a:no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Tw Cen MT"/>
              </a:defRPr>
            </a:pPr>
            <a:endParaRPr lang="en-US"/>
          </a:p>
        </c:txPr>
        <c:crossAx val="134207744"/>
        <c:crosses val="autoZero"/>
        <c:auto val="1"/>
        <c:lblAlgn val="ctr"/>
        <c:lblOffset val="100"/>
        <c:noMultiLvlLbl val="0"/>
      </c:catAx>
      <c:spPr>
        <a:noFill/>
        <a:ln>
          <a:noFill/>
        </a:ln>
      </c:spPr>
    </c:plotArea>
    <c:plotVisOnly val="1"/>
    <c:dispBlanksAs val="gap"/>
    <c:showDLblsOverMax val="0"/>
  </c:chart>
  <c:spPr>
    <a:noFill/>
    <a:ln>
      <a:noFill/>
    </a:ln>
  </c:spPr>
  <c:txPr>
    <a:bodyPr lIns="0" tIns="0" rIns="0" bIns="0"/>
    <a:lstStyle/>
    <a:p>
      <a:pPr marL="0" marR="0" indent="0" defTabSz="914400" fontAlgn="auto" hangingPunct="1">
        <a:lnSpc>
          <a:spcPct val="100000"/>
        </a:lnSpc>
        <a:spcBef>
          <a:spcPts val="0"/>
        </a:spcBef>
        <a:spcAft>
          <a:spcPts val="0"/>
        </a:spcAft>
        <a:tabLst/>
        <a:defRPr lang="en-US" sz="1330" b="0" i="0" u="none" strike="noStrike" kern="1200" baseline="0">
          <a:solidFill>
            <a:srgbClr val="000000"/>
          </a:solidFill>
          <a:latin typeface="Tw Cen MT"/>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GB"/>
  <c:roundedCorners val="0"/>
  <c:style val="2"/>
  <c:chart>
    <c:autoTitleDeleted val="1"/>
    <c:view3D>
      <c:rotX val="29"/>
      <c:rotY val="360"/>
      <c:rAngAx val="0"/>
      <c:perspective val="30"/>
    </c:view3D>
    <c:floor>
      <c:thickness val="0"/>
      <c:spPr>
        <a:noFill/>
        <a:ln>
          <a:noFill/>
        </a:ln>
      </c:spPr>
    </c:floor>
    <c:sideWall>
      <c:thickness val="0"/>
      <c:spPr>
        <a:noFill/>
        <a:ln>
          <a:noFill/>
        </a:ln>
      </c:spPr>
    </c:sideWall>
    <c:backWall>
      <c:thickness val="0"/>
      <c:spPr>
        <a:noFill/>
        <a:ln>
          <a:noFill/>
        </a:ln>
      </c:spPr>
    </c:backWall>
    <c:plotArea>
      <c:layout/>
      <c:pie3DChart>
        <c:varyColors val="0"/>
        <c:dLbls>
          <c:showLegendKey val="0"/>
          <c:showVal val="0"/>
          <c:showCatName val="0"/>
          <c:showSerName val="0"/>
          <c:showPercent val="0"/>
          <c:showBubbleSize val="0"/>
          <c:showLeaderLines val="0"/>
        </c:dLbls>
      </c:pie3DChart>
      <c:spPr>
        <a:noFill/>
        <a:ln>
          <a:noFill/>
        </a:ln>
      </c:spPr>
    </c:plotArea>
    <c:plotVisOnly val="1"/>
    <c:dispBlanksAs val="gap"/>
    <c:showDLblsOverMax val="0"/>
  </c:chart>
  <c:spPr>
    <a:noFill/>
    <a:ln>
      <a:noFill/>
    </a:ln>
  </c:spPr>
  <c:txPr>
    <a:bodyPr lIns="0" tIns="0" rIns="0" bIns="0"/>
    <a:lstStyle/>
    <a:p>
      <a:pPr marL="0" marR="0" indent="0" defTabSz="914400" fontAlgn="auto" hangingPunct="1">
        <a:lnSpc>
          <a:spcPct val="100000"/>
        </a:lnSpc>
        <a:spcBef>
          <a:spcPts val="0"/>
        </a:spcBef>
        <a:spcAft>
          <a:spcPts val="0"/>
        </a:spcAft>
        <a:tabLst/>
        <a:defRPr lang="en-US" sz="1197" b="0" i="0" u="none" strike="noStrike" kern="1200" baseline="0">
          <a:solidFill>
            <a:srgbClr val="000000"/>
          </a:solidFill>
          <a:latin typeface="Tw Cen MT"/>
        </a:defRPr>
      </a:pPr>
      <a:endParaRPr lang="en-US"/>
    </a:p>
  </c:txPr>
  <c:userShapes r:id="rId1"/>
</c:chartSpace>
</file>

<file path=ppt/drawings/_rels/drawing1.xml.rels><?xml version="1.0" encoding="UTF-8" standalone="yes"?>
<Relationships xmlns="http://schemas.openxmlformats.org/package/2006/relationships"><Relationship Id="rId1" Type="http://schemas.openxmlformats.org/officeDocument/2006/relationships/image" Target="../media/image13.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 xmlns:a16="http://schemas.microsoft.com/office/drawing/2014/main" id="{50B0DEEF-7756-4A3A-C663-B0452E42BDAA}"/>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4439146" cy="4187532"/>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A77460E2-8462-9328-EF9A-04AA7664A9B2}"/>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sp>
        <p:nvSpPr>
          <p:cNvPr id="3" name="Date Placeholder 2">
            <a:extLst>
              <a:ext uri="{FF2B5EF4-FFF2-40B4-BE49-F238E27FC236}">
                <a16:creationId xmlns="" xmlns:a16="http://schemas.microsoft.com/office/drawing/2014/main" id="{8179B5BB-D93D-2A12-C645-0116F9C9675E}"/>
              </a:ext>
            </a:extLst>
          </p:cNvPr>
          <p:cNvSpPr txBox="1">
            <a:spLocks noGrp="1"/>
          </p:cNvSpPr>
          <p:nvPr>
            <p:ph type="dt" sz="quarter"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a:solidFill>
                  <a:srgbClr val="000000"/>
                </a:solidFill>
                <a:uFillTx/>
                <a:latin typeface="Calibri"/>
              </a:rPr>
              <a:t>10/16/2019</a:t>
            </a:r>
          </a:p>
        </p:txBody>
      </p:sp>
      <p:sp>
        <p:nvSpPr>
          <p:cNvPr id="4" name="Footer Placeholder 3">
            <a:extLst>
              <a:ext uri="{FF2B5EF4-FFF2-40B4-BE49-F238E27FC236}">
                <a16:creationId xmlns="" xmlns:a16="http://schemas.microsoft.com/office/drawing/2014/main" id="{AFC22630-5092-3E17-1E9F-883798173828}"/>
              </a:ext>
            </a:extLst>
          </p:cNvPr>
          <p:cNvSpPr txBox="1">
            <a:spLocks noGrp="1"/>
          </p:cNvSpPr>
          <p:nvPr>
            <p:ph type="ftr" sz="quarter" idx="2"/>
          </p:nvPr>
        </p:nvSpPr>
        <p:spPr>
          <a:xfrm>
            <a:off x="0"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sp>
        <p:nvSpPr>
          <p:cNvPr id="5" name="Slide Number Placeholder 4">
            <a:extLst>
              <a:ext uri="{FF2B5EF4-FFF2-40B4-BE49-F238E27FC236}">
                <a16:creationId xmlns="" xmlns:a16="http://schemas.microsoft.com/office/drawing/2014/main" id="{6B7C0FD1-90C3-2B1B-8623-CD57772F2FE0}"/>
              </a:ext>
            </a:extLst>
          </p:cNvPr>
          <p:cNvSpPr txBox="1">
            <a:spLocks noGrp="1"/>
          </p:cNvSpPr>
          <p:nvPr>
            <p:ph type="sldNum" sz="quarter" idx="3"/>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49966D56-BD1E-45DA-9517-02542CCE6249}" type="slidenum">
              <a:t>‹#›</a:t>
            </a:fld>
            <a:endParaRPr lang="en-US"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11983091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24CF62C5-6F17-4347-CA6B-C1EB5310093E}"/>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3" name="Date Placeholder 2">
            <a:extLst>
              <a:ext uri="{FF2B5EF4-FFF2-40B4-BE49-F238E27FC236}">
                <a16:creationId xmlns="" xmlns:a16="http://schemas.microsoft.com/office/drawing/2014/main" id="{BE7460A7-EDD0-BBAD-60FC-2F771E7B5D6D}"/>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r>
              <a:rPr lang="en-US"/>
              <a:t>10/16/2019</a:t>
            </a:r>
          </a:p>
        </p:txBody>
      </p:sp>
      <p:sp>
        <p:nvSpPr>
          <p:cNvPr id="4" name="Slide Image Placeholder 3">
            <a:extLst>
              <a:ext uri="{FF2B5EF4-FFF2-40B4-BE49-F238E27FC236}">
                <a16:creationId xmlns="" xmlns:a16="http://schemas.microsoft.com/office/drawing/2014/main" id="{BAF9080E-EA7E-EE00-F6C0-B533197BE447}"/>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a:extLst>
              <a:ext uri="{FF2B5EF4-FFF2-40B4-BE49-F238E27FC236}">
                <a16:creationId xmlns="" xmlns:a16="http://schemas.microsoft.com/office/drawing/2014/main" id="{845631F7-189C-671D-B200-0F6E9FB0D5FD}"/>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GB"/>
              <a:t>Click to edit Master text styles</a:t>
            </a:r>
            <a:endParaRPr lang="en-US"/>
          </a:p>
          <a:p>
            <a:pPr lvl="1"/>
            <a:r>
              <a:rPr lang="en-GB"/>
              <a:t>Second level</a:t>
            </a:r>
          </a:p>
          <a:p>
            <a:pPr lvl="2"/>
            <a:r>
              <a:rPr lang="en-GB"/>
              <a:t>Third level</a:t>
            </a:r>
          </a:p>
          <a:p>
            <a:pPr lvl="3"/>
            <a:r>
              <a:rPr lang="en-GB"/>
              <a:t>Fourth level</a:t>
            </a:r>
          </a:p>
          <a:p>
            <a:pPr lvl="4"/>
            <a:r>
              <a:rPr lang="en-GB"/>
              <a:t>Fifth level</a:t>
            </a:r>
          </a:p>
        </p:txBody>
      </p:sp>
      <p:sp>
        <p:nvSpPr>
          <p:cNvPr id="6" name="Footer Placeholder 5">
            <a:extLst>
              <a:ext uri="{FF2B5EF4-FFF2-40B4-BE49-F238E27FC236}">
                <a16:creationId xmlns="" xmlns:a16="http://schemas.microsoft.com/office/drawing/2014/main" id="{D0133B61-6DE7-191E-01B1-6CC9BA39F1D4}"/>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7" name="Slide Number Placeholder 6">
            <a:extLst>
              <a:ext uri="{FF2B5EF4-FFF2-40B4-BE49-F238E27FC236}">
                <a16:creationId xmlns="" xmlns:a16="http://schemas.microsoft.com/office/drawing/2014/main" id="{27C38972-611F-AEA9-CE43-F51D526153B8}"/>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fld id="{2164D9AA-20DE-4A65-8B7C-8A11F1D494F0}" type="slidenum">
              <a:t>‹#›</a:t>
            </a:fld>
            <a:endParaRPr lang="en-US"/>
          </a:p>
        </p:txBody>
      </p:sp>
    </p:spTree>
    <p:extLst>
      <p:ext uri="{BB962C8B-B14F-4D97-AF65-F5344CB8AC3E}">
        <p14:creationId xmlns:p14="http://schemas.microsoft.com/office/powerpoint/2010/main" val="2423293154"/>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D6851B06-759F-1D2D-E4A5-C61908F46E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 xmlns:a16="http://schemas.microsoft.com/office/drawing/2014/main" id="{5F70F0F1-2AC7-78CE-191D-2FE3382BD064}"/>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 xmlns:a16="http://schemas.microsoft.com/office/drawing/2014/main" id="{7D900EC6-0320-9CD7-CF1F-61BB5972189C}"/>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D35CD90-98D1-49B0-8FEA-B5B557C38E4F}" type="slidenum">
              <a:t>1</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A9353B17-A6D3-138E-BB89-FCBF5FCD3F1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 xmlns:a16="http://schemas.microsoft.com/office/drawing/2014/main" id="{FD1B8F1F-2AEF-C80C-278F-A2C15E7B43EF}"/>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 xmlns:a16="http://schemas.microsoft.com/office/drawing/2014/main" id="{2F66DA46-736C-9E40-F4C4-A5ED68EDED43}"/>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7086E53-CE68-451C-9965-0084E8412245}" type="slidenum">
              <a:t>2</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16403C8-6CF6-E2FD-06AA-AF6F9674393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 xmlns:a16="http://schemas.microsoft.com/office/drawing/2014/main" id="{BD4340F8-138B-9672-C61F-9007378F3C06}"/>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 xmlns:a16="http://schemas.microsoft.com/office/drawing/2014/main" id="{A9AAAC14-369F-9A2D-333B-15A1CF17725A}"/>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19F2746-07A1-425F-9620-5229910B60BB}" type="slidenum">
              <a:t>3</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2FC438C-7C78-0A3C-E956-63F6E49F0A1A}"/>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02E3E65C-9370-8A26-D859-4BE9F0D57346}"/>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 xmlns:a16="http://schemas.microsoft.com/office/drawing/2014/main" id="{0E94052D-4CA7-7231-12C6-D28E3090B873}"/>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B771428-2FFD-492E-8073-8080AB2F4AF5}" type="slidenum">
              <a:t>4</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0382790D-4A29-B786-58C4-7580F91B8B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 xmlns:a16="http://schemas.microsoft.com/office/drawing/2014/main" id="{533D9DC7-706C-E2B3-5371-C0FC9C160920}"/>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 xmlns:a16="http://schemas.microsoft.com/office/drawing/2014/main" id="{C2768938-8E44-09B7-4F95-452D0364677D}"/>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A78487A-85DD-44AD-9E17-39D05669FF42}" type="slidenum">
              <a:t>5</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A2647A97-9A73-692D-66EE-E40FDBF2D82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 xmlns:a16="http://schemas.microsoft.com/office/drawing/2014/main" id="{7E17740D-5576-BA57-A55C-AF56024EF00D}"/>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 xmlns:a16="http://schemas.microsoft.com/office/drawing/2014/main" id="{F6F45A5D-9B55-DE7A-A887-49DAB058E467}"/>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C77E64D-56E9-4333-A6C7-613A87F14210}" type="slidenum">
              <a:t>6</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0D0059F8-BDEF-95E4-F2BE-509328CF99B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 xmlns:a16="http://schemas.microsoft.com/office/drawing/2014/main" id="{3D6926BB-10EB-6724-2DAE-527BBA3DE844}"/>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 xmlns:a16="http://schemas.microsoft.com/office/drawing/2014/main" id="{23548175-B4B4-F81F-C7C7-84C7FCB35479}"/>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2A421B1-4BFA-4C2D-8C9C-9E4C7D57DFC5}" type="slidenum">
              <a:t>7</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3F1E9A55-8015-5668-27F1-31B6330C7418}"/>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000FBD1-9E61-C49D-AF92-AA2FE0D5AF3E}"/>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 xmlns:a16="http://schemas.microsoft.com/office/drawing/2014/main" id="{EE64632C-6E27-EF22-C786-916E42F64C5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5421226-0BEC-44FA-9AAE-204E22648D1C}" type="slidenum">
              <a:t>8</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49B5B9C0-5FFA-C53D-4980-E012BCAAEB5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 xmlns:a16="http://schemas.microsoft.com/office/drawing/2014/main" id="{1DA130B1-027F-9624-1485-C4C53CE53567}"/>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 xmlns:a16="http://schemas.microsoft.com/office/drawing/2014/main" id="{5B5794C1-59EE-12A4-2647-BE6994C1F6D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DADF0DD-576A-45C9-B9AA-FDA884879E9C}" type="slidenum">
              <a:t>9</a:t>
            </a:fld>
            <a:endParaRPr lang="en-US" sz="1200" b="0" i="0" u="none" strike="noStrike" kern="1200" cap="none" spc="0" baseline="0">
              <a:solidFill>
                <a:srgbClr val="000000"/>
              </a:solidFill>
              <a:uFillTx/>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9">
            <a:extLst>
              <a:ext uri="{FF2B5EF4-FFF2-40B4-BE49-F238E27FC236}">
                <a16:creationId xmlns="" xmlns:a16="http://schemas.microsoft.com/office/drawing/2014/main" id="{0CDCF723-B13B-0243-75C7-DB2BBD9D8EEF}"/>
              </a:ext>
            </a:extLst>
          </p:cNvPr>
          <p:cNvSpPr/>
          <p:nvPr/>
        </p:nvSpPr>
        <p:spPr>
          <a:xfrm>
            <a:off x="0" y="0"/>
            <a:ext cx="12191996" cy="4572000"/>
          </a:xfrm>
          <a:prstGeom prst="rect">
            <a:avLst/>
          </a:prstGeom>
          <a:solidFill>
            <a:srgbClr val="1482AC"/>
          </a:solidFill>
          <a:ln cap="flat">
            <a:noFill/>
            <a:prstDash val="solid"/>
          </a:ln>
        </p:spPr>
        <p:txBody>
          <a:bodyPr lIns="0" tIns="0" rIns="0" bIns="0"/>
          <a:lstStyle/>
          <a:p>
            <a:endParaRPr lang="en-GB"/>
          </a:p>
        </p:txBody>
      </p:sp>
      <p:sp>
        <p:nvSpPr>
          <p:cNvPr id="3" name="Oval 5">
            <a:extLst>
              <a:ext uri="{FF2B5EF4-FFF2-40B4-BE49-F238E27FC236}">
                <a16:creationId xmlns="" xmlns:a16="http://schemas.microsoft.com/office/drawing/2014/main" id="{7AC137AB-F6F2-1CEF-453E-CF7567CF81EA}"/>
              </a:ext>
            </a:extLst>
          </p:cNvPr>
          <p:cNvSpPr/>
          <p:nvPr/>
        </p:nvSpPr>
        <p:spPr>
          <a:xfrm>
            <a:off x="0" y="0"/>
            <a:ext cx="12191996" cy="4572000"/>
          </a:xfrm>
          <a:custGeom>
            <a:avLst/>
            <a:gdLst>
              <a:gd name="f0" fmla="val w"/>
              <a:gd name="f1" fmla="val h"/>
              <a:gd name="f2" fmla="val 0"/>
              <a:gd name="f3" fmla="val 12192000"/>
              <a:gd name="f4" fmla="val 4572001"/>
              <a:gd name="f5" fmla="val 4387986"/>
              <a:gd name="f6" fmla="val 12013927"/>
              <a:gd name="f7" fmla="val 12084901"/>
              <a:gd name="f8" fmla="val 4522707"/>
              <a:gd name="f9" fmla="val 12145198"/>
              <a:gd name="f10" fmla="val 4460004"/>
              <a:gd name="f11" fmla="val 4041440"/>
              <a:gd name="f12" fmla="val 4174488"/>
              <a:gd name="f13" fmla="val 12005469"/>
              <a:gd name="f14" fmla="val 4244657"/>
              <a:gd name="f15" fmla="val 11857227"/>
              <a:gd name="f16" fmla="val 4389538"/>
              <a:gd name="f17" fmla="val 11786673"/>
              <a:gd name="f18" fmla="val 11649784"/>
              <a:gd name="f19" fmla="val 11730542"/>
              <a:gd name="f20" fmla="val 4320085"/>
              <a:gd name="f21" fmla="val 11933879"/>
              <a:gd name="f22" fmla="val 4121396"/>
              <a:gd name="f23" fmla="val 10767111"/>
              <a:gd name="f24" fmla="val 3999419"/>
              <a:gd name="f25" fmla="val 10784198"/>
              <a:gd name="f26" fmla="val 4001042"/>
              <a:gd name="f27" fmla="val 10816584"/>
              <a:gd name="f28" fmla="val 4001569"/>
              <a:gd name="f29" fmla="val 10848477"/>
              <a:gd name="f30" fmla="val 4004550"/>
              <a:gd name="f31" fmla="val 10879660"/>
              <a:gd name="f32" fmla="val 4010107"/>
              <a:gd name="f33" fmla="val 10885236"/>
              <a:gd name="f34" fmla="val 4009688"/>
              <a:gd name="f35" fmla="val 10890564"/>
              <a:gd name="f36" fmla="val 4010636"/>
              <a:gd name="f37" fmla="val 10895873"/>
              <a:gd name="f38" fmla="val 4011646"/>
              <a:gd name="f39" fmla="val 10895990"/>
              <a:gd name="f40" fmla="val 4012794"/>
              <a:gd name="f41" fmla="val 11208069"/>
              <a:gd name="f42" fmla="val 4064450"/>
              <a:gd name="f43" fmla="val 11461298"/>
              <a:gd name="f44" fmla="val 4283539"/>
              <a:gd name="f45" fmla="val 11554662"/>
              <a:gd name="f46" fmla="val 11417114"/>
              <a:gd name="f47" fmla="val 11333731"/>
              <a:gd name="f48" fmla="val 4357380"/>
              <a:gd name="f49" fmla="val 11143362"/>
              <a:gd name="f50" fmla="val 4194541"/>
              <a:gd name="f51" fmla="val 10909360"/>
              <a:gd name="f52" fmla="val 4144250"/>
              <a:gd name="f53" fmla="val 10943854"/>
              <a:gd name="f54" fmla="val 4319651"/>
              <a:gd name="f55" fmla="val 11046077"/>
              <a:gd name="f56" fmla="val 4471530"/>
              <a:gd name="f57" fmla="val 11189175"/>
              <a:gd name="f58" fmla="val 10994934"/>
              <a:gd name="f59" fmla="val 10878802"/>
              <a:gd name="f60" fmla="val 4452596"/>
              <a:gd name="f61" fmla="val 10800240"/>
              <a:gd name="f62" fmla="val 4298519"/>
              <a:gd name="f63" fmla="val 10775875"/>
              <a:gd name="f64" fmla="val 4127511"/>
              <a:gd name="f65" fmla="val 10775707"/>
              <a:gd name="f66" fmla="val 4127458"/>
              <a:gd name="f67" fmla="val 10775539"/>
              <a:gd name="f68" fmla="val 4127453"/>
              <a:gd name="f69" fmla="val 10775369"/>
              <a:gd name="f70" fmla="val 4127448"/>
              <a:gd name="f71" fmla="val 10774831"/>
              <a:gd name="f72" fmla="val 4120772"/>
              <a:gd name="f73" fmla="val 10769772"/>
              <a:gd name="f74" fmla="val 4090522"/>
              <a:gd name="f75" fmla="val 10767321"/>
              <a:gd name="f76" fmla="val 4059631"/>
              <a:gd name="f77" fmla="val 10767364"/>
              <a:gd name="f78" fmla="val 4028296"/>
              <a:gd name="f79" fmla="val 10766052"/>
              <a:gd name="f80" fmla="val 4022668"/>
              <a:gd name="f81" fmla="val 10765993"/>
              <a:gd name="f82" fmla="val 4017001"/>
              <a:gd name="f83" fmla="val 4011320"/>
              <a:gd name="f84" fmla="val 10766587"/>
              <a:gd name="f85" fmla="val 3999880"/>
              <a:gd name="f86" fmla="val 10767085"/>
              <a:gd name="f87" fmla="val 3999913"/>
              <a:gd name="f88" fmla="val 10744358"/>
              <a:gd name="f89" fmla="val 10744384"/>
              <a:gd name="f90" fmla="val 10744882"/>
              <a:gd name="f91" fmla="val 10745476"/>
              <a:gd name="f92" fmla="val 10745417"/>
              <a:gd name="f93" fmla="val 10744105"/>
              <a:gd name="f94" fmla="val 10744148"/>
              <a:gd name="f95" fmla="val 10741697"/>
              <a:gd name="f96" fmla="val 10736638"/>
              <a:gd name="f97" fmla="val 10736100"/>
              <a:gd name="f98" fmla="val 10735930"/>
              <a:gd name="f99" fmla="val 10735762"/>
              <a:gd name="f100" fmla="val 10735594"/>
              <a:gd name="f101" fmla="val 10711229"/>
              <a:gd name="f102" fmla="val 10632667"/>
              <a:gd name="f103" fmla="val 10516535"/>
              <a:gd name="f104" fmla="val 10322294"/>
              <a:gd name="f105" fmla="val 10465392"/>
              <a:gd name="f106" fmla="val 10567615"/>
              <a:gd name="f107" fmla="val 4319650"/>
              <a:gd name="f108" fmla="val 10602109"/>
              <a:gd name="f109" fmla="val 10368107"/>
              <a:gd name="f110" fmla="val 10177738"/>
              <a:gd name="f111" fmla="val 10094355"/>
              <a:gd name="f112" fmla="val 9956808"/>
              <a:gd name="f113" fmla="val 10050171"/>
              <a:gd name="f114" fmla="val 10303400"/>
              <a:gd name="f115" fmla="val 10615479"/>
              <a:gd name="f116" fmla="val 10615596"/>
              <a:gd name="f117" fmla="val 10620905"/>
              <a:gd name="f118" fmla="val 10626233"/>
              <a:gd name="f119" fmla="val 10631809"/>
              <a:gd name="f120" fmla="val 10662992"/>
              <a:gd name="f121" fmla="val 10694885"/>
              <a:gd name="f122" fmla="val 10727271"/>
              <a:gd name="f123" fmla="val 9074958"/>
              <a:gd name="f124" fmla="val 9092045"/>
              <a:gd name="f125" fmla="val 9124431"/>
              <a:gd name="f126" fmla="val 9156324"/>
              <a:gd name="f127" fmla="val 9187507"/>
              <a:gd name="f128" fmla="val 9193083"/>
              <a:gd name="f129" fmla="val 9198411"/>
              <a:gd name="f130" fmla="val 9203720"/>
              <a:gd name="f131" fmla="val 9203837"/>
              <a:gd name="f132" fmla="val 9515916"/>
              <a:gd name="f133" fmla="val 9769145"/>
              <a:gd name="f134" fmla="val 9862508"/>
              <a:gd name="f135" fmla="val 9724961"/>
              <a:gd name="f136" fmla="val 9641578"/>
              <a:gd name="f137" fmla="val 9451209"/>
              <a:gd name="f138" fmla="val 9217207"/>
              <a:gd name="f139" fmla="val 9251701"/>
              <a:gd name="f140" fmla="val 9353924"/>
              <a:gd name="f141" fmla="val 9497022"/>
              <a:gd name="f142" fmla="val 9302781"/>
              <a:gd name="f143" fmla="val 9186649"/>
              <a:gd name="f144" fmla="val 9108087"/>
              <a:gd name="f145" fmla="val 9083722"/>
              <a:gd name="f146" fmla="val 9083554"/>
              <a:gd name="f147" fmla="val 9083386"/>
              <a:gd name="f148" fmla="val 9083216"/>
              <a:gd name="f149" fmla="val 9082678"/>
              <a:gd name="f150" fmla="val 9077619"/>
              <a:gd name="f151" fmla="val 9075168"/>
              <a:gd name="f152" fmla="val 9075211"/>
              <a:gd name="f153" fmla="val 9073899"/>
              <a:gd name="f154" fmla="val 9073840"/>
              <a:gd name="f155" fmla="val 9074434"/>
              <a:gd name="f156" fmla="val 9074932"/>
              <a:gd name="f157" fmla="val 9052207"/>
              <a:gd name="f158" fmla="val 9052233"/>
              <a:gd name="f159" fmla="val 9052731"/>
              <a:gd name="f160" fmla="val 9053325"/>
              <a:gd name="f161" fmla="val 9053266"/>
              <a:gd name="f162" fmla="val 9051954"/>
              <a:gd name="f163" fmla="val 9051997"/>
              <a:gd name="f164" fmla="val 9049546"/>
              <a:gd name="f165" fmla="val 9044487"/>
              <a:gd name="f166" fmla="val 9043949"/>
              <a:gd name="f167" fmla="val 9043779"/>
              <a:gd name="f168" fmla="val 9043611"/>
              <a:gd name="f169" fmla="val 9043443"/>
              <a:gd name="f170" fmla="val 9019078"/>
              <a:gd name="f171" fmla="val 8940516"/>
              <a:gd name="f172" fmla="val 8824384"/>
              <a:gd name="f173" fmla="val 8630143"/>
              <a:gd name="f174" fmla="val 8773241"/>
              <a:gd name="f175" fmla="val 8875464"/>
              <a:gd name="f176" fmla="val 8909958"/>
              <a:gd name="f177" fmla="val 8675956"/>
              <a:gd name="f178" fmla="val 8485587"/>
              <a:gd name="f179" fmla="val 8402204"/>
              <a:gd name="f180" fmla="val 8264656"/>
              <a:gd name="f181" fmla="val 8358019"/>
              <a:gd name="f182" fmla="val 8611249"/>
              <a:gd name="f183" fmla="val 8923328"/>
              <a:gd name="f184" fmla="val 8923445"/>
              <a:gd name="f185" fmla="val 8928754"/>
              <a:gd name="f186" fmla="val 8934082"/>
              <a:gd name="f187" fmla="val 8939658"/>
              <a:gd name="f188" fmla="val 8970841"/>
              <a:gd name="f189" fmla="val 9002734"/>
              <a:gd name="f190" fmla="val 9035120"/>
              <a:gd name="f191" fmla="val 7382807"/>
              <a:gd name="f192" fmla="val 7399895"/>
              <a:gd name="f193" fmla="val 7432280"/>
              <a:gd name="f194" fmla="val 7464173"/>
              <a:gd name="f195" fmla="val 7495356"/>
              <a:gd name="f196" fmla="val 7500932"/>
              <a:gd name="f197" fmla="val 7506260"/>
              <a:gd name="f198" fmla="val 7511569"/>
              <a:gd name="f199" fmla="val 7511686"/>
              <a:gd name="f200" fmla="val 7823765"/>
              <a:gd name="f201" fmla="val 8076994"/>
              <a:gd name="f202" fmla="val 8170358"/>
              <a:gd name="f203" fmla="val 8032809"/>
              <a:gd name="f204" fmla="val 7949426"/>
              <a:gd name="f205" fmla="val 7759058"/>
              <a:gd name="f206" fmla="val 7525056"/>
              <a:gd name="f207" fmla="val 7559550"/>
              <a:gd name="f208" fmla="val 7661773"/>
              <a:gd name="f209" fmla="val 7804870"/>
              <a:gd name="f210" fmla="val 7610630"/>
              <a:gd name="f211" fmla="val 7494498"/>
              <a:gd name="f212" fmla="val 7415935"/>
              <a:gd name="f213" fmla="val 7391571"/>
              <a:gd name="f214" fmla="val 7391403"/>
              <a:gd name="f215" fmla="val 7391235"/>
              <a:gd name="f216" fmla="val 7391065"/>
              <a:gd name="f217" fmla="val 7390527"/>
              <a:gd name="f218" fmla="val 7385468"/>
              <a:gd name="f219" fmla="val 7383018"/>
              <a:gd name="f220" fmla="val 7383060"/>
              <a:gd name="f221" fmla="val 7381748"/>
              <a:gd name="f222" fmla="val 7381689"/>
              <a:gd name="f223" fmla="val 7382283"/>
              <a:gd name="f224" fmla="val 7382781"/>
              <a:gd name="f225" fmla="val 7360056"/>
              <a:gd name="f226" fmla="val 7360082"/>
              <a:gd name="f227" fmla="val 7360580"/>
              <a:gd name="f228" fmla="val 7361174"/>
              <a:gd name="f229" fmla="val 7361115"/>
              <a:gd name="f230" fmla="val 7359803"/>
              <a:gd name="f231" fmla="val 7359845"/>
              <a:gd name="f232" fmla="val 7357395"/>
              <a:gd name="f233" fmla="val 7352336"/>
              <a:gd name="f234" fmla="val 7351798"/>
              <a:gd name="f235" fmla="val 7351628"/>
              <a:gd name="f236" fmla="val 7351460"/>
              <a:gd name="f237" fmla="val 7351292"/>
              <a:gd name="f238" fmla="val 7326927"/>
              <a:gd name="f239" fmla="val 7248364"/>
              <a:gd name="f240" fmla="val 7132233"/>
              <a:gd name="f241" fmla="val 6937992"/>
              <a:gd name="f242" fmla="val 7081090"/>
              <a:gd name="f243" fmla="val 7183313"/>
              <a:gd name="f244" fmla="val 7217807"/>
              <a:gd name="f245" fmla="val 6983804"/>
              <a:gd name="f246" fmla="val 6793436"/>
              <a:gd name="f247" fmla="val 6710053"/>
              <a:gd name="f248" fmla="val 6572505"/>
              <a:gd name="f249" fmla="val 6665868"/>
              <a:gd name="f250" fmla="val 6919098"/>
              <a:gd name="f251" fmla="val 7231177"/>
              <a:gd name="f252" fmla="val 7231294"/>
              <a:gd name="f253" fmla="val 7236603"/>
              <a:gd name="f254" fmla="val 7241931"/>
              <a:gd name="f255" fmla="val 7247507"/>
              <a:gd name="f256" fmla="val 7278690"/>
              <a:gd name="f257" fmla="val 7310583"/>
              <a:gd name="f258" fmla="val 7342968"/>
              <a:gd name="f259" fmla="val 5690656"/>
              <a:gd name="f260" fmla="val 5707743"/>
              <a:gd name="f261" fmla="val 5740129"/>
              <a:gd name="f262" fmla="val 5772021"/>
              <a:gd name="f263" fmla="val 5803205"/>
              <a:gd name="f264" fmla="val 5808781"/>
              <a:gd name="f265" fmla="val 5814109"/>
              <a:gd name="f266" fmla="val 5819417"/>
              <a:gd name="f267" fmla="val 5819534"/>
              <a:gd name="f268" fmla="val 6131614"/>
              <a:gd name="f269" fmla="val 6384843"/>
              <a:gd name="f270" fmla="val 6478206"/>
              <a:gd name="f271" fmla="val 6340658"/>
              <a:gd name="f272" fmla="val 6257275"/>
              <a:gd name="f273" fmla="val 6066907"/>
              <a:gd name="f274" fmla="val 5832905"/>
              <a:gd name="f275" fmla="val 5867399"/>
              <a:gd name="f276" fmla="val 5969622"/>
              <a:gd name="f277" fmla="val 6112719"/>
              <a:gd name="f278" fmla="val 5918478"/>
              <a:gd name="f279" fmla="val 5802347"/>
              <a:gd name="f280" fmla="val 5723784"/>
              <a:gd name="f281" fmla="val 5699419"/>
              <a:gd name="f282" fmla="val 5699252"/>
              <a:gd name="f283" fmla="val 5699083"/>
              <a:gd name="f284" fmla="val 5698914"/>
              <a:gd name="f285" fmla="val 5698375"/>
              <a:gd name="f286" fmla="val 5693317"/>
              <a:gd name="f287" fmla="val 5690866"/>
              <a:gd name="f288" fmla="val 5690908"/>
              <a:gd name="f289" fmla="val 5689596"/>
              <a:gd name="f290" fmla="val 5689538"/>
              <a:gd name="f291" fmla="val 5690132"/>
              <a:gd name="f292" fmla="val 5690630"/>
              <a:gd name="f293" fmla="val 5667905"/>
              <a:gd name="f294" fmla="val 5667931"/>
              <a:gd name="f295" fmla="val 5668429"/>
              <a:gd name="f296" fmla="val 5669023"/>
              <a:gd name="f297" fmla="val 5668964"/>
              <a:gd name="f298" fmla="val 5667652"/>
              <a:gd name="f299" fmla="val 5667694"/>
              <a:gd name="f300" fmla="val 5665244"/>
              <a:gd name="f301" fmla="val 5660185"/>
              <a:gd name="f302" fmla="val 5659647"/>
              <a:gd name="f303" fmla="val 5659477"/>
              <a:gd name="f304" fmla="val 5659309"/>
              <a:gd name="f305" fmla="val 5659141"/>
              <a:gd name="f306" fmla="val 5634776"/>
              <a:gd name="f307" fmla="val 5556213"/>
              <a:gd name="f308" fmla="val 5440082"/>
              <a:gd name="f309" fmla="val 5245841"/>
              <a:gd name="f310" fmla="val 5388939"/>
              <a:gd name="f311" fmla="val 5491162"/>
              <a:gd name="f312" fmla="val 5525656"/>
              <a:gd name="f313" fmla="val 5291653"/>
              <a:gd name="f314" fmla="val 5101285"/>
              <a:gd name="f315" fmla="val 5017902"/>
              <a:gd name="f316" fmla="val 4880354"/>
              <a:gd name="f317" fmla="val 4973717"/>
              <a:gd name="f318" fmla="val 5226947"/>
              <a:gd name="f319" fmla="val 5539026"/>
              <a:gd name="f320" fmla="val 5539143"/>
              <a:gd name="f321" fmla="val 5544452"/>
              <a:gd name="f322" fmla="val 5549780"/>
              <a:gd name="f323" fmla="val 5555356"/>
              <a:gd name="f324" fmla="val 5586539"/>
              <a:gd name="f325" fmla="val 5618432"/>
              <a:gd name="f326" fmla="val 5650817"/>
              <a:gd name="f327" fmla="val 3998505"/>
              <a:gd name="f328" fmla="val 4015592"/>
              <a:gd name="f329" fmla="val 4047978"/>
              <a:gd name="f330" fmla="val 4079870"/>
              <a:gd name="f331" fmla="val 4111054"/>
              <a:gd name="f332" fmla="val 4116630"/>
              <a:gd name="f333" fmla="val 4121958"/>
              <a:gd name="f334" fmla="val 4127266"/>
              <a:gd name="f335" fmla="val 4127384"/>
              <a:gd name="f336" fmla="val 4439463"/>
              <a:gd name="f337" fmla="val 4692692"/>
              <a:gd name="f338" fmla="val 4786055"/>
              <a:gd name="f339" fmla="val 4648508"/>
              <a:gd name="f340" fmla="val 4565124"/>
              <a:gd name="f341" fmla="val 4374756"/>
              <a:gd name="f342" fmla="val 4140754"/>
              <a:gd name="f343" fmla="val 4175248"/>
              <a:gd name="f344" fmla="val 4277471"/>
              <a:gd name="f345" fmla="val 4420568"/>
              <a:gd name="f346" fmla="val 4226327"/>
              <a:gd name="f347" fmla="val 4110196"/>
              <a:gd name="f348" fmla="val 4031633"/>
              <a:gd name="f349" fmla="val 4007268"/>
              <a:gd name="f350" fmla="val 4007101"/>
              <a:gd name="f351" fmla="val 4006932"/>
              <a:gd name="f352" fmla="val 4006763"/>
              <a:gd name="f353" fmla="val 4006225"/>
              <a:gd name="f354" fmla="val 4001166"/>
              <a:gd name="f355" fmla="val 3998715"/>
              <a:gd name="f356" fmla="val 3998757"/>
              <a:gd name="f357" fmla="val 3997445"/>
              <a:gd name="f358" fmla="val 3997387"/>
              <a:gd name="f359" fmla="val 3997981"/>
              <a:gd name="f360" fmla="val 3998479"/>
              <a:gd name="f361" fmla="val 3975754"/>
              <a:gd name="f362" fmla="val 3975780"/>
              <a:gd name="f363" fmla="val 3976278"/>
              <a:gd name="f364" fmla="val 3976872"/>
              <a:gd name="f365" fmla="val 3976813"/>
              <a:gd name="f366" fmla="val 3975501"/>
              <a:gd name="f367" fmla="val 3975543"/>
              <a:gd name="f368" fmla="val 3973093"/>
              <a:gd name="f369" fmla="val 3968034"/>
              <a:gd name="f370" fmla="val 3967496"/>
              <a:gd name="f371" fmla="val 3967326"/>
              <a:gd name="f372" fmla="val 3967158"/>
              <a:gd name="f373" fmla="val 3966990"/>
              <a:gd name="f374" fmla="val 3942625"/>
              <a:gd name="f375" fmla="val 3864063"/>
              <a:gd name="f376" fmla="val 3747931"/>
              <a:gd name="f377" fmla="val 3553690"/>
              <a:gd name="f378" fmla="val 3696788"/>
              <a:gd name="f379" fmla="val 3799011"/>
              <a:gd name="f380" fmla="val 3833505"/>
              <a:gd name="f381" fmla="val 3599503"/>
              <a:gd name="f382" fmla="val 3409134"/>
              <a:gd name="f383" fmla="val 3325751"/>
              <a:gd name="f384" fmla="val 3188203"/>
              <a:gd name="f385" fmla="val 3281566"/>
              <a:gd name="f386" fmla="val 3534796"/>
              <a:gd name="f387" fmla="val 3846875"/>
              <a:gd name="f388" fmla="val 3846992"/>
              <a:gd name="f389" fmla="val 3852301"/>
              <a:gd name="f390" fmla="val 3857629"/>
              <a:gd name="f391" fmla="val 3863205"/>
              <a:gd name="f392" fmla="val 3894388"/>
              <a:gd name="f393" fmla="val 3926281"/>
              <a:gd name="f394" fmla="val 3958666"/>
              <a:gd name="f395" fmla="val 2306354"/>
              <a:gd name="f396" fmla="val 2323441"/>
              <a:gd name="f397" fmla="val 2355827"/>
              <a:gd name="f398" fmla="val 2387719"/>
              <a:gd name="f399" fmla="val 2418903"/>
              <a:gd name="f400" fmla="val 2424479"/>
              <a:gd name="f401" fmla="val 2429807"/>
              <a:gd name="f402" fmla="val 2435115"/>
              <a:gd name="f403" fmla="val 2435233"/>
              <a:gd name="f404" fmla="val 2747312"/>
              <a:gd name="f405" fmla="val 3000542"/>
              <a:gd name="f406" fmla="val 3093904"/>
              <a:gd name="f407" fmla="val 2956357"/>
              <a:gd name="f408" fmla="val 2872974"/>
              <a:gd name="f409" fmla="val 2682605"/>
              <a:gd name="f410" fmla="val 2448603"/>
              <a:gd name="f411" fmla="val 2483097"/>
              <a:gd name="f412" fmla="val 2585320"/>
              <a:gd name="f413" fmla="val 2728418"/>
              <a:gd name="f414" fmla="val 2534177"/>
              <a:gd name="f415" fmla="val 2418045"/>
              <a:gd name="f416" fmla="val 2339482"/>
              <a:gd name="f417" fmla="val 2315117"/>
              <a:gd name="f418" fmla="val 2314950"/>
              <a:gd name="f419" fmla="val 2314781"/>
              <a:gd name="f420" fmla="val 2314612"/>
              <a:gd name="f421" fmla="val 2314074"/>
              <a:gd name="f422" fmla="val 2309015"/>
              <a:gd name="f423" fmla="val 2306564"/>
              <a:gd name="f424" fmla="val 2306606"/>
              <a:gd name="f425" fmla="val 2305294"/>
              <a:gd name="f426" fmla="val 2305236"/>
              <a:gd name="f427" fmla="val 2305830"/>
              <a:gd name="f428" fmla="val 2306328"/>
              <a:gd name="f429" fmla="val 2283603"/>
              <a:gd name="f430" fmla="val 2283629"/>
              <a:gd name="f431" fmla="val 2284127"/>
              <a:gd name="f432" fmla="val 2284721"/>
              <a:gd name="f433" fmla="val 2284662"/>
              <a:gd name="f434" fmla="val 2283350"/>
              <a:gd name="f435" fmla="val 2283392"/>
              <a:gd name="f436" fmla="val 2280942"/>
              <a:gd name="f437" fmla="val 2275883"/>
              <a:gd name="f438" fmla="val 2275345"/>
              <a:gd name="f439" fmla="val 2275175"/>
              <a:gd name="f440" fmla="val 2275007"/>
              <a:gd name="f441" fmla="val 2274839"/>
              <a:gd name="f442" fmla="val 2250474"/>
              <a:gd name="f443" fmla="val 2171912"/>
              <a:gd name="f444" fmla="val 2055780"/>
              <a:gd name="f445" fmla="val 1861539"/>
              <a:gd name="f446" fmla="val 2004637"/>
              <a:gd name="f447" fmla="val 2106860"/>
              <a:gd name="f448" fmla="val 2141354"/>
              <a:gd name="f449" fmla="val 1907352"/>
              <a:gd name="f450" fmla="val 1716983"/>
              <a:gd name="f451" fmla="val 1633600"/>
              <a:gd name="f452" fmla="val 1496052"/>
              <a:gd name="f453" fmla="val 1589416"/>
              <a:gd name="f454" fmla="val 1842645"/>
              <a:gd name="f455" fmla="val 2154724"/>
              <a:gd name="f456" fmla="val 2154841"/>
              <a:gd name="f457" fmla="val 2160150"/>
              <a:gd name="f458" fmla="val 2165478"/>
              <a:gd name="f459" fmla="val 2171054"/>
              <a:gd name="f460" fmla="val 2202237"/>
              <a:gd name="f461" fmla="val 2234130"/>
              <a:gd name="f462" fmla="val 2266515"/>
              <a:gd name="f463" fmla="val 614203"/>
              <a:gd name="f464" fmla="val 631290"/>
              <a:gd name="f465" fmla="val 663676"/>
              <a:gd name="f466" fmla="val 695568"/>
              <a:gd name="f467" fmla="val 726752"/>
              <a:gd name="f468" fmla="val 732328"/>
              <a:gd name="f469" fmla="val 737656"/>
              <a:gd name="f470" fmla="val 742964"/>
              <a:gd name="f471" fmla="val 743081"/>
              <a:gd name="f472" fmla="val 1055161"/>
              <a:gd name="f473" fmla="val 1308390"/>
              <a:gd name="f474" fmla="val 1401754"/>
              <a:gd name="f475" fmla="val 1264205"/>
              <a:gd name="f476" fmla="val 1180823"/>
              <a:gd name="f477" fmla="val 990454"/>
              <a:gd name="f478" fmla="val 756452"/>
              <a:gd name="f479" fmla="val 790946"/>
              <a:gd name="f480" fmla="val 893169"/>
              <a:gd name="f481" fmla="val 1036266"/>
              <a:gd name="f482" fmla="val 842026"/>
              <a:gd name="f483" fmla="val 725894"/>
              <a:gd name="f484" fmla="val 647331"/>
              <a:gd name="f485" fmla="val 622966"/>
              <a:gd name="f486" fmla="val 622799"/>
              <a:gd name="f487" fmla="val 622630"/>
              <a:gd name="f488" fmla="val 622461"/>
              <a:gd name="f489" fmla="val 621923"/>
              <a:gd name="f490" fmla="val 616864"/>
              <a:gd name="f491" fmla="val 614413"/>
              <a:gd name="f492" fmla="val 614455"/>
              <a:gd name="f493" fmla="val 613143"/>
              <a:gd name="f494" fmla="val 613085"/>
              <a:gd name="f495" fmla="val 613679"/>
              <a:gd name="f496" fmla="val 614177"/>
              <a:gd name="f497" fmla="val 591452"/>
              <a:gd name="f498" fmla="val 591478"/>
              <a:gd name="f499" fmla="val 591976"/>
              <a:gd name="f500" fmla="val 592570"/>
              <a:gd name="f501" fmla="val 592511"/>
              <a:gd name="f502" fmla="val 591199"/>
              <a:gd name="f503" fmla="val 591242"/>
              <a:gd name="f504" fmla="val 588791"/>
              <a:gd name="f505" fmla="val 583732"/>
              <a:gd name="f506" fmla="val 583194"/>
              <a:gd name="f507" fmla="val 583024"/>
              <a:gd name="f508" fmla="val 582856"/>
              <a:gd name="f509" fmla="val 582689"/>
              <a:gd name="f510" fmla="val 558275"/>
              <a:gd name="f511" fmla="val 4298863"/>
              <a:gd name="f512" fmla="val 479445"/>
              <a:gd name="f513" fmla="val 4453216"/>
              <a:gd name="f514" fmla="val 362360"/>
              <a:gd name="f515" fmla="val 169811"/>
              <a:gd name="f516" fmla="val 312603"/>
              <a:gd name="f517" fmla="val 4471357"/>
              <a:gd name="f518" fmla="val 414729"/>
              <a:gd name="f519" fmla="val 4319551"/>
              <a:gd name="f520" fmla="val 449203"/>
              <a:gd name="f521" fmla="val 258971"/>
              <a:gd name="f522" fmla="val 4185134"/>
              <a:gd name="f523" fmla="val 97576"/>
              <a:gd name="f524" fmla="val 4300399"/>
              <a:gd name="f525" fmla="val 4458139"/>
              <a:gd name="f526" fmla="val 4251345"/>
              <a:gd name="f527" fmla="val 121484"/>
              <a:gd name="f528" fmla="val 4128438"/>
              <a:gd name="f529" fmla="val 282199"/>
              <a:gd name="f530" fmla="val 4042650"/>
              <a:gd name="f531" fmla="val 462573"/>
              <a:gd name="f532" fmla="val 462690"/>
              <a:gd name="f533" fmla="val 467999"/>
              <a:gd name="f534" fmla="val 473327"/>
              <a:gd name="f535" fmla="val 478903"/>
              <a:gd name="f536" fmla="val 510086"/>
              <a:gd name="f537" fmla="val 541979"/>
              <a:gd name="f538" fmla="val 574365"/>
              <a:gd name="f539" fmla="val 11452667"/>
              <a:gd name="f540" fmla="val 3304913"/>
              <a:gd name="f541" fmla="val 11177477"/>
              <a:gd name="f542" fmla="val 3363591"/>
              <a:gd name="f543" fmla="val 10962633"/>
              <a:gd name="f544" fmla="val 3576701"/>
              <a:gd name="f545" fmla="val 10909358"/>
              <a:gd name="f546" fmla="val 3845480"/>
              <a:gd name="f547" fmla="val 11184548"/>
              <a:gd name="f548" fmla="val 3786801"/>
              <a:gd name="f549" fmla="val 11399391"/>
              <a:gd name="f550" fmla="val 3573691"/>
              <a:gd name="f551" fmla="val 10058800"/>
              <a:gd name="f552" fmla="val 10112076"/>
              <a:gd name="f553" fmla="val 10326919"/>
              <a:gd name="f554" fmla="val 10548834"/>
              <a:gd name="f555" fmla="val 10333990"/>
              <a:gd name="f556" fmla="val 9760514"/>
              <a:gd name="f557" fmla="val 9485324"/>
              <a:gd name="f558" fmla="val 9270480"/>
              <a:gd name="f559" fmla="val 9217205"/>
              <a:gd name="f560" fmla="val 9492395"/>
              <a:gd name="f561" fmla="val 9707238"/>
              <a:gd name="f562" fmla="val 8366649"/>
              <a:gd name="f563" fmla="val 8419925"/>
              <a:gd name="f564" fmla="val 8634768"/>
              <a:gd name="f565" fmla="val 8856683"/>
              <a:gd name="f566" fmla="val 8641839"/>
              <a:gd name="f567" fmla="val 8068363"/>
              <a:gd name="f568" fmla="val 7793173"/>
              <a:gd name="f569" fmla="val 7578329"/>
              <a:gd name="f570" fmla="val 7525054"/>
              <a:gd name="f571" fmla="val 7800244"/>
              <a:gd name="f572" fmla="val 8015087"/>
              <a:gd name="f573" fmla="val 6674498"/>
              <a:gd name="f574" fmla="val 6727774"/>
              <a:gd name="f575" fmla="val 6942617"/>
              <a:gd name="f576" fmla="val 7164532"/>
              <a:gd name="f577" fmla="val 6949688"/>
              <a:gd name="f578" fmla="val 6376212"/>
              <a:gd name="f579" fmla="val 6101022"/>
              <a:gd name="f580" fmla="val 5886178"/>
              <a:gd name="f581" fmla="val 5832903"/>
              <a:gd name="f582" fmla="val 6108093"/>
              <a:gd name="f583" fmla="val 6322936"/>
              <a:gd name="f584" fmla="val 4982347"/>
              <a:gd name="f585" fmla="val 5035623"/>
              <a:gd name="f586" fmla="val 5250466"/>
              <a:gd name="f587" fmla="val 5472381"/>
              <a:gd name="f588" fmla="val 5257537"/>
              <a:gd name="f589" fmla="val 4684061"/>
              <a:gd name="f590" fmla="val 4408871"/>
              <a:gd name="f591" fmla="val 4194027"/>
              <a:gd name="f592" fmla="val 4140752"/>
              <a:gd name="f593" fmla="val 4415942"/>
              <a:gd name="f594" fmla="val 4630785"/>
              <a:gd name="f595" fmla="val 3290196"/>
              <a:gd name="f596" fmla="val 3343472"/>
              <a:gd name="f597" fmla="val 3558315"/>
              <a:gd name="f598" fmla="val 3780230"/>
              <a:gd name="f599" fmla="val 3565386"/>
              <a:gd name="f600" fmla="val 2991910"/>
              <a:gd name="f601" fmla="val 2716720"/>
              <a:gd name="f602" fmla="val 2501876"/>
              <a:gd name="f603" fmla="val 2448601"/>
              <a:gd name="f604" fmla="val 2723791"/>
              <a:gd name="f605" fmla="val 2938634"/>
              <a:gd name="f606" fmla="val 1598045"/>
              <a:gd name="f607" fmla="val 1651321"/>
              <a:gd name="f608" fmla="val 1866164"/>
              <a:gd name="f609" fmla="val 2088079"/>
              <a:gd name="f610" fmla="val 1873235"/>
              <a:gd name="f611" fmla="val 1299759"/>
              <a:gd name="f612" fmla="val 1024569"/>
              <a:gd name="f613" fmla="val 809725"/>
              <a:gd name="f614" fmla="val 756450"/>
              <a:gd name="f615" fmla="val 1031640"/>
              <a:gd name="f616" fmla="val 1246483"/>
              <a:gd name="f617" fmla="val 3200906"/>
              <a:gd name="f618" fmla="val 306658"/>
              <a:gd name="f619" fmla="val 3291386"/>
              <a:gd name="f620" fmla="val 537576"/>
              <a:gd name="f621" fmla="val 3547942"/>
              <a:gd name="f622" fmla="val 582690"/>
              <a:gd name="f623" fmla="val 3862087"/>
              <a:gd name="f624" fmla="val 582857"/>
              <a:gd name="f625" fmla="val 3862140"/>
              <a:gd name="f626" fmla="val 583026"/>
              <a:gd name="f627" fmla="val 3862145"/>
              <a:gd name="f628" fmla="val 583195"/>
              <a:gd name="f629" fmla="val 3862150"/>
              <a:gd name="f630" fmla="val 583735"/>
              <a:gd name="f631" fmla="val 3868787"/>
              <a:gd name="f632" fmla="val 588792"/>
              <a:gd name="f633" fmla="val 3898794"/>
              <a:gd name="f634" fmla="val 3929436"/>
              <a:gd name="f635" fmla="val 3960518"/>
              <a:gd name="f636" fmla="val 3966104"/>
              <a:gd name="f637" fmla="val 3971728"/>
              <a:gd name="f638" fmla="val 3977366"/>
              <a:gd name="f639" fmla="val 3981158"/>
              <a:gd name="f640" fmla="val 592543"/>
              <a:gd name="f641" fmla="val 3984944"/>
              <a:gd name="f642" fmla="val 591977"/>
              <a:gd name="f643" fmla="val 3988716"/>
              <a:gd name="f644" fmla="val 3988683"/>
              <a:gd name="f645" fmla="val 3989174"/>
              <a:gd name="f646" fmla="val 574334"/>
              <a:gd name="f647" fmla="val 3987561"/>
              <a:gd name="f648" fmla="val 541959"/>
              <a:gd name="f649" fmla="val 3987038"/>
              <a:gd name="f650" fmla="val 510079"/>
              <a:gd name="f651" fmla="val 3984080"/>
              <a:gd name="f652" fmla="val 478907"/>
              <a:gd name="f653" fmla="val 3978570"/>
              <a:gd name="f654" fmla="val 473330"/>
              <a:gd name="f655" fmla="val 3978986"/>
              <a:gd name="f656" fmla="val 468001"/>
              <a:gd name="f657" fmla="val 3978045"/>
              <a:gd name="f658" fmla="val 3977042"/>
              <a:gd name="f659" fmla="val 462574"/>
              <a:gd name="f660" fmla="val 3975903"/>
              <a:gd name="f661" fmla="val 282200"/>
              <a:gd name="f662" fmla="val 3946281"/>
              <a:gd name="f663" fmla="val 121485"/>
              <a:gd name="f664" fmla="val 3861168"/>
              <a:gd name="f665" fmla="val 3739225"/>
              <a:gd name="f666" fmla="val 3534056"/>
              <a:gd name="f667" fmla="val 97584"/>
              <a:gd name="f668" fmla="val 3690562"/>
              <a:gd name="f669" fmla="val 258975"/>
              <a:gd name="f670" fmla="val 3804918"/>
              <a:gd name="f671" fmla="val 402182"/>
              <a:gd name="f672" fmla="val 3608252"/>
              <a:gd name="f673" fmla="val 229297"/>
              <a:gd name="f674" fmla="val 3414390"/>
              <a:gd name="f675" fmla="val 3332205"/>
              <a:gd name="f676" fmla="val 11608704"/>
              <a:gd name="f677" fmla="val 3161219"/>
              <a:gd name="f678" fmla="val 11625791"/>
              <a:gd name="f679" fmla="val 3162829"/>
              <a:gd name="f680" fmla="val 11658177"/>
              <a:gd name="f681" fmla="val 3163352"/>
              <a:gd name="f682" fmla="val 11690070"/>
              <a:gd name="f683" fmla="val 3166310"/>
              <a:gd name="f684" fmla="val 11721253"/>
              <a:gd name="f685" fmla="val 3171823"/>
              <a:gd name="f686" fmla="val 11726829"/>
              <a:gd name="f687" fmla="val 3171407"/>
              <a:gd name="f688" fmla="val 11732157"/>
              <a:gd name="f689" fmla="val 3172348"/>
              <a:gd name="f690" fmla="val 11737466"/>
              <a:gd name="f691" fmla="val 3173350"/>
              <a:gd name="f692" fmla="val 11737583"/>
              <a:gd name="f693" fmla="val 3174489"/>
              <a:gd name="f694" fmla="val 11914088"/>
              <a:gd name="f695" fmla="val 3203476"/>
              <a:gd name="f696" fmla="val 12071767"/>
              <a:gd name="f697" fmla="val 3285599"/>
              <a:gd name="f698" fmla="val 3403667"/>
              <a:gd name="f699" fmla="val 3603658"/>
              <a:gd name="f700" fmla="val 12093732"/>
              <a:gd name="f701" fmla="val 3453636"/>
              <a:gd name="f702" fmla="val 11935983"/>
              <a:gd name="f703" fmla="val 3344367"/>
              <a:gd name="f704" fmla="val 11750953"/>
              <a:gd name="f705" fmla="val 11797422"/>
              <a:gd name="f706" fmla="val 3539349"/>
              <a:gd name="f707" fmla="val 11966808"/>
              <a:gd name="f708" fmla="val 3731433"/>
              <a:gd name="f709" fmla="val 3815480"/>
              <a:gd name="f710" fmla="val 3947482"/>
              <a:gd name="f711" fmla="val 11889465"/>
              <a:gd name="f712" fmla="val 3854506"/>
              <a:gd name="f713" fmla="val 11662185"/>
              <a:gd name="f714" fmla="val 3599697"/>
              <a:gd name="f715" fmla="val 11617468"/>
              <a:gd name="f716" fmla="val 3288305"/>
              <a:gd name="f717" fmla="val 11617300"/>
              <a:gd name="f718" fmla="val 3288253"/>
              <a:gd name="f719" fmla="val 11617132"/>
              <a:gd name="f720" fmla="val 3288248"/>
              <a:gd name="f721" fmla="val 11616962"/>
              <a:gd name="f722" fmla="val 3288243"/>
              <a:gd name="f723" fmla="val 11616424"/>
              <a:gd name="f724" fmla="val 3281619"/>
              <a:gd name="f725" fmla="val 11611365"/>
              <a:gd name="f726" fmla="val 3251607"/>
              <a:gd name="f727" fmla="val 11608914"/>
              <a:gd name="f728" fmla="val 3220958"/>
              <a:gd name="f729" fmla="val 11608957"/>
              <a:gd name="f730" fmla="val 3189869"/>
              <a:gd name="f731" fmla="val 11607645"/>
              <a:gd name="f732" fmla="val 3184286"/>
              <a:gd name="f733" fmla="val 11607586"/>
              <a:gd name="f734" fmla="val 3178663"/>
              <a:gd name="f735" fmla="val 3173027"/>
              <a:gd name="f736" fmla="val 11608180"/>
              <a:gd name="f737" fmla="val 3161677"/>
              <a:gd name="f738" fmla="val 11608678"/>
              <a:gd name="f739" fmla="val 3161709"/>
              <a:gd name="f740" fmla="val 11594916"/>
              <a:gd name="f741" fmla="val 11594942"/>
              <a:gd name="f742" fmla="val 11595440"/>
              <a:gd name="f743" fmla="val 11596034"/>
              <a:gd name="f744" fmla="val 11595975"/>
              <a:gd name="f745" fmla="val 11594663"/>
              <a:gd name="f746" fmla="val 11594706"/>
              <a:gd name="f747" fmla="val 11592255"/>
              <a:gd name="f748" fmla="val 11587196"/>
              <a:gd name="f749" fmla="val 11586658"/>
              <a:gd name="f750" fmla="val 11586488"/>
              <a:gd name="f751" fmla="val 11586320"/>
              <a:gd name="f752" fmla="val 11586152"/>
              <a:gd name="f753" fmla="val 11535877"/>
              <a:gd name="f754" fmla="val 3638399"/>
              <a:gd name="f755" fmla="val 11254838"/>
              <a:gd name="f756" fmla="val 3916971"/>
              <a:gd name="f757" fmla="val 10895987"/>
              <a:gd name="f758" fmla="val 10895871"/>
              <a:gd name="f759" fmla="val 10890560"/>
              <a:gd name="f760" fmla="val 10885231"/>
              <a:gd name="f761" fmla="val 10879654"/>
              <a:gd name="f762" fmla="val 10848482"/>
              <a:gd name="f763" fmla="val 10816602"/>
              <a:gd name="f764" fmla="val 10784227"/>
              <a:gd name="f765" fmla="val 10767109"/>
              <a:gd name="f766" fmla="val 10767083"/>
              <a:gd name="f767" fmla="val 10766584"/>
              <a:gd name="f768" fmla="val 10766018"/>
              <a:gd name="f769" fmla="val 10765991"/>
              <a:gd name="f770" fmla="val 10766050"/>
              <a:gd name="f771" fmla="val 10767362"/>
              <a:gd name="f772" fmla="val 10767319"/>
              <a:gd name="f773" fmla="val 10769769"/>
              <a:gd name="f774" fmla="val 10774826"/>
              <a:gd name="f775" fmla="val 10775366"/>
              <a:gd name="f776" fmla="val 10775535"/>
              <a:gd name="f777" fmla="val 10775704"/>
              <a:gd name="f778" fmla="val 10775872"/>
              <a:gd name="f779" fmla="val 10826148"/>
              <a:gd name="f780" fmla="val 3511992"/>
              <a:gd name="f781" fmla="val 11107187"/>
              <a:gd name="f782" fmla="val 3233421"/>
              <a:gd name="f783" fmla="val 11466037"/>
              <a:gd name="f784" fmla="val 11466154"/>
              <a:gd name="f785" fmla="val 11471463"/>
              <a:gd name="f786" fmla="val 11476791"/>
              <a:gd name="f787" fmla="val 11482367"/>
              <a:gd name="f788" fmla="val 11513550"/>
              <a:gd name="f789" fmla="val 11545443"/>
              <a:gd name="f790" fmla="val 11577829"/>
              <a:gd name="f791" fmla="val 9916551"/>
              <a:gd name="f792" fmla="val 9933638"/>
              <a:gd name="f793" fmla="val 9966024"/>
              <a:gd name="f794" fmla="val 9997917"/>
              <a:gd name="f795" fmla="val 10029100"/>
              <a:gd name="f796" fmla="val 10034676"/>
              <a:gd name="f797" fmla="val 10040004"/>
              <a:gd name="f798" fmla="val 10045313"/>
              <a:gd name="f799" fmla="val 10045430"/>
              <a:gd name="f800" fmla="val 10404280"/>
              <a:gd name="f801" fmla="val 10685319"/>
              <a:gd name="f802" fmla="val 10735596"/>
              <a:gd name="f803" fmla="val 10735763"/>
              <a:gd name="f804" fmla="val 10735932"/>
              <a:gd name="f805" fmla="val 10736101"/>
              <a:gd name="f806" fmla="val 10736641"/>
              <a:gd name="f807" fmla="val 10741698"/>
              <a:gd name="f808" fmla="val 10745449"/>
              <a:gd name="f809" fmla="val 10744883"/>
              <a:gd name="f810" fmla="val 10727240"/>
              <a:gd name="f811" fmla="val 10694865"/>
              <a:gd name="f812" fmla="val 10662985"/>
              <a:gd name="f813" fmla="val 10631813"/>
              <a:gd name="f814" fmla="val 10626236"/>
              <a:gd name="f815" fmla="val 10620907"/>
              <a:gd name="f816" fmla="val 10615480"/>
              <a:gd name="f817" fmla="val 10256629"/>
              <a:gd name="f818" fmla="val 9975590"/>
              <a:gd name="f819" fmla="val 9925315"/>
              <a:gd name="f820" fmla="val 9925147"/>
              <a:gd name="f821" fmla="val 9924979"/>
              <a:gd name="f822" fmla="val 9924809"/>
              <a:gd name="f823" fmla="val 9924271"/>
              <a:gd name="f824" fmla="val 9919212"/>
              <a:gd name="f825" fmla="val 9916761"/>
              <a:gd name="f826" fmla="val 9916804"/>
              <a:gd name="f827" fmla="val 9915492"/>
              <a:gd name="f828" fmla="val 9915433"/>
              <a:gd name="f829" fmla="val 9916027"/>
              <a:gd name="f830" fmla="val 9916525"/>
              <a:gd name="f831" fmla="val 9902763"/>
              <a:gd name="f832" fmla="val 9902789"/>
              <a:gd name="f833" fmla="val 9903287"/>
              <a:gd name="f834" fmla="val 9903881"/>
              <a:gd name="f835" fmla="val 9903822"/>
              <a:gd name="f836" fmla="val 9902510"/>
              <a:gd name="f837" fmla="val 9902553"/>
              <a:gd name="f838" fmla="val 9900102"/>
              <a:gd name="f839" fmla="val 9895043"/>
              <a:gd name="f840" fmla="val 9894505"/>
              <a:gd name="f841" fmla="val 9894335"/>
              <a:gd name="f842" fmla="val 9894167"/>
              <a:gd name="f843" fmla="val 9893999"/>
              <a:gd name="f844" fmla="val 9843724"/>
              <a:gd name="f845" fmla="val 9562685"/>
              <a:gd name="f846" fmla="val 9203834"/>
              <a:gd name="f847" fmla="val 9203718"/>
              <a:gd name="f848" fmla="val 9198407"/>
              <a:gd name="f849" fmla="val 9193078"/>
              <a:gd name="f850" fmla="val 9187501"/>
              <a:gd name="f851" fmla="val 9156329"/>
              <a:gd name="f852" fmla="val 9124449"/>
              <a:gd name="f853" fmla="val 9092074"/>
              <a:gd name="f854" fmla="val 9074956"/>
              <a:gd name="f855" fmla="val 9074930"/>
              <a:gd name="f856" fmla="val 9074431"/>
              <a:gd name="f857" fmla="val 9073865"/>
              <a:gd name="f858" fmla="val 9073838"/>
              <a:gd name="f859" fmla="val 9073897"/>
              <a:gd name="f860" fmla="val 9075209"/>
              <a:gd name="f861" fmla="val 9075166"/>
              <a:gd name="f862" fmla="val 9077616"/>
              <a:gd name="f863" fmla="val 9082673"/>
              <a:gd name="f864" fmla="val 9083213"/>
              <a:gd name="f865" fmla="val 9083382"/>
              <a:gd name="f866" fmla="val 9083551"/>
              <a:gd name="f867" fmla="val 9083718"/>
              <a:gd name="f868" fmla="val 9133995"/>
              <a:gd name="f869" fmla="val 9415034"/>
              <a:gd name="f870" fmla="val 9773884"/>
              <a:gd name="f871" fmla="val 9774001"/>
              <a:gd name="f872" fmla="val 9779310"/>
              <a:gd name="f873" fmla="val 9784638"/>
              <a:gd name="f874" fmla="val 9790214"/>
              <a:gd name="f875" fmla="val 9821397"/>
              <a:gd name="f876" fmla="val 9853290"/>
              <a:gd name="f877" fmla="val 9885676"/>
              <a:gd name="f878" fmla="val 8224400"/>
              <a:gd name="f879" fmla="val 8241488"/>
              <a:gd name="f880" fmla="val 8273873"/>
              <a:gd name="f881" fmla="val 8305766"/>
              <a:gd name="f882" fmla="val 8336949"/>
              <a:gd name="f883" fmla="val 8342525"/>
              <a:gd name="f884" fmla="val 8347853"/>
              <a:gd name="f885" fmla="val 8353162"/>
              <a:gd name="f886" fmla="val 8353279"/>
              <a:gd name="f887" fmla="val 8712129"/>
              <a:gd name="f888" fmla="val 8993168"/>
              <a:gd name="f889" fmla="val 9043444"/>
              <a:gd name="f890" fmla="val 9043612"/>
              <a:gd name="f891" fmla="val 9043781"/>
              <a:gd name="f892" fmla="val 9043950"/>
              <a:gd name="f893" fmla="val 9044490"/>
              <a:gd name="f894" fmla="val 9049547"/>
              <a:gd name="f895" fmla="val 9053298"/>
              <a:gd name="f896" fmla="val 9052732"/>
              <a:gd name="f897" fmla="val 9035089"/>
              <a:gd name="f898" fmla="val 9002714"/>
              <a:gd name="f899" fmla="val 8970834"/>
              <a:gd name="f900" fmla="val 8939662"/>
              <a:gd name="f901" fmla="val 8934085"/>
              <a:gd name="f902" fmla="val 8928756"/>
              <a:gd name="f903" fmla="val 8923329"/>
              <a:gd name="f904" fmla="val 8564478"/>
              <a:gd name="f905" fmla="val 8283439"/>
              <a:gd name="f906" fmla="val 8233164"/>
              <a:gd name="f907" fmla="val 8232996"/>
              <a:gd name="f908" fmla="val 8232828"/>
              <a:gd name="f909" fmla="val 8232658"/>
              <a:gd name="f910" fmla="val 8232120"/>
              <a:gd name="f911" fmla="val 8227061"/>
              <a:gd name="f912" fmla="val 8224611"/>
              <a:gd name="f913" fmla="val 8224653"/>
              <a:gd name="f914" fmla="val 8223341"/>
              <a:gd name="f915" fmla="val 8223282"/>
              <a:gd name="f916" fmla="val 8223876"/>
              <a:gd name="f917" fmla="val 8224374"/>
              <a:gd name="f918" fmla="val 8210612"/>
              <a:gd name="f919" fmla="val 8210638"/>
              <a:gd name="f920" fmla="val 8211136"/>
              <a:gd name="f921" fmla="val 8211730"/>
              <a:gd name="f922" fmla="val 8211672"/>
              <a:gd name="f923" fmla="val 8210360"/>
              <a:gd name="f924" fmla="val 8210402"/>
              <a:gd name="f925" fmla="val 8207951"/>
              <a:gd name="f926" fmla="val 8202893"/>
              <a:gd name="f927" fmla="val 8202354"/>
              <a:gd name="f928" fmla="val 8202185"/>
              <a:gd name="f929" fmla="val 8202016"/>
              <a:gd name="f930" fmla="val 8201849"/>
              <a:gd name="f931" fmla="val 8151573"/>
              <a:gd name="f932" fmla="val 7870534"/>
              <a:gd name="f933" fmla="val 7511683"/>
              <a:gd name="f934" fmla="val 7511567"/>
              <a:gd name="f935" fmla="val 7506256"/>
              <a:gd name="f936" fmla="val 7500927"/>
              <a:gd name="f937" fmla="val 7495350"/>
              <a:gd name="f938" fmla="val 7464178"/>
              <a:gd name="f939" fmla="val 7432298"/>
              <a:gd name="f940" fmla="val 7399924"/>
              <a:gd name="f941" fmla="val 7382805"/>
              <a:gd name="f942" fmla="val 7382779"/>
              <a:gd name="f943" fmla="val 7382280"/>
              <a:gd name="f944" fmla="val 7381714"/>
              <a:gd name="f945" fmla="val 7381687"/>
              <a:gd name="f946" fmla="val 7381746"/>
              <a:gd name="f947" fmla="val 7383058"/>
              <a:gd name="f948" fmla="val 7383016"/>
              <a:gd name="f949" fmla="val 7385465"/>
              <a:gd name="f950" fmla="val 7390522"/>
              <a:gd name="f951" fmla="val 7391062"/>
              <a:gd name="f952" fmla="val 7391231"/>
              <a:gd name="f953" fmla="val 7391400"/>
              <a:gd name="f954" fmla="val 7391568"/>
              <a:gd name="f955" fmla="val 7441844"/>
              <a:gd name="f956" fmla="val 7722883"/>
              <a:gd name="f957" fmla="val 8081734"/>
              <a:gd name="f958" fmla="val 8081851"/>
              <a:gd name="f959" fmla="val 8087159"/>
              <a:gd name="f960" fmla="val 8092487"/>
              <a:gd name="f961" fmla="val 8098063"/>
              <a:gd name="f962" fmla="val 8129247"/>
              <a:gd name="f963" fmla="val 8161139"/>
              <a:gd name="f964" fmla="val 8193525"/>
              <a:gd name="f965" fmla="val 6532249"/>
              <a:gd name="f966" fmla="val 6549337"/>
              <a:gd name="f967" fmla="val 6581722"/>
              <a:gd name="f968" fmla="val 6613615"/>
              <a:gd name="f969" fmla="val 6644798"/>
              <a:gd name="f970" fmla="val 6650374"/>
              <a:gd name="f971" fmla="val 6655702"/>
              <a:gd name="f972" fmla="val 6661011"/>
              <a:gd name="f973" fmla="val 6661128"/>
              <a:gd name="f974" fmla="val 7019978"/>
              <a:gd name="f975" fmla="val 7301017"/>
              <a:gd name="f976" fmla="val 7351294"/>
              <a:gd name="f977" fmla="val 7351461"/>
              <a:gd name="f978" fmla="val 7351631"/>
              <a:gd name="f979" fmla="val 7351799"/>
              <a:gd name="f980" fmla="val 7352340"/>
              <a:gd name="f981" fmla="val 7357396"/>
              <a:gd name="f982" fmla="val 7359846"/>
              <a:gd name="f983" fmla="val 7359804"/>
              <a:gd name="f984" fmla="val 7361116"/>
              <a:gd name="f985" fmla="val 7361147"/>
              <a:gd name="f986" fmla="val 7360581"/>
              <a:gd name="f987" fmla="val 7342938"/>
              <a:gd name="f988" fmla="val 7310564"/>
              <a:gd name="f989" fmla="val 7278683"/>
              <a:gd name="f990" fmla="val 7247511"/>
              <a:gd name="f991" fmla="val 7241934"/>
              <a:gd name="f992" fmla="val 7236605"/>
              <a:gd name="f993" fmla="val 7231295"/>
              <a:gd name="f994" fmla="val 7231179"/>
              <a:gd name="f995" fmla="val 6872327"/>
              <a:gd name="f996" fmla="val 6591288"/>
              <a:gd name="f997" fmla="val 6541013"/>
              <a:gd name="f998" fmla="val 6540845"/>
              <a:gd name="f999" fmla="val 6540677"/>
              <a:gd name="f1000" fmla="val 6540507"/>
              <a:gd name="f1001" fmla="val 6539969"/>
              <a:gd name="f1002" fmla="val 6534910"/>
              <a:gd name="f1003" fmla="val 6532460"/>
              <a:gd name="f1004" fmla="val 6532502"/>
              <a:gd name="f1005" fmla="val 6531190"/>
              <a:gd name="f1006" fmla="val 6531131"/>
              <a:gd name="f1007" fmla="val 6531725"/>
              <a:gd name="f1008" fmla="val 6532223"/>
              <a:gd name="f1009" fmla="val 6518461"/>
              <a:gd name="f1010" fmla="val 6518487"/>
              <a:gd name="f1011" fmla="val 6518985"/>
              <a:gd name="f1012" fmla="val 6519579"/>
              <a:gd name="f1013" fmla="val 6519520"/>
              <a:gd name="f1014" fmla="val 6518208"/>
              <a:gd name="f1015" fmla="val 6518250"/>
              <a:gd name="f1016" fmla="val 6515800"/>
              <a:gd name="f1017" fmla="val 6510741"/>
              <a:gd name="f1018" fmla="val 6510203"/>
              <a:gd name="f1019" fmla="val 6510033"/>
              <a:gd name="f1020" fmla="val 6509865"/>
              <a:gd name="f1021" fmla="val 6509697"/>
              <a:gd name="f1022" fmla="val 6459422"/>
              <a:gd name="f1023" fmla="val 6178383"/>
              <a:gd name="f1024" fmla="val 5819531"/>
              <a:gd name="f1025" fmla="val 5819415"/>
              <a:gd name="f1026" fmla="val 5814105"/>
              <a:gd name="f1027" fmla="val 5808776"/>
              <a:gd name="f1028" fmla="val 5803199"/>
              <a:gd name="f1029" fmla="val 5772027"/>
              <a:gd name="f1030" fmla="val 5740146"/>
              <a:gd name="f1031" fmla="val 5707772"/>
              <a:gd name="f1032" fmla="val 5690654"/>
              <a:gd name="f1033" fmla="val 5690628"/>
              <a:gd name="f1034" fmla="val 5690129"/>
              <a:gd name="f1035" fmla="val 5689563"/>
              <a:gd name="f1036" fmla="val 5689536"/>
              <a:gd name="f1037" fmla="val 5689594"/>
              <a:gd name="f1038" fmla="val 5690906"/>
              <a:gd name="f1039" fmla="val 5690864"/>
              <a:gd name="f1040" fmla="val 5693314"/>
              <a:gd name="f1041" fmla="val 5698370"/>
              <a:gd name="f1042" fmla="val 5698911"/>
              <a:gd name="f1043" fmla="val 5699079"/>
              <a:gd name="f1044" fmla="val 5699249"/>
              <a:gd name="f1045" fmla="val 5699416"/>
              <a:gd name="f1046" fmla="val 5749693"/>
              <a:gd name="f1047" fmla="val 6030732"/>
              <a:gd name="f1048" fmla="val 6389582"/>
              <a:gd name="f1049" fmla="val 6389699"/>
              <a:gd name="f1050" fmla="val 6395008"/>
              <a:gd name="f1051" fmla="val 6400336"/>
              <a:gd name="f1052" fmla="val 6405912"/>
              <a:gd name="f1053" fmla="val 6437095"/>
              <a:gd name="f1054" fmla="val 6468988"/>
              <a:gd name="f1055" fmla="val 6501373"/>
              <a:gd name="f1056" fmla="val 4840098"/>
              <a:gd name="f1057" fmla="val 4857185"/>
              <a:gd name="f1058" fmla="val 4889571"/>
              <a:gd name="f1059" fmla="val 4921463"/>
              <a:gd name="f1060" fmla="val 4952647"/>
              <a:gd name="f1061" fmla="val 4958223"/>
              <a:gd name="f1062" fmla="val 4963551"/>
              <a:gd name="f1063" fmla="val 4968859"/>
              <a:gd name="f1064" fmla="val 4968976"/>
              <a:gd name="f1065" fmla="val 5327827"/>
              <a:gd name="f1066" fmla="val 5608866"/>
              <a:gd name="f1067" fmla="val 5659142"/>
              <a:gd name="f1068" fmla="val 5659310"/>
              <a:gd name="f1069" fmla="val 5659479"/>
              <a:gd name="f1070" fmla="val 5659648"/>
              <a:gd name="f1071" fmla="val 5660188"/>
              <a:gd name="f1072" fmla="val 5665245"/>
              <a:gd name="f1073" fmla="val 5668996"/>
              <a:gd name="f1074" fmla="val 5668430"/>
              <a:gd name="f1075" fmla="val 5650786"/>
              <a:gd name="f1076" fmla="val 5618412"/>
              <a:gd name="f1077" fmla="val 5586532"/>
              <a:gd name="f1078" fmla="val 5555360"/>
              <a:gd name="f1079" fmla="val 5549783"/>
              <a:gd name="f1080" fmla="val 5544454"/>
              <a:gd name="f1081" fmla="val 5539027"/>
              <a:gd name="f1082" fmla="val 5180176"/>
              <a:gd name="f1083" fmla="val 4899137"/>
              <a:gd name="f1084" fmla="val 4848861"/>
              <a:gd name="f1085" fmla="val 4848694"/>
              <a:gd name="f1086" fmla="val 4848525"/>
              <a:gd name="f1087" fmla="val 4848356"/>
              <a:gd name="f1088" fmla="val 4847817"/>
              <a:gd name="f1089" fmla="val 4842759"/>
              <a:gd name="f1090" fmla="val 4840308"/>
              <a:gd name="f1091" fmla="val 4840350"/>
              <a:gd name="f1092" fmla="val 4839038"/>
              <a:gd name="f1093" fmla="val 4838980"/>
              <a:gd name="f1094" fmla="val 4839574"/>
              <a:gd name="f1095" fmla="val 4840072"/>
              <a:gd name="f1096" fmla="val 4826310"/>
              <a:gd name="f1097" fmla="val 4826336"/>
              <a:gd name="f1098" fmla="val 4826834"/>
              <a:gd name="f1099" fmla="val 4827428"/>
              <a:gd name="f1100" fmla="val 4827369"/>
              <a:gd name="f1101" fmla="val 4826057"/>
              <a:gd name="f1102" fmla="val 4826099"/>
              <a:gd name="f1103" fmla="val 4823649"/>
              <a:gd name="f1104" fmla="val 4818590"/>
              <a:gd name="f1105" fmla="val 4818052"/>
              <a:gd name="f1106" fmla="val 4817882"/>
              <a:gd name="f1107" fmla="val 4817714"/>
              <a:gd name="f1108" fmla="val 4817546"/>
              <a:gd name="f1109" fmla="val 4767271"/>
              <a:gd name="f1110" fmla="val 4486232"/>
              <a:gd name="f1111" fmla="val 4127381"/>
              <a:gd name="f1112" fmla="val 4127264"/>
              <a:gd name="f1113" fmla="val 4121954"/>
              <a:gd name="f1114" fmla="val 4116625"/>
              <a:gd name="f1115" fmla="val 4111048"/>
              <a:gd name="f1116" fmla="val 4079876"/>
              <a:gd name="f1117" fmla="val 4047996"/>
              <a:gd name="f1118" fmla="val 4015621"/>
              <a:gd name="f1119" fmla="val 3998503"/>
              <a:gd name="f1120" fmla="val 3998477"/>
              <a:gd name="f1121" fmla="val 3997978"/>
              <a:gd name="f1122" fmla="val 3997412"/>
              <a:gd name="f1123" fmla="val 3997385"/>
              <a:gd name="f1124" fmla="val 3997443"/>
              <a:gd name="f1125" fmla="val 3998755"/>
              <a:gd name="f1126" fmla="val 3998713"/>
              <a:gd name="f1127" fmla="val 4001163"/>
              <a:gd name="f1128" fmla="val 4006219"/>
              <a:gd name="f1129" fmla="val 4006760"/>
              <a:gd name="f1130" fmla="val 4006928"/>
              <a:gd name="f1131" fmla="val 4007098"/>
              <a:gd name="f1132" fmla="val 4007265"/>
              <a:gd name="f1133" fmla="val 4057542"/>
              <a:gd name="f1134" fmla="val 4338581"/>
              <a:gd name="f1135" fmla="val 4697431"/>
              <a:gd name="f1136" fmla="val 4697548"/>
              <a:gd name="f1137" fmla="val 4702857"/>
              <a:gd name="f1138" fmla="val 4708185"/>
              <a:gd name="f1139" fmla="val 4713761"/>
              <a:gd name="f1140" fmla="val 4744944"/>
              <a:gd name="f1141" fmla="val 4776837"/>
              <a:gd name="f1142" fmla="val 4809222"/>
              <a:gd name="f1143" fmla="val 3147947"/>
              <a:gd name="f1144" fmla="val 3165034"/>
              <a:gd name="f1145" fmla="val 3197420"/>
              <a:gd name="f1146" fmla="val 3229312"/>
              <a:gd name="f1147" fmla="val 3260496"/>
              <a:gd name="f1148" fmla="val 3266072"/>
              <a:gd name="f1149" fmla="val 3271400"/>
              <a:gd name="f1150" fmla="val 3276708"/>
              <a:gd name="f1151" fmla="val 3276826"/>
              <a:gd name="f1152" fmla="val 3635676"/>
              <a:gd name="f1153" fmla="val 3916715"/>
              <a:gd name="f1154" fmla="val 3966991"/>
              <a:gd name="f1155" fmla="val 3967159"/>
              <a:gd name="f1156" fmla="val 3967328"/>
              <a:gd name="f1157" fmla="val 3967497"/>
              <a:gd name="f1158" fmla="val 3968037"/>
              <a:gd name="f1159" fmla="val 3973094"/>
              <a:gd name="f1160" fmla="val 3976845"/>
              <a:gd name="f1161" fmla="val 3976279"/>
              <a:gd name="f1162" fmla="val 3958635"/>
              <a:gd name="f1163" fmla="val 3926261"/>
              <a:gd name="f1164" fmla="val 3894381"/>
              <a:gd name="f1165" fmla="val 3863209"/>
              <a:gd name="f1166" fmla="val 3857632"/>
              <a:gd name="f1167" fmla="val 3852303"/>
              <a:gd name="f1168" fmla="val 3846876"/>
              <a:gd name="f1169" fmla="val 3488025"/>
              <a:gd name="f1170" fmla="val 3206986"/>
              <a:gd name="f1171" fmla="val 3156710"/>
              <a:gd name="f1172" fmla="val 3156543"/>
              <a:gd name="f1173" fmla="val 3156374"/>
              <a:gd name="f1174" fmla="val 3156205"/>
              <a:gd name="f1175" fmla="val 3155667"/>
              <a:gd name="f1176" fmla="val 3150608"/>
              <a:gd name="f1177" fmla="val 3148157"/>
              <a:gd name="f1178" fmla="val 3148199"/>
              <a:gd name="f1179" fmla="val 3146887"/>
              <a:gd name="f1180" fmla="val 3146829"/>
              <a:gd name="f1181" fmla="val 3147423"/>
              <a:gd name="f1182" fmla="val 3147921"/>
              <a:gd name="f1183" fmla="val 3134159"/>
              <a:gd name="f1184" fmla="val 3134185"/>
              <a:gd name="f1185" fmla="val 3134683"/>
              <a:gd name="f1186" fmla="val 3135277"/>
              <a:gd name="f1187" fmla="val 3135218"/>
              <a:gd name="f1188" fmla="val 3133906"/>
              <a:gd name="f1189" fmla="val 3133948"/>
              <a:gd name="f1190" fmla="val 3131498"/>
              <a:gd name="f1191" fmla="val 3126439"/>
              <a:gd name="f1192" fmla="val 3125901"/>
              <a:gd name="f1193" fmla="val 3125731"/>
              <a:gd name="f1194" fmla="val 3125563"/>
              <a:gd name="f1195" fmla="val 3125395"/>
              <a:gd name="f1196" fmla="val 3075120"/>
              <a:gd name="f1197" fmla="val 2794081"/>
              <a:gd name="f1198" fmla="val 2435230"/>
              <a:gd name="f1199" fmla="val 2435113"/>
              <a:gd name="f1200" fmla="val 2429803"/>
              <a:gd name="f1201" fmla="val 2424474"/>
              <a:gd name="f1202" fmla="val 2418897"/>
              <a:gd name="f1203" fmla="val 2387725"/>
              <a:gd name="f1204" fmla="val 2355845"/>
              <a:gd name="f1205" fmla="val 2323470"/>
              <a:gd name="f1206" fmla="val 2306352"/>
              <a:gd name="f1207" fmla="val 2306326"/>
              <a:gd name="f1208" fmla="val 2305827"/>
              <a:gd name="f1209" fmla="val 2305261"/>
              <a:gd name="f1210" fmla="val 2305234"/>
              <a:gd name="f1211" fmla="val 2305292"/>
              <a:gd name="f1212" fmla="val 2306604"/>
              <a:gd name="f1213" fmla="val 2306562"/>
              <a:gd name="f1214" fmla="val 2309012"/>
              <a:gd name="f1215" fmla="val 2314068"/>
              <a:gd name="f1216" fmla="val 2314609"/>
              <a:gd name="f1217" fmla="val 2314777"/>
              <a:gd name="f1218" fmla="val 2314947"/>
              <a:gd name="f1219" fmla="val 2315114"/>
              <a:gd name="f1220" fmla="val 2365391"/>
              <a:gd name="f1221" fmla="val 2646430"/>
              <a:gd name="f1222" fmla="val 3005280"/>
              <a:gd name="f1223" fmla="val 3005397"/>
              <a:gd name="f1224" fmla="val 3010706"/>
              <a:gd name="f1225" fmla="val 3016034"/>
              <a:gd name="f1226" fmla="val 3021610"/>
              <a:gd name="f1227" fmla="val 3052793"/>
              <a:gd name="f1228" fmla="val 3084686"/>
              <a:gd name="f1229" fmla="val 3117071"/>
              <a:gd name="f1230" fmla="val 1455796"/>
              <a:gd name="f1231" fmla="val 1472883"/>
              <a:gd name="f1232" fmla="val 1505269"/>
              <a:gd name="f1233" fmla="val 1537161"/>
              <a:gd name="f1234" fmla="val 1568345"/>
              <a:gd name="f1235" fmla="val 1573921"/>
              <a:gd name="f1236" fmla="val 1579249"/>
              <a:gd name="f1237" fmla="val 1584557"/>
              <a:gd name="f1238" fmla="val 1584675"/>
              <a:gd name="f1239" fmla="val 1943525"/>
              <a:gd name="f1240" fmla="val 2224564"/>
              <a:gd name="f1241" fmla="val 2274840"/>
              <a:gd name="f1242" fmla="val 2275008"/>
              <a:gd name="f1243" fmla="val 2275177"/>
              <a:gd name="f1244" fmla="val 2275346"/>
              <a:gd name="f1245" fmla="val 2275886"/>
              <a:gd name="f1246" fmla="val 2280943"/>
              <a:gd name="f1247" fmla="val 2284694"/>
              <a:gd name="f1248" fmla="val 2284128"/>
              <a:gd name="f1249" fmla="val 2266484"/>
              <a:gd name="f1250" fmla="val 2234110"/>
              <a:gd name="f1251" fmla="val 2202230"/>
              <a:gd name="f1252" fmla="val 2171058"/>
              <a:gd name="f1253" fmla="val 2165481"/>
              <a:gd name="f1254" fmla="val 2160152"/>
              <a:gd name="f1255" fmla="val 2154725"/>
              <a:gd name="f1256" fmla="val 1795874"/>
              <a:gd name="f1257" fmla="val 1514835"/>
              <a:gd name="f1258" fmla="val 1464559"/>
              <a:gd name="f1259" fmla="val 1464392"/>
              <a:gd name="f1260" fmla="val 1464223"/>
              <a:gd name="f1261" fmla="val 1464054"/>
              <a:gd name="f1262" fmla="val 1463515"/>
              <a:gd name="f1263" fmla="val 1458457"/>
              <a:gd name="f1264" fmla="val 1456006"/>
              <a:gd name="f1265" fmla="val 1456048"/>
              <a:gd name="f1266" fmla="val 1454736"/>
              <a:gd name="f1267" fmla="val 1454678"/>
              <a:gd name="f1268" fmla="val 1455272"/>
              <a:gd name="f1269" fmla="val 1455770"/>
              <a:gd name="f1270" fmla="val 1442008"/>
              <a:gd name="f1271" fmla="val 1442034"/>
              <a:gd name="f1272" fmla="val 1442532"/>
              <a:gd name="f1273" fmla="val 1443126"/>
              <a:gd name="f1274" fmla="val 1443067"/>
              <a:gd name="f1275" fmla="val 1441755"/>
              <a:gd name="f1276" fmla="val 1441797"/>
              <a:gd name="f1277" fmla="val 1439347"/>
              <a:gd name="f1278" fmla="val 1434288"/>
              <a:gd name="f1279" fmla="val 1433750"/>
              <a:gd name="f1280" fmla="val 1433580"/>
              <a:gd name="f1281" fmla="val 1433412"/>
              <a:gd name="f1282" fmla="val 1433244"/>
              <a:gd name="f1283" fmla="val 1382969"/>
              <a:gd name="f1284" fmla="val 1101930"/>
              <a:gd name="f1285" fmla="val 743079"/>
              <a:gd name="f1286" fmla="val 742962"/>
              <a:gd name="f1287" fmla="val 737652"/>
              <a:gd name="f1288" fmla="val 732323"/>
              <a:gd name="f1289" fmla="val 726746"/>
              <a:gd name="f1290" fmla="val 695574"/>
              <a:gd name="f1291" fmla="val 663693"/>
              <a:gd name="f1292" fmla="val 631319"/>
              <a:gd name="f1293" fmla="val 614201"/>
              <a:gd name="f1294" fmla="val 614175"/>
              <a:gd name="f1295" fmla="val 613676"/>
              <a:gd name="f1296" fmla="val 613110"/>
              <a:gd name="f1297" fmla="val 613083"/>
              <a:gd name="f1298" fmla="val 613141"/>
              <a:gd name="f1299" fmla="val 614453"/>
              <a:gd name="f1300" fmla="val 614411"/>
              <a:gd name="f1301" fmla="val 616861"/>
              <a:gd name="f1302" fmla="val 621917"/>
              <a:gd name="f1303" fmla="val 622458"/>
              <a:gd name="f1304" fmla="val 622626"/>
              <a:gd name="f1305" fmla="val 622796"/>
              <a:gd name="f1306" fmla="val 622963"/>
              <a:gd name="f1307" fmla="val 673240"/>
              <a:gd name="f1308" fmla="val 954279"/>
              <a:gd name="f1309" fmla="val 1313129"/>
              <a:gd name="f1310" fmla="val 1313246"/>
              <a:gd name="f1311" fmla="val 1318555"/>
              <a:gd name="f1312" fmla="val 1323883"/>
              <a:gd name="f1313" fmla="val 1329459"/>
              <a:gd name="f1314" fmla="val 1360642"/>
              <a:gd name="f1315" fmla="val 1392535"/>
              <a:gd name="f1316" fmla="val 1424920"/>
              <a:gd name="f1317" fmla="val 2447425"/>
              <a:gd name="f1318" fmla="val 10962636"/>
              <a:gd name="f1319" fmla="val 2718331"/>
              <a:gd name="f1320" fmla="val 11177479"/>
              <a:gd name="f1321" fmla="val 2933128"/>
              <a:gd name="f1322" fmla="val 11452669"/>
              <a:gd name="f1323" fmla="val 2992271"/>
              <a:gd name="f1324" fmla="val 11399394"/>
              <a:gd name="f1325" fmla="val 2721365"/>
              <a:gd name="f1326" fmla="val 11184550"/>
              <a:gd name="f1327" fmla="val 2506568"/>
              <a:gd name="f1328" fmla="val 10112075"/>
              <a:gd name="f1329" fmla="val 10548833"/>
              <a:gd name="f1330" fmla="val 9270483"/>
              <a:gd name="f1331" fmla="val 9485326"/>
              <a:gd name="f1332" fmla="val 9760516"/>
              <a:gd name="f1333" fmla="val 9707241"/>
              <a:gd name="f1334" fmla="val 9492397"/>
              <a:gd name="f1335" fmla="val 8419924"/>
              <a:gd name="f1336" fmla="val 8856682"/>
              <a:gd name="f1337" fmla="val 7578332"/>
              <a:gd name="f1338" fmla="val 7793175"/>
              <a:gd name="f1339" fmla="val 8068365"/>
              <a:gd name="f1340" fmla="val 8015090"/>
              <a:gd name="f1341" fmla="val 7800246"/>
              <a:gd name="f1342" fmla="val 6727773"/>
              <a:gd name="f1343" fmla="val 7164531"/>
              <a:gd name="f1344" fmla="val 5886181"/>
              <a:gd name="f1345" fmla="val 6101024"/>
              <a:gd name="f1346" fmla="val 6376214"/>
              <a:gd name="f1347" fmla="val 6322939"/>
              <a:gd name="f1348" fmla="val 6108095"/>
              <a:gd name="f1349" fmla="val 5035622"/>
              <a:gd name="f1350" fmla="val 5472380"/>
              <a:gd name="f1351" fmla="val 4194030"/>
              <a:gd name="f1352" fmla="val 4408873"/>
              <a:gd name="f1353" fmla="val 4684063"/>
              <a:gd name="f1354" fmla="val 4630788"/>
              <a:gd name="f1355" fmla="val 4415944"/>
              <a:gd name="f1356" fmla="val 3343471"/>
              <a:gd name="f1357" fmla="val 3780229"/>
              <a:gd name="f1358" fmla="val 2501879"/>
              <a:gd name="f1359" fmla="val 2716722"/>
              <a:gd name="f1360" fmla="val 2991912"/>
              <a:gd name="f1361" fmla="val 2938637"/>
              <a:gd name="f1362" fmla="val 2723793"/>
              <a:gd name="f1363" fmla="val 1651320"/>
              <a:gd name="f1364" fmla="val 2088078"/>
              <a:gd name="f1365" fmla="val 809728"/>
              <a:gd name="f1366" fmla="val 1024571"/>
              <a:gd name="f1367" fmla="val 1299761"/>
              <a:gd name="f1368" fmla="val 1246486"/>
              <a:gd name="f1369" fmla="val 1031642"/>
              <a:gd name="f1370" fmla="val 2344615"/>
              <a:gd name="f1371" fmla="val 2477663"/>
              <a:gd name="f1372" fmla="val 11966807"/>
              <a:gd name="f1373" fmla="val 2562375"/>
              <a:gd name="f1374" fmla="val 11797421"/>
              <a:gd name="f1375" fmla="val 2755980"/>
              <a:gd name="f1376" fmla="val 11935988"/>
              <a:gd name="f1377" fmla="val 2952504"/>
              <a:gd name="f1378" fmla="val 12093739"/>
              <a:gd name="f1379" fmla="val 2842365"/>
              <a:gd name="f1380" fmla="val 2691161"/>
              <a:gd name="f1381" fmla="val 2892735"/>
              <a:gd name="f1382" fmla="val 12071770"/>
              <a:gd name="f1383" fmla="val 3011736"/>
              <a:gd name="f1384" fmla="val 11914089"/>
              <a:gd name="f1385" fmla="val 3094511"/>
              <a:gd name="f1386" fmla="val 11737582"/>
              <a:gd name="f1387" fmla="val 3123727"/>
              <a:gd name="f1388" fmla="val 3124875"/>
              <a:gd name="f1389" fmla="val 11732155"/>
              <a:gd name="f1390" fmla="val 3125886"/>
              <a:gd name="f1391" fmla="val 11726826"/>
              <a:gd name="f1392" fmla="val 3126834"/>
              <a:gd name="f1393" fmla="val 11721249"/>
              <a:gd name="f1394" fmla="val 3126415"/>
              <a:gd name="f1395" fmla="val 11690077"/>
              <a:gd name="f1396" fmla="val 3131969"/>
              <a:gd name="f1397" fmla="val 11658197"/>
              <a:gd name="f1398" fmla="val 3134950"/>
              <a:gd name="f1399" fmla="val 11625822"/>
              <a:gd name="f1400" fmla="val 3135477"/>
              <a:gd name="f1401" fmla="val 3137103"/>
              <a:gd name="f1402" fmla="val 3136608"/>
              <a:gd name="f1403" fmla="val 11608179"/>
              <a:gd name="f1404" fmla="val 3136641"/>
              <a:gd name="f1405" fmla="val 11607613"/>
              <a:gd name="f1406" fmla="val 3132839"/>
              <a:gd name="f1407" fmla="val 3129023"/>
              <a:gd name="f1408" fmla="val 3125201"/>
              <a:gd name="f1409" fmla="val 3119519"/>
              <a:gd name="f1410" fmla="val 3113850"/>
              <a:gd name="f1411" fmla="val 3108220"/>
              <a:gd name="f1412" fmla="val 3076892"/>
              <a:gd name="f1413" fmla="val 11611364"/>
              <a:gd name="f1414" fmla="val 3046007"/>
              <a:gd name="f1415" fmla="val 11616421"/>
              <a:gd name="f1416" fmla="val 3015763"/>
              <a:gd name="f1417" fmla="val 11616961"/>
              <a:gd name="f1418" fmla="val 3009073"/>
              <a:gd name="f1419" fmla="val 11617130"/>
              <a:gd name="f1420" fmla="val 3009068"/>
              <a:gd name="f1421" fmla="val 11617299"/>
              <a:gd name="f1422" fmla="val 3009063"/>
              <a:gd name="f1423" fmla="val 11617466"/>
              <a:gd name="f1424" fmla="val 3009010"/>
              <a:gd name="f1425" fmla="val 2695154"/>
              <a:gd name="f1426" fmla="val 11889463"/>
              <a:gd name="f1427" fmla="val 2438329"/>
              <a:gd name="f1428" fmla="val 2302594"/>
              <a:gd name="f1429" fmla="val 2304217"/>
              <a:gd name="f1430" fmla="val 2304744"/>
              <a:gd name="f1431" fmla="val 2307725"/>
              <a:gd name="f1432" fmla="val 2313282"/>
              <a:gd name="f1433" fmla="val 2312863"/>
              <a:gd name="f1434" fmla="val 2313811"/>
              <a:gd name="f1435" fmla="val 2314821"/>
              <a:gd name="f1436" fmla="val 2315969"/>
              <a:gd name="f1437" fmla="val 11254840"/>
              <a:gd name="f1438" fmla="val 2375367"/>
              <a:gd name="f1439" fmla="val 11535879"/>
              <a:gd name="f1440" fmla="val 2656144"/>
              <a:gd name="f1441" fmla="val 11586156"/>
              <a:gd name="f1442" fmla="val 11586323"/>
              <a:gd name="f1443" fmla="val 11586492"/>
              <a:gd name="f1444" fmla="val 11586661"/>
              <a:gd name="f1445" fmla="val 11587201"/>
              <a:gd name="f1446" fmla="val 11592258"/>
              <a:gd name="f1447" fmla="val 11594708"/>
              <a:gd name="f1448" fmla="val 11594665"/>
              <a:gd name="f1449" fmla="val 11595977"/>
              <a:gd name="f1450" fmla="val 11596036"/>
              <a:gd name="f1451" fmla="val 11596009"/>
              <a:gd name="f1452" fmla="val 11595443"/>
              <a:gd name="f1453" fmla="val 11594944"/>
              <a:gd name="f1454" fmla="val 11594918"/>
              <a:gd name="f1455" fmla="val 11577800"/>
              <a:gd name="f1456" fmla="val 11545425"/>
              <a:gd name="f1457" fmla="val 11513545"/>
              <a:gd name="f1458" fmla="val 11482373"/>
              <a:gd name="f1459" fmla="val 11476796"/>
              <a:gd name="f1460" fmla="val 11471467"/>
              <a:gd name="f1461" fmla="val 11466156"/>
              <a:gd name="f1462" fmla="val 11466040"/>
              <a:gd name="f1463" fmla="val 11107189"/>
              <a:gd name="f1464" fmla="val 3064328"/>
              <a:gd name="f1465" fmla="val 10826150"/>
              <a:gd name="f1466" fmla="val 2783551"/>
              <a:gd name="f1467" fmla="val 2430686"/>
              <a:gd name="f1468" fmla="val 2430633"/>
              <a:gd name="f1469" fmla="val 2430628"/>
              <a:gd name="f1470" fmla="val 2430623"/>
              <a:gd name="f1471" fmla="val 2423947"/>
              <a:gd name="f1472" fmla="val 2393697"/>
              <a:gd name="f1473" fmla="val 2362806"/>
              <a:gd name="f1474" fmla="val 2331471"/>
              <a:gd name="f1475" fmla="val 2325843"/>
              <a:gd name="f1476" fmla="val 2320176"/>
              <a:gd name="f1477" fmla="val 2314495"/>
              <a:gd name="f1478" fmla="val 2303055"/>
              <a:gd name="f1479" fmla="val 2303088"/>
              <a:gd name="f1480" fmla="val 10045429"/>
              <a:gd name="f1481" fmla="val 10040002"/>
              <a:gd name="f1482" fmla="val 10034673"/>
              <a:gd name="f1483" fmla="val 10029096"/>
              <a:gd name="f1484" fmla="val 9997924"/>
              <a:gd name="f1485" fmla="val 9966044"/>
              <a:gd name="f1486" fmla="val 9933669"/>
              <a:gd name="f1487" fmla="val 9916026"/>
              <a:gd name="f1488" fmla="val 9915460"/>
              <a:gd name="f1489" fmla="val 9919211"/>
              <a:gd name="f1490" fmla="val 9924268"/>
              <a:gd name="f1491" fmla="val 9924808"/>
              <a:gd name="f1492" fmla="val 9924977"/>
              <a:gd name="f1493" fmla="val 9925146"/>
              <a:gd name="f1494" fmla="val 9925314"/>
              <a:gd name="f1495" fmla="val 9562687"/>
              <a:gd name="f1496" fmla="val 9843726"/>
              <a:gd name="f1497" fmla="val 9894002"/>
              <a:gd name="f1498" fmla="val 9894170"/>
              <a:gd name="f1499" fmla="val 9894339"/>
              <a:gd name="f1500" fmla="val 9894508"/>
              <a:gd name="f1501" fmla="val 9895048"/>
              <a:gd name="f1502" fmla="val 9900105"/>
              <a:gd name="f1503" fmla="val 9902555"/>
              <a:gd name="f1504" fmla="val 9902512"/>
              <a:gd name="f1505" fmla="val 9903824"/>
              <a:gd name="f1506" fmla="val 9903883"/>
              <a:gd name="f1507" fmla="val 9903856"/>
              <a:gd name="f1508" fmla="val 9903290"/>
              <a:gd name="f1509" fmla="val 9902791"/>
              <a:gd name="f1510" fmla="val 9902765"/>
              <a:gd name="f1511" fmla="val 9885647"/>
              <a:gd name="f1512" fmla="val 9853272"/>
              <a:gd name="f1513" fmla="val 9821392"/>
              <a:gd name="f1514" fmla="val 9790220"/>
              <a:gd name="f1515" fmla="val 9784643"/>
              <a:gd name="f1516" fmla="val 9779314"/>
              <a:gd name="f1517" fmla="val 9774003"/>
              <a:gd name="f1518" fmla="val 9773887"/>
              <a:gd name="f1519" fmla="val 9415036"/>
              <a:gd name="f1520" fmla="val 9133997"/>
              <a:gd name="f1521" fmla="val 8353278"/>
              <a:gd name="f1522" fmla="val 8347851"/>
              <a:gd name="f1523" fmla="val 8342522"/>
              <a:gd name="f1524" fmla="val 8336945"/>
              <a:gd name="f1525" fmla="val 8305773"/>
              <a:gd name="f1526" fmla="val 8273893"/>
              <a:gd name="f1527" fmla="val 8241519"/>
              <a:gd name="f1528" fmla="val 8223875"/>
              <a:gd name="f1529" fmla="val 8223309"/>
              <a:gd name="f1530" fmla="val 8227060"/>
              <a:gd name="f1531" fmla="val 8232117"/>
              <a:gd name="f1532" fmla="val 8232657"/>
              <a:gd name="f1533" fmla="val 8232826"/>
              <a:gd name="f1534" fmla="val 8232995"/>
              <a:gd name="f1535" fmla="val 8233163"/>
              <a:gd name="f1536" fmla="val 7870536"/>
              <a:gd name="f1537" fmla="val 8151575"/>
              <a:gd name="f1538" fmla="val 8201852"/>
              <a:gd name="f1539" fmla="val 8202019"/>
              <a:gd name="f1540" fmla="val 8202189"/>
              <a:gd name="f1541" fmla="val 8202357"/>
              <a:gd name="f1542" fmla="val 8202898"/>
              <a:gd name="f1543" fmla="val 8207954"/>
              <a:gd name="f1544" fmla="val 8210404"/>
              <a:gd name="f1545" fmla="val 8210362"/>
              <a:gd name="f1546" fmla="val 8211674"/>
              <a:gd name="f1547" fmla="val 8211732"/>
              <a:gd name="f1548" fmla="val 8211705"/>
              <a:gd name="f1549" fmla="val 8211139"/>
              <a:gd name="f1550" fmla="val 8210640"/>
              <a:gd name="f1551" fmla="val 8210614"/>
              <a:gd name="f1552" fmla="val 8193496"/>
              <a:gd name="f1553" fmla="val 8161122"/>
              <a:gd name="f1554" fmla="val 8129241"/>
              <a:gd name="f1555" fmla="val 8098069"/>
              <a:gd name="f1556" fmla="val 8092492"/>
              <a:gd name="f1557" fmla="val 8087163"/>
              <a:gd name="f1558" fmla="val 8081853"/>
              <a:gd name="f1559" fmla="val 8081737"/>
              <a:gd name="f1560" fmla="val 7722885"/>
              <a:gd name="f1561" fmla="val 7441846"/>
              <a:gd name="f1562" fmla="val 7352337"/>
              <a:gd name="f1563" fmla="val 7351629"/>
              <a:gd name="f1564" fmla="val 7351293"/>
              <a:gd name="f1565" fmla="val 6661127"/>
              <a:gd name="f1566" fmla="val 6655700"/>
              <a:gd name="f1567" fmla="val 6650371"/>
              <a:gd name="f1568" fmla="val 6644794"/>
              <a:gd name="f1569" fmla="val 6613622"/>
              <a:gd name="f1570" fmla="val 6581742"/>
              <a:gd name="f1571" fmla="val 6549368"/>
              <a:gd name="f1572" fmla="val 6531724"/>
              <a:gd name="f1573" fmla="val 6531158"/>
              <a:gd name="f1574" fmla="val 6534909"/>
              <a:gd name="f1575" fmla="val 6539966"/>
              <a:gd name="f1576" fmla="val 6540506"/>
              <a:gd name="f1577" fmla="val 6540675"/>
              <a:gd name="f1578" fmla="val 6540844"/>
              <a:gd name="f1579" fmla="val 6541012"/>
              <a:gd name="f1580" fmla="val 7231178"/>
              <a:gd name="f1581" fmla="val 7278691"/>
              <a:gd name="f1582" fmla="val 7342969"/>
              <a:gd name="f1583" fmla="val 6178385"/>
              <a:gd name="f1584" fmla="val 6459424"/>
              <a:gd name="f1585" fmla="val 6509700"/>
              <a:gd name="f1586" fmla="val 6509868"/>
              <a:gd name="f1587" fmla="val 6510037"/>
              <a:gd name="f1588" fmla="val 6510206"/>
              <a:gd name="f1589" fmla="val 6510746"/>
              <a:gd name="f1590" fmla="val 6515803"/>
              <a:gd name="f1591" fmla="val 6518252"/>
              <a:gd name="f1592" fmla="val 6518210"/>
              <a:gd name="f1593" fmla="val 6519522"/>
              <a:gd name="f1594" fmla="val 6519581"/>
              <a:gd name="f1595" fmla="val 6519554"/>
              <a:gd name="f1596" fmla="val 6518988"/>
              <a:gd name="f1597" fmla="val 6518489"/>
              <a:gd name="f1598" fmla="val 6518463"/>
              <a:gd name="f1599" fmla="val 6501344"/>
              <a:gd name="f1600" fmla="val 6468970"/>
              <a:gd name="f1601" fmla="val 6437090"/>
              <a:gd name="f1602" fmla="val 6405918"/>
              <a:gd name="f1603" fmla="val 6400341"/>
              <a:gd name="f1604" fmla="val 6395012"/>
              <a:gd name="f1605" fmla="val 6389701"/>
              <a:gd name="f1606" fmla="val 6389585"/>
              <a:gd name="f1607" fmla="val 6030734"/>
              <a:gd name="f1608" fmla="val 5749695"/>
              <a:gd name="f1609" fmla="val 4968975"/>
              <a:gd name="f1610" fmla="val 4963549"/>
              <a:gd name="f1611" fmla="val 4958220"/>
              <a:gd name="f1612" fmla="val 4952643"/>
              <a:gd name="f1613" fmla="val 4921471"/>
              <a:gd name="f1614" fmla="val 4889590"/>
              <a:gd name="f1615" fmla="val 4857216"/>
              <a:gd name="f1616" fmla="val 4839573"/>
              <a:gd name="f1617" fmla="val 4839007"/>
              <a:gd name="f1618" fmla="val 4842758"/>
              <a:gd name="f1619" fmla="val 4847814"/>
              <a:gd name="f1620" fmla="val 4848355"/>
              <a:gd name="f1621" fmla="val 4848523"/>
              <a:gd name="f1622" fmla="val 4848693"/>
              <a:gd name="f1623" fmla="val 4848860"/>
              <a:gd name="f1624" fmla="val 4486234"/>
              <a:gd name="f1625" fmla="val 4767273"/>
              <a:gd name="f1626" fmla="val 4817549"/>
              <a:gd name="f1627" fmla="val 4817717"/>
              <a:gd name="f1628" fmla="val 4817886"/>
              <a:gd name="f1629" fmla="val 4818055"/>
              <a:gd name="f1630" fmla="val 4818595"/>
              <a:gd name="f1631" fmla="val 4823652"/>
              <a:gd name="f1632" fmla="val 4826101"/>
              <a:gd name="f1633" fmla="val 4826059"/>
              <a:gd name="f1634" fmla="val 4827371"/>
              <a:gd name="f1635" fmla="val 4827430"/>
              <a:gd name="f1636" fmla="val 4827403"/>
              <a:gd name="f1637" fmla="val 4826837"/>
              <a:gd name="f1638" fmla="val 4826338"/>
              <a:gd name="f1639" fmla="val 4826312"/>
              <a:gd name="f1640" fmla="val 4809193"/>
              <a:gd name="f1641" fmla="val 4776819"/>
              <a:gd name="f1642" fmla="val 4744939"/>
              <a:gd name="f1643" fmla="val 4713767"/>
              <a:gd name="f1644" fmla="val 4708190"/>
              <a:gd name="f1645" fmla="val 4702861"/>
              <a:gd name="f1646" fmla="val 4697550"/>
              <a:gd name="f1647" fmla="val 4697434"/>
              <a:gd name="f1648" fmla="val 4338583"/>
              <a:gd name="f1649" fmla="val 4057544"/>
              <a:gd name="f1650" fmla="val 3276825"/>
              <a:gd name="f1651" fmla="val 3271398"/>
              <a:gd name="f1652" fmla="val 3266069"/>
              <a:gd name="f1653" fmla="val 3260492"/>
              <a:gd name="f1654" fmla="val 3229320"/>
              <a:gd name="f1655" fmla="val 3197440"/>
              <a:gd name="f1656" fmla="val 3165065"/>
              <a:gd name="f1657" fmla="val 3147422"/>
              <a:gd name="f1658" fmla="val 3146856"/>
              <a:gd name="f1659" fmla="val 3150607"/>
              <a:gd name="f1660" fmla="val 3155663"/>
              <a:gd name="f1661" fmla="val 3156204"/>
              <a:gd name="f1662" fmla="val 3156372"/>
              <a:gd name="f1663" fmla="val 3156542"/>
              <a:gd name="f1664" fmla="val 3156709"/>
              <a:gd name="f1665" fmla="val 2794083"/>
              <a:gd name="f1666" fmla="val 3075122"/>
              <a:gd name="f1667" fmla="val 3125398"/>
              <a:gd name="f1668" fmla="val 3125566"/>
              <a:gd name="f1669" fmla="val 3125735"/>
              <a:gd name="f1670" fmla="val 3125904"/>
              <a:gd name="f1671" fmla="val 3126444"/>
              <a:gd name="f1672" fmla="val 3131501"/>
              <a:gd name="f1673" fmla="val 3133950"/>
              <a:gd name="f1674" fmla="val 3133908"/>
              <a:gd name="f1675" fmla="val 3135220"/>
              <a:gd name="f1676" fmla="val 3135279"/>
              <a:gd name="f1677" fmla="val 3135252"/>
              <a:gd name="f1678" fmla="val 3134686"/>
              <a:gd name="f1679" fmla="val 3134187"/>
              <a:gd name="f1680" fmla="val 3134161"/>
              <a:gd name="f1681" fmla="val 3117042"/>
              <a:gd name="f1682" fmla="val 3084668"/>
              <a:gd name="f1683" fmla="val 3052788"/>
              <a:gd name="f1684" fmla="val 3021616"/>
              <a:gd name="f1685" fmla="val 3016039"/>
              <a:gd name="f1686" fmla="val 3010710"/>
              <a:gd name="f1687" fmla="val 3005399"/>
              <a:gd name="f1688" fmla="val 3005283"/>
              <a:gd name="f1689" fmla="val 2646432"/>
              <a:gd name="f1690" fmla="val 2365393"/>
              <a:gd name="f1691" fmla="val 1584673"/>
              <a:gd name="f1692" fmla="val 1579247"/>
              <a:gd name="f1693" fmla="val 1573918"/>
              <a:gd name="f1694" fmla="val 1568341"/>
              <a:gd name="f1695" fmla="val 1537169"/>
              <a:gd name="f1696" fmla="val 1505289"/>
              <a:gd name="f1697" fmla="val 1472914"/>
              <a:gd name="f1698" fmla="val 1455271"/>
              <a:gd name="f1699" fmla="val 1454705"/>
              <a:gd name="f1700" fmla="val 1458456"/>
              <a:gd name="f1701" fmla="val 1463513"/>
              <a:gd name="f1702" fmla="val 1464053"/>
              <a:gd name="f1703" fmla="val 1464221"/>
              <a:gd name="f1704" fmla="val 1464391"/>
              <a:gd name="f1705" fmla="val 1464558"/>
              <a:gd name="f1706" fmla="val 1101932"/>
              <a:gd name="f1707" fmla="val 1382971"/>
              <a:gd name="f1708" fmla="val 1433247"/>
              <a:gd name="f1709" fmla="val 1433415"/>
              <a:gd name="f1710" fmla="val 1433584"/>
              <a:gd name="f1711" fmla="val 1433753"/>
              <a:gd name="f1712" fmla="val 1434293"/>
              <a:gd name="f1713" fmla="val 1439350"/>
              <a:gd name="f1714" fmla="val 1441799"/>
              <a:gd name="f1715" fmla="val 1441757"/>
              <a:gd name="f1716" fmla="val 1443069"/>
              <a:gd name="f1717" fmla="val 1443128"/>
              <a:gd name="f1718" fmla="val 1443101"/>
              <a:gd name="f1719" fmla="val 1442535"/>
              <a:gd name="f1720" fmla="val 1442036"/>
              <a:gd name="f1721" fmla="val 1442010"/>
              <a:gd name="f1722" fmla="val 1424891"/>
              <a:gd name="f1723" fmla="val 1392517"/>
              <a:gd name="f1724" fmla="val 1360637"/>
              <a:gd name="f1725" fmla="val 1329465"/>
              <a:gd name="f1726" fmla="val 1323888"/>
              <a:gd name="f1727" fmla="val 1318559"/>
              <a:gd name="f1728" fmla="val 1313248"/>
              <a:gd name="f1729" fmla="val 1313132"/>
              <a:gd name="f1730" fmla="val 954281"/>
              <a:gd name="f1731" fmla="val 673242"/>
              <a:gd name="f1732" fmla="val 2747315"/>
              <a:gd name="f1733" fmla="val 306662"/>
              <a:gd name="f1734" fmla="val 3005901"/>
              <a:gd name="f1735" fmla="val 3097101"/>
              <a:gd name="f1736" fmla="val 2964763"/>
              <a:gd name="f1737" fmla="val 229298"/>
              <a:gd name="f1738" fmla="val 2881926"/>
              <a:gd name="f1739" fmla="val 402181"/>
              <a:gd name="f1740" fmla="val 2686530"/>
              <a:gd name="f1741" fmla="val 2488309"/>
              <a:gd name="f1742" fmla="val 2603574"/>
              <a:gd name="f1743" fmla="val 2761314"/>
              <a:gd name="f1744" fmla="val 2554520"/>
              <a:gd name="f1745" fmla="val 2431613"/>
              <a:gd name="f1746" fmla="val 2345825"/>
              <a:gd name="f1747" fmla="val 1608087"/>
              <a:gd name="f1748" fmla="val 1666766"/>
              <a:gd name="f1749" fmla="val 1879876"/>
              <a:gd name="f1750" fmla="val 2148655"/>
              <a:gd name="f1751" fmla="val 2089976"/>
              <a:gd name="f1752" fmla="val 1876866"/>
              <a:gd name="f1753" fmla="val 1504081"/>
              <a:gd name="f1754" fmla="val 1594561"/>
              <a:gd name="f1755" fmla="val 1851117"/>
              <a:gd name="f1756" fmla="val 2165262"/>
              <a:gd name="f1757" fmla="val 2165315"/>
              <a:gd name="f1758" fmla="val 2165320"/>
              <a:gd name="f1759" fmla="val 2165325"/>
              <a:gd name="f1760" fmla="val 2171962"/>
              <a:gd name="f1761" fmla="val 2201969"/>
              <a:gd name="f1762" fmla="val 2232611"/>
              <a:gd name="f1763" fmla="val 2263693"/>
              <a:gd name="f1764" fmla="val 2269279"/>
              <a:gd name="f1765" fmla="val 2274903"/>
              <a:gd name="f1766" fmla="val 2280541"/>
              <a:gd name="f1767" fmla="val 2284333"/>
              <a:gd name="f1768" fmla="val 2288119"/>
              <a:gd name="f1769" fmla="val 2291891"/>
              <a:gd name="f1770" fmla="val 2291858"/>
              <a:gd name="f1771" fmla="val 2292349"/>
              <a:gd name="f1772" fmla="val 2290736"/>
              <a:gd name="f1773" fmla="val 2290213"/>
              <a:gd name="f1774" fmla="val 2287255"/>
              <a:gd name="f1775" fmla="val 2281745"/>
              <a:gd name="f1776" fmla="val 2282161"/>
              <a:gd name="f1777" fmla="val 2281220"/>
              <a:gd name="f1778" fmla="val 2280217"/>
              <a:gd name="f1779" fmla="val 2279078"/>
              <a:gd name="f1780" fmla="val 2249456"/>
              <a:gd name="f1781" fmla="val 2164343"/>
              <a:gd name="f1782" fmla="val 2042401"/>
              <a:gd name="f1783" fmla="val 1837231"/>
              <a:gd name="f1784" fmla="val 1993737"/>
              <a:gd name="f1785" fmla="val 2108093"/>
              <a:gd name="f1786" fmla="val 1911427"/>
              <a:gd name="f1787" fmla="val 1717565"/>
              <a:gd name="f1788" fmla="val 1635380"/>
              <a:gd name="f1789" fmla="val 1464394"/>
              <a:gd name="f1790" fmla="val 1466004"/>
              <a:gd name="f1791" fmla="val 1466527"/>
              <a:gd name="f1792" fmla="val 1469485"/>
              <a:gd name="f1793" fmla="val 1474998"/>
              <a:gd name="f1794" fmla="val 1474582"/>
              <a:gd name="f1795" fmla="val 1475523"/>
              <a:gd name="f1796" fmla="val 1476525"/>
              <a:gd name="f1797" fmla="val 1477664"/>
              <a:gd name="f1798" fmla="val 1506650"/>
              <a:gd name="f1799" fmla="val 1588774"/>
              <a:gd name="f1800" fmla="val 1706842"/>
              <a:gd name="f1801" fmla="val 1906833"/>
              <a:gd name="f1802" fmla="val 1756811"/>
              <a:gd name="f1803" fmla="val 1647542"/>
              <a:gd name="f1804" fmla="val 1608088"/>
              <a:gd name="f1805" fmla="val 1842524"/>
              <a:gd name="f1806" fmla="val 2034608"/>
              <a:gd name="f1807" fmla="val 2118654"/>
              <a:gd name="f1808" fmla="val 2250657"/>
              <a:gd name="f1809" fmla="val 2157681"/>
              <a:gd name="f1810" fmla="val 1902872"/>
              <a:gd name="f1811" fmla="val 1591480"/>
              <a:gd name="f1812" fmla="val 1591427"/>
              <a:gd name="f1813" fmla="val 1591423"/>
              <a:gd name="f1814" fmla="val 1591418"/>
              <a:gd name="f1815" fmla="val 1584794"/>
              <a:gd name="f1816" fmla="val 1554782"/>
              <a:gd name="f1817" fmla="val 1524133"/>
              <a:gd name="f1818" fmla="val 1493044"/>
              <a:gd name="f1819" fmla="val 1487460"/>
              <a:gd name="f1820" fmla="val 1481838"/>
              <a:gd name="f1821" fmla="val 1476202"/>
              <a:gd name="f1822" fmla="val 1464851"/>
              <a:gd name="f1823" fmla="val 1464884"/>
              <a:gd name="f1824" fmla="val 1464852"/>
              <a:gd name="f1825" fmla="val 1941574"/>
              <a:gd name="f1826" fmla="val 2220146"/>
              <a:gd name="f1827" fmla="val 1815167"/>
              <a:gd name="f1828" fmla="val 1536596"/>
              <a:gd name="f1829" fmla="val 750600"/>
              <a:gd name="f1830" fmla="val 1021506"/>
              <a:gd name="f1831" fmla="val 1236303"/>
              <a:gd name="f1832" fmla="val 1295446"/>
              <a:gd name="f1833" fmla="val 1024540"/>
              <a:gd name="f1834" fmla="val 809743"/>
              <a:gd name="f1835" fmla="val 647790"/>
              <a:gd name="f1836" fmla="val 780838"/>
              <a:gd name="f1837" fmla="val 865550"/>
              <a:gd name="f1838" fmla="val 1059155"/>
              <a:gd name="f1839" fmla="val 1255679"/>
              <a:gd name="f1840" fmla="val 1145540"/>
              <a:gd name="f1841" fmla="val 994335"/>
              <a:gd name="f1842" fmla="val 1195909"/>
              <a:gd name="f1843" fmla="val 1314911"/>
              <a:gd name="f1844" fmla="val 1397686"/>
              <a:gd name="f1845" fmla="val 1426902"/>
              <a:gd name="f1846" fmla="val 1428050"/>
              <a:gd name="f1847" fmla="val 1429061"/>
              <a:gd name="f1848" fmla="val 1430009"/>
              <a:gd name="f1849" fmla="val 1429590"/>
              <a:gd name="f1850" fmla="val 1435144"/>
              <a:gd name="f1851" fmla="val 1438125"/>
              <a:gd name="f1852" fmla="val 1438652"/>
              <a:gd name="f1853" fmla="val 1440278"/>
              <a:gd name="f1854" fmla="val 1439783"/>
              <a:gd name="f1855" fmla="val 1439816"/>
              <a:gd name="f1856" fmla="val 1436014"/>
              <a:gd name="f1857" fmla="val 1432198"/>
              <a:gd name="f1858" fmla="val 1428376"/>
              <a:gd name="f1859" fmla="val 1422694"/>
              <a:gd name="f1860" fmla="val 1417025"/>
              <a:gd name="f1861" fmla="val 1411395"/>
              <a:gd name="f1862" fmla="val 1380067"/>
              <a:gd name="f1863" fmla="val 1349182"/>
              <a:gd name="f1864" fmla="val 1318938"/>
              <a:gd name="f1865" fmla="val 1312248"/>
              <a:gd name="f1866" fmla="val 1312243"/>
              <a:gd name="f1867" fmla="val 1312238"/>
              <a:gd name="f1868" fmla="val 1312185"/>
              <a:gd name="f1869" fmla="val 998329"/>
              <a:gd name="f1870" fmla="val 741504"/>
              <a:gd name="f1871" fmla="val 605769"/>
              <a:gd name="f1872" fmla="val 607392"/>
              <a:gd name="f1873" fmla="val 607919"/>
              <a:gd name="f1874" fmla="val 610900"/>
              <a:gd name="f1875" fmla="val 616457"/>
              <a:gd name="f1876" fmla="val 616038"/>
              <a:gd name="f1877" fmla="val 616986"/>
              <a:gd name="f1878" fmla="val 617996"/>
              <a:gd name="f1879" fmla="val 619144"/>
              <a:gd name="f1880" fmla="val 678542"/>
              <a:gd name="f1881" fmla="val 959319"/>
              <a:gd name="f1882" fmla="val 1367503"/>
              <a:gd name="f1883" fmla="val 1086726"/>
              <a:gd name="f1884" fmla="val 733861"/>
              <a:gd name="f1885" fmla="val 733808"/>
              <a:gd name="f1886" fmla="val 733803"/>
              <a:gd name="f1887" fmla="val 733798"/>
              <a:gd name="f1888" fmla="val 727122"/>
              <a:gd name="f1889" fmla="val 696872"/>
              <a:gd name="f1890" fmla="val 665981"/>
              <a:gd name="f1891" fmla="val 634646"/>
              <a:gd name="f1892" fmla="val 629018"/>
              <a:gd name="f1893" fmla="val 623351"/>
              <a:gd name="f1894" fmla="val 617670"/>
              <a:gd name="f1895" fmla="val 606230"/>
              <a:gd name="f1896" fmla="val 606263"/>
              <a:gd name="f1897" fmla="val 1050490"/>
              <a:gd name="f1898" fmla="val 1309076"/>
              <a:gd name="f1899" fmla="val 1400276"/>
              <a:gd name="f1900" fmla="val 1267938"/>
              <a:gd name="f1901" fmla="val 1185101"/>
              <a:gd name="f1902" fmla="val 989705"/>
              <a:gd name="f1903" fmla="val 791484"/>
              <a:gd name="f1904" fmla="val 906749"/>
              <a:gd name="f1905" fmla="val 1064489"/>
              <a:gd name="f1906" fmla="val 857695"/>
              <a:gd name="f1907" fmla="val 734788"/>
              <a:gd name="f1908" fmla="val 649000"/>
              <a:gd name="f1909" fmla="val 11969013"/>
              <a:gd name="f1910" fmla="val 12180097"/>
              <a:gd name="f1911" fmla="val 12184579"/>
              <a:gd name="f1912" fmla="val 2797"/>
              <a:gd name="f1913" fmla="val 12188307"/>
              <a:gd name="f1914" fmla="val 6390"/>
              <a:gd name="f1915" fmla="val 10016"/>
              <a:gd name="f1916" fmla="val 210008"/>
              <a:gd name="f1917" fmla="val 12135666"/>
              <a:gd name="f1918" fmla="val 124006"/>
              <a:gd name="f1919" fmla="val 12059786"/>
              <a:gd name="f1920" fmla="val 51396"/>
              <a:gd name="f1921" fmla="val 11640695"/>
              <a:gd name="f1922" fmla="val 11775234"/>
              <a:gd name="f1923" fmla="val 11842228"/>
              <a:gd name="f1924" fmla="val 193636"/>
              <a:gd name="f1925" fmla="val 11995970"/>
              <a:gd name="f1926" fmla="val 348667"/>
              <a:gd name="f1927" fmla="val 421829"/>
              <a:gd name="f1928" fmla="val 553832"/>
              <a:gd name="f1929" fmla="val 11924422"/>
              <a:gd name="f1930" fmla="val 471599"/>
              <a:gd name="f1931" fmla="val 11715712"/>
              <a:gd name="f1932" fmla="val 262771"/>
              <a:gd name="f1933" fmla="val 11023379"/>
              <a:gd name="f1934" fmla="val 11232088"/>
              <a:gd name="f1935" fmla="val 11066618"/>
              <a:gd name="f1936" fmla="val 98005"/>
              <a:gd name="f1937" fmla="val 10947209"/>
              <a:gd name="f1938" fmla="val 260867"/>
              <a:gd name="f1939" fmla="val 451830"/>
              <a:gd name="f1940" fmla="val 11153410"/>
              <a:gd name="f1941" fmla="val 399791"/>
              <a:gd name="f1942" fmla="val 11350000"/>
              <a:gd name="f1943" fmla="val 226290"/>
              <a:gd name="f1944" fmla="val 11427896"/>
              <a:gd name="f1945" fmla="val 11561912"/>
              <a:gd name="f1946" fmla="val 11477134"/>
              <a:gd name="f1947" fmla="val 299826"/>
              <a:gd name="f1948" fmla="val 11217862"/>
              <a:gd name="f1949" fmla="val 529393"/>
              <a:gd name="f1950" fmla="val 582253"/>
              <a:gd name="f1951" fmla="val 583392"/>
              <a:gd name="f1952" fmla="val 584395"/>
              <a:gd name="f1953" fmla="val 585336"/>
              <a:gd name="f1954" fmla="val 584920"/>
              <a:gd name="f1955" fmla="val 590430"/>
              <a:gd name="f1956" fmla="val 593388"/>
              <a:gd name="f1957" fmla="val 593911"/>
              <a:gd name="f1958" fmla="val 595524"/>
              <a:gd name="f1959" fmla="val 595033"/>
              <a:gd name="f1960" fmla="val 595066"/>
              <a:gd name="f1961" fmla="val 591293"/>
              <a:gd name="f1962" fmla="val 587507"/>
              <a:gd name="f1963" fmla="val 583715"/>
              <a:gd name="f1964" fmla="val 578078"/>
              <a:gd name="f1965" fmla="val 572454"/>
              <a:gd name="f1966" fmla="val 566868"/>
              <a:gd name="f1967" fmla="val 535786"/>
              <a:gd name="f1968" fmla="val 505143"/>
              <a:gd name="f1969" fmla="val 475137"/>
              <a:gd name="f1970" fmla="val 468500"/>
              <a:gd name="f1971" fmla="val 468495"/>
              <a:gd name="f1972" fmla="val 468490"/>
              <a:gd name="f1973" fmla="val 468437"/>
              <a:gd name="f1974" fmla="val 10802174"/>
              <a:gd name="f1975" fmla="val 285283"/>
              <a:gd name="f1976" fmla="val 10891635"/>
              <a:gd name="f1977" fmla="val 121704"/>
              <a:gd name="f1978" fmla="val 9949555"/>
              <a:gd name="f1979" fmla="val 10083571"/>
              <a:gd name="f1980" fmla="val 10161467"/>
              <a:gd name="f1981" fmla="val 10358057"/>
              <a:gd name="f1982" fmla="val 10564258"/>
              <a:gd name="f1983" fmla="val 10444849"/>
              <a:gd name="f1984" fmla="val 10279379"/>
              <a:gd name="f1985" fmla="val 10488089"/>
              <a:gd name="f1986" fmla="val 10619833"/>
              <a:gd name="f1987" fmla="val 10709293"/>
              <a:gd name="f1988" fmla="val 10293605"/>
              <a:gd name="f1989" fmla="val 10034333"/>
              <a:gd name="f1990" fmla="val 9331225"/>
              <a:gd name="f1991" fmla="val 9539935"/>
              <a:gd name="f1992" fmla="val 9374465"/>
              <a:gd name="f1993" fmla="val 9255056"/>
              <a:gd name="f1994" fmla="val 9461257"/>
              <a:gd name="f1995" fmla="val 9657847"/>
              <a:gd name="f1996" fmla="val 9735743"/>
              <a:gd name="f1997" fmla="val 9869759"/>
              <a:gd name="f1998" fmla="val 9784981"/>
              <a:gd name="f1999" fmla="val 9525709"/>
              <a:gd name="f2000" fmla="val 9110021"/>
              <a:gd name="f2001" fmla="val 9199481"/>
              <a:gd name="f2002" fmla="val 8257405"/>
              <a:gd name="f2003" fmla="val 8391420"/>
              <a:gd name="f2004" fmla="val 8469316"/>
              <a:gd name="f2005" fmla="val 8665906"/>
              <a:gd name="f2006" fmla="val 8872107"/>
              <a:gd name="f2007" fmla="val 8752698"/>
              <a:gd name="f2008" fmla="val 8587228"/>
              <a:gd name="f2009" fmla="val 8795937"/>
              <a:gd name="f2010" fmla="val 8927681"/>
              <a:gd name="f2011" fmla="val 9017142"/>
              <a:gd name="f2012" fmla="val 8601454"/>
              <a:gd name="f2013" fmla="val 8342182"/>
              <a:gd name="f2014" fmla="val 7639075"/>
              <a:gd name="f2015" fmla="val 7847784"/>
              <a:gd name="f2016" fmla="val 7682314"/>
              <a:gd name="f2017" fmla="val 7562905"/>
              <a:gd name="f2018" fmla="val 7769107"/>
              <a:gd name="f2019" fmla="val 7965696"/>
              <a:gd name="f2020" fmla="val 8043592"/>
              <a:gd name="f2021" fmla="val 8177609"/>
              <a:gd name="f2022" fmla="val 8092830"/>
              <a:gd name="f2023" fmla="val 7833558"/>
              <a:gd name="f2024" fmla="val 7417870"/>
              <a:gd name="f2025" fmla="val 7507331"/>
              <a:gd name="f2026" fmla="val 121703"/>
              <a:gd name="f2027" fmla="val 6565254"/>
              <a:gd name="f2028" fmla="val 6699270"/>
              <a:gd name="f2029" fmla="val 6777166"/>
              <a:gd name="f2030" fmla="val 6973755"/>
              <a:gd name="f2031" fmla="val 7179956"/>
              <a:gd name="f2032" fmla="val 7060547"/>
              <a:gd name="f2033" fmla="val 6895077"/>
              <a:gd name="f2034" fmla="val 7103787"/>
              <a:gd name="f2035" fmla="val 7235531"/>
              <a:gd name="f2036" fmla="val 7324992"/>
              <a:gd name="f2037" fmla="val 6909304"/>
              <a:gd name="f2038" fmla="val 6650032"/>
              <a:gd name="f2039" fmla="val 5946924"/>
              <a:gd name="f2040" fmla="val 6155633"/>
              <a:gd name="f2041" fmla="val 5990163"/>
              <a:gd name="f2042" fmla="val 5870754"/>
              <a:gd name="f2043" fmla="val 6076956"/>
              <a:gd name="f2044" fmla="val 6273545"/>
              <a:gd name="f2045" fmla="val 6351441"/>
              <a:gd name="f2046" fmla="val 6485457"/>
              <a:gd name="f2047" fmla="val 6400679"/>
              <a:gd name="f2048" fmla="val 6141407"/>
              <a:gd name="f2049" fmla="val 5725719"/>
              <a:gd name="f2050" fmla="val 5815180"/>
              <a:gd name="f2051" fmla="val 4873102"/>
              <a:gd name="f2052" fmla="val 5007119"/>
              <a:gd name="f2053" fmla="val 5085015"/>
              <a:gd name="f2054" fmla="val 226291"/>
              <a:gd name="f2055" fmla="val 5281604"/>
              <a:gd name="f2056" fmla="val 5487805"/>
              <a:gd name="f2057" fmla="val 5368397"/>
              <a:gd name="f2058" fmla="val 5202927"/>
              <a:gd name="f2059" fmla="val 5411635"/>
              <a:gd name="f2060" fmla="val 5543380"/>
              <a:gd name="f2061" fmla="val 5632840"/>
              <a:gd name="f2062" fmla="val 468499"/>
              <a:gd name="f2063" fmla="val 587508"/>
              <a:gd name="f2064" fmla="val 5217153"/>
              <a:gd name="f2065" fmla="val 4957881"/>
              <a:gd name="f2066" fmla="val 4254773"/>
              <a:gd name="f2067" fmla="val 4463482"/>
              <a:gd name="f2068" fmla="val 4298012"/>
              <a:gd name="f2069" fmla="val 4178603"/>
              <a:gd name="f2070" fmla="val 4384804"/>
              <a:gd name="f2071" fmla="val 4581394"/>
              <a:gd name="f2072" fmla="val 4659290"/>
              <a:gd name="f2073" fmla="val 4793306"/>
              <a:gd name="f2074" fmla="val 4708528"/>
              <a:gd name="f2075" fmla="val 4449256"/>
              <a:gd name="f2076" fmla="val 4033568"/>
              <a:gd name="f2077" fmla="val 4123028"/>
              <a:gd name="f2078" fmla="val 3180951"/>
              <a:gd name="f2079" fmla="val 3314968"/>
              <a:gd name="f2080" fmla="val 3392864"/>
              <a:gd name="f2081" fmla="val 3589453"/>
              <a:gd name="f2082" fmla="val 3795654"/>
              <a:gd name="f2083" fmla="val 3676245"/>
              <a:gd name="f2084" fmla="val 3510776"/>
              <a:gd name="f2085" fmla="val 3719484"/>
              <a:gd name="f2086" fmla="val 3851229"/>
              <a:gd name="f2087" fmla="val 3940689"/>
              <a:gd name="f2088" fmla="val 3525002"/>
              <a:gd name="f2089" fmla="val 3265729"/>
              <a:gd name="f2090" fmla="val 2562622"/>
              <a:gd name="f2091" fmla="val 2771330"/>
              <a:gd name="f2092" fmla="val 2605861"/>
              <a:gd name="f2093" fmla="val 2486452"/>
              <a:gd name="f2094" fmla="val 2692653"/>
              <a:gd name="f2095" fmla="val 2889242"/>
              <a:gd name="f2096" fmla="val 2967139"/>
              <a:gd name="f2097" fmla="val 3101155"/>
              <a:gd name="f2098" fmla="val 3016377"/>
              <a:gd name="f2099" fmla="val 2757105"/>
              <a:gd name="f2100" fmla="val 2341417"/>
              <a:gd name="f2101" fmla="val 2430877"/>
              <a:gd name="f2102" fmla="val 1488800"/>
              <a:gd name="f2103" fmla="val 1622816"/>
              <a:gd name="f2104" fmla="val 1700712"/>
              <a:gd name="f2105" fmla="val 1897302"/>
              <a:gd name="f2106" fmla="val 2103503"/>
              <a:gd name="f2107" fmla="val 1984094"/>
              <a:gd name="f2108" fmla="val 1818624"/>
              <a:gd name="f2109" fmla="val 2027333"/>
              <a:gd name="f2110" fmla="val 2159078"/>
              <a:gd name="f2111" fmla="val 2248538"/>
              <a:gd name="f2112" fmla="val 1832850"/>
              <a:gd name="f2113" fmla="val 1573578"/>
              <a:gd name="f2114" fmla="val 870471"/>
              <a:gd name="f2115" fmla="val 1079179"/>
              <a:gd name="f2116" fmla="val 913710"/>
              <a:gd name="f2117" fmla="val 794301"/>
              <a:gd name="f2118" fmla="val 1000502"/>
              <a:gd name="f2119" fmla="val 1197091"/>
              <a:gd name="f2120" fmla="val 1274988"/>
              <a:gd name="f2121" fmla="val 1409004"/>
              <a:gd name="f2122" fmla="val 1324226"/>
              <a:gd name="f2123" fmla="val 1064954"/>
              <a:gd name="f2124" fmla="val 743078"/>
              <a:gd name="f2125" fmla="val 621918"/>
              <a:gd name="f2126" fmla="val 649266"/>
              <a:gd name="f2127" fmla="val 738726"/>
              <a:gd name="f2128" fmla="val 126374"/>
              <a:gd name="f2129" fmla="val 334376"/>
              <a:gd name="f2130" fmla="val 466684"/>
              <a:gd name="f2131" fmla="val 121261"/>
              <a:gd name="f2132" fmla="val 556352"/>
              <a:gd name="f2133" fmla="val 285035"/>
              <a:gd name="f2134" fmla="val 552631"/>
              <a:gd name="f2135" fmla="val 467518"/>
              <a:gd name="f2136" fmla="val 345575"/>
              <a:gd name="f2137" fmla="val 140406"/>
              <a:gd name="f2138" fmla="val 296912"/>
              <a:gd name="f2139" fmla="val 411268"/>
              <a:gd name="f2140" fmla="val 411344"/>
              <a:gd name="f2141" fmla="val 260824"/>
              <a:gd name="f2142" fmla="val 291889"/>
              <a:gd name="f2143" fmla="val 97931"/>
              <a:gd name="f2144" fmla="*/ f0 1 12192000"/>
              <a:gd name="f2145" fmla="*/ f1 1 4572001"/>
              <a:gd name="f2146" fmla="val f2"/>
              <a:gd name="f2147" fmla="val f3"/>
              <a:gd name="f2148" fmla="val f4"/>
              <a:gd name="f2149" fmla="+- f2148 0 f2146"/>
              <a:gd name="f2150" fmla="+- f2147 0 f2146"/>
              <a:gd name="f2151" fmla="*/ f2150 1 12192000"/>
              <a:gd name="f2152" fmla="*/ f2149 1 4572001"/>
              <a:gd name="f2153" fmla="*/ f2146 1 f2151"/>
              <a:gd name="f2154" fmla="*/ f2147 1 f2151"/>
              <a:gd name="f2155" fmla="*/ f2146 1 f2152"/>
              <a:gd name="f2156" fmla="*/ f2148 1 f2152"/>
              <a:gd name="f2157" fmla="*/ f2153 f2144 1"/>
              <a:gd name="f2158" fmla="*/ f2154 f2144 1"/>
              <a:gd name="f2159" fmla="*/ f2156 f2145 1"/>
              <a:gd name="f2160" fmla="*/ f2155 f2145 1"/>
            </a:gdLst>
            <a:ahLst/>
            <a:cxnLst>
              <a:cxn ang="3cd4">
                <a:pos x="hc" y="t"/>
              </a:cxn>
              <a:cxn ang="0">
                <a:pos x="r" y="vc"/>
              </a:cxn>
              <a:cxn ang="cd4">
                <a:pos x="hc" y="b"/>
              </a:cxn>
              <a:cxn ang="cd2">
                <a:pos x="l" y="vc"/>
              </a:cxn>
            </a:cxnLst>
            <a:rect l="f2157" t="f2160" r="f2158" b="f2159"/>
            <a:pathLst>
              <a:path w="12192000" h="4572001">
                <a:moveTo>
                  <a:pt x="f3" y="f5"/>
                </a:moveTo>
                <a:lnTo>
                  <a:pt x="f3" y="f4"/>
                </a:lnTo>
                <a:lnTo>
                  <a:pt x="f6" y="f4"/>
                </a:lnTo>
                <a:cubicBezTo>
                  <a:pt x="f7" y="f8"/>
                  <a:pt x="f9" y="f10"/>
                  <a:pt x="f3" y="f5"/>
                </a:cubicBezTo>
                <a:close/>
                <a:moveTo>
                  <a:pt x="f3" y="f11"/>
                </a:moveTo>
                <a:lnTo>
                  <a:pt x="f3" y="f12"/>
                </a:lnTo>
                <a:cubicBezTo>
                  <a:pt x="f13" y="f14"/>
                  <a:pt x="f15" y="f16"/>
                  <a:pt x="f17" y="f4"/>
                </a:cubicBezTo>
                <a:lnTo>
                  <a:pt x="f18" y="f4"/>
                </a:lnTo>
                <a:cubicBezTo>
                  <a:pt x="f19" y="f20"/>
                  <a:pt x="f21" y="f22"/>
                  <a:pt x="f3" y="f11"/>
                </a:cubicBezTo>
                <a:close/>
                <a:moveTo>
                  <a:pt x="f23" y="f24"/>
                </a:moveTo>
                <a:lnTo>
                  <a:pt x="f25" y="f26"/>
                </a:lnTo>
                <a:cubicBezTo>
                  <a:pt x="f27" y="f28"/>
                  <a:pt x="f29" y="f30"/>
                  <a:pt x="f31" y="f32"/>
                </a:cubicBezTo>
                <a:cubicBezTo>
                  <a:pt x="f33" y="f34"/>
                  <a:pt x="f35" y="f36"/>
                  <a:pt x="f37" y="f38"/>
                </a:cubicBezTo>
                <a:lnTo>
                  <a:pt x="f39" y="f40"/>
                </a:lnTo>
                <a:cubicBezTo>
                  <a:pt x="f41" y="f42"/>
                  <a:pt x="f43" y="f44"/>
                  <a:pt x="f45" y="f4"/>
                </a:cubicBezTo>
                <a:lnTo>
                  <a:pt x="f46" y="f4"/>
                </a:lnTo>
                <a:cubicBezTo>
                  <a:pt x="f47" y="f48"/>
                  <a:pt x="f49" y="f50"/>
                  <a:pt x="f51" y="f52"/>
                </a:cubicBezTo>
                <a:cubicBezTo>
                  <a:pt x="f53" y="f54"/>
                  <a:pt x="f55" y="f56"/>
                  <a:pt x="f57" y="f4"/>
                </a:cubicBezTo>
                <a:lnTo>
                  <a:pt x="f58" y="f4"/>
                </a:lnTo>
                <a:cubicBezTo>
                  <a:pt x="f59" y="f60"/>
                  <a:pt x="f61" y="f62"/>
                  <a:pt x="f63" y="f64"/>
                </a:cubicBezTo>
                <a:cubicBezTo>
                  <a:pt x="f65" y="f66"/>
                  <a:pt x="f67" y="f68"/>
                  <a:pt x="f69" y="f70"/>
                </a:cubicBezTo>
                <a:lnTo>
                  <a:pt x="f71" y="f72"/>
                </a:lnTo>
                <a:cubicBezTo>
                  <a:pt x="f73" y="f74"/>
                  <a:pt x="f75" y="f76"/>
                  <a:pt x="f77" y="f78"/>
                </a:cubicBezTo>
                <a:cubicBezTo>
                  <a:pt x="f79" y="f80"/>
                  <a:pt x="f81" y="f82"/>
                  <a:pt x="f81" y="f83"/>
                </a:cubicBezTo>
                <a:lnTo>
                  <a:pt x="f84" y="f85"/>
                </a:lnTo>
                <a:lnTo>
                  <a:pt x="f86" y="f87"/>
                </a:lnTo>
                <a:close/>
                <a:moveTo>
                  <a:pt x="f88" y="f24"/>
                </a:moveTo>
                <a:lnTo>
                  <a:pt x="f89" y="f87"/>
                </a:lnTo>
                <a:lnTo>
                  <a:pt x="f90" y="f85"/>
                </a:lnTo>
                <a:lnTo>
                  <a:pt x="f91" y="f83"/>
                </a:lnTo>
                <a:cubicBezTo>
                  <a:pt x="f91" y="f82"/>
                  <a:pt x="f92" y="f80"/>
                  <a:pt x="f93" y="f78"/>
                </a:cubicBezTo>
                <a:cubicBezTo>
                  <a:pt x="f94" y="f76"/>
                  <a:pt x="f95" y="f74"/>
                  <a:pt x="f96" y="f72"/>
                </a:cubicBezTo>
                <a:lnTo>
                  <a:pt x="f97" y="f70"/>
                </a:lnTo>
                <a:cubicBezTo>
                  <a:pt x="f98" y="f68"/>
                  <a:pt x="f99" y="f66"/>
                  <a:pt x="f100" y="f64"/>
                </a:cubicBezTo>
                <a:cubicBezTo>
                  <a:pt x="f101" y="f62"/>
                  <a:pt x="f102" y="f60"/>
                  <a:pt x="f103" y="f4"/>
                </a:cubicBezTo>
                <a:lnTo>
                  <a:pt x="f104" y="f4"/>
                </a:lnTo>
                <a:cubicBezTo>
                  <a:pt x="f105" y="f56"/>
                  <a:pt x="f106" y="f107"/>
                  <a:pt x="f108" y="f52"/>
                </a:cubicBezTo>
                <a:cubicBezTo>
                  <a:pt x="f109" y="f50"/>
                  <a:pt x="f110" y="f48"/>
                  <a:pt x="f111" y="f4"/>
                </a:cubicBezTo>
                <a:lnTo>
                  <a:pt x="f112" y="f4"/>
                </a:lnTo>
                <a:cubicBezTo>
                  <a:pt x="f113" y="f44"/>
                  <a:pt x="f114" y="f42"/>
                  <a:pt x="f115" y="f40"/>
                </a:cubicBezTo>
                <a:lnTo>
                  <a:pt x="f116" y="f38"/>
                </a:lnTo>
                <a:cubicBezTo>
                  <a:pt x="f117" y="f36"/>
                  <a:pt x="f118" y="f34"/>
                  <a:pt x="f119" y="f32"/>
                </a:cubicBezTo>
                <a:cubicBezTo>
                  <a:pt x="f120" y="f30"/>
                  <a:pt x="f121" y="f28"/>
                  <a:pt x="f122" y="f26"/>
                </a:cubicBezTo>
                <a:close/>
                <a:moveTo>
                  <a:pt x="f123" y="f24"/>
                </a:moveTo>
                <a:lnTo>
                  <a:pt x="f124" y="f26"/>
                </a:lnTo>
                <a:cubicBezTo>
                  <a:pt x="f125" y="f28"/>
                  <a:pt x="f126" y="f30"/>
                  <a:pt x="f127" y="f32"/>
                </a:cubicBezTo>
                <a:cubicBezTo>
                  <a:pt x="f128" y="f34"/>
                  <a:pt x="f129" y="f36"/>
                  <a:pt x="f130" y="f38"/>
                </a:cubicBezTo>
                <a:lnTo>
                  <a:pt x="f131" y="f40"/>
                </a:lnTo>
                <a:cubicBezTo>
                  <a:pt x="f132" y="f42"/>
                  <a:pt x="f133" y="f44"/>
                  <a:pt x="f134" y="f4"/>
                </a:cubicBezTo>
                <a:lnTo>
                  <a:pt x="f135" y="f4"/>
                </a:lnTo>
                <a:cubicBezTo>
                  <a:pt x="f136" y="f48"/>
                  <a:pt x="f137" y="f50"/>
                  <a:pt x="f138" y="f52"/>
                </a:cubicBezTo>
                <a:cubicBezTo>
                  <a:pt x="f139" y="f54"/>
                  <a:pt x="f140" y="f56"/>
                  <a:pt x="f141" y="f4"/>
                </a:cubicBezTo>
                <a:lnTo>
                  <a:pt x="f142" y="f4"/>
                </a:lnTo>
                <a:cubicBezTo>
                  <a:pt x="f143" y="f60"/>
                  <a:pt x="f144" y="f62"/>
                  <a:pt x="f145" y="f64"/>
                </a:cubicBezTo>
                <a:cubicBezTo>
                  <a:pt x="f146" y="f66"/>
                  <a:pt x="f147" y="f68"/>
                  <a:pt x="f148" y="f70"/>
                </a:cubicBezTo>
                <a:lnTo>
                  <a:pt x="f149" y="f72"/>
                </a:lnTo>
                <a:cubicBezTo>
                  <a:pt x="f150" y="f74"/>
                  <a:pt x="f151" y="f76"/>
                  <a:pt x="f152" y="f78"/>
                </a:cubicBezTo>
                <a:cubicBezTo>
                  <a:pt x="f153" y="f80"/>
                  <a:pt x="f154" y="f82"/>
                  <a:pt x="f154" y="f83"/>
                </a:cubicBezTo>
                <a:lnTo>
                  <a:pt x="f155" y="f85"/>
                </a:lnTo>
                <a:lnTo>
                  <a:pt x="f156" y="f87"/>
                </a:lnTo>
                <a:close/>
                <a:moveTo>
                  <a:pt x="f157" y="f24"/>
                </a:moveTo>
                <a:lnTo>
                  <a:pt x="f158" y="f87"/>
                </a:lnTo>
                <a:lnTo>
                  <a:pt x="f159" y="f85"/>
                </a:lnTo>
                <a:lnTo>
                  <a:pt x="f160" y="f83"/>
                </a:lnTo>
                <a:cubicBezTo>
                  <a:pt x="f160" y="f82"/>
                  <a:pt x="f161" y="f80"/>
                  <a:pt x="f162" y="f78"/>
                </a:cubicBezTo>
                <a:cubicBezTo>
                  <a:pt x="f163" y="f76"/>
                  <a:pt x="f164" y="f74"/>
                  <a:pt x="f165" y="f72"/>
                </a:cubicBezTo>
                <a:lnTo>
                  <a:pt x="f166" y="f70"/>
                </a:lnTo>
                <a:cubicBezTo>
                  <a:pt x="f167" y="f68"/>
                  <a:pt x="f168" y="f66"/>
                  <a:pt x="f169" y="f64"/>
                </a:cubicBezTo>
                <a:cubicBezTo>
                  <a:pt x="f170" y="f62"/>
                  <a:pt x="f171" y="f60"/>
                  <a:pt x="f172" y="f4"/>
                </a:cubicBezTo>
                <a:lnTo>
                  <a:pt x="f173" y="f4"/>
                </a:lnTo>
                <a:cubicBezTo>
                  <a:pt x="f174" y="f56"/>
                  <a:pt x="f175" y="f54"/>
                  <a:pt x="f176" y="f52"/>
                </a:cubicBezTo>
                <a:cubicBezTo>
                  <a:pt x="f177" y="f50"/>
                  <a:pt x="f178" y="f48"/>
                  <a:pt x="f179" y="f4"/>
                </a:cubicBezTo>
                <a:lnTo>
                  <a:pt x="f180" y="f4"/>
                </a:lnTo>
                <a:cubicBezTo>
                  <a:pt x="f181" y="f44"/>
                  <a:pt x="f182" y="f42"/>
                  <a:pt x="f183" y="f40"/>
                </a:cubicBezTo>
                <a:lnTo>
                  <a:pt x="f184" y="f38"/>
                </a:lnTo>
                <a:cubicBezTo>
                  <a:pt x="f185" y="f36"/>
                  <a:pt x="f186" y="f34"/>
                  <a:pt x="f187" y="f32"/>
                </a:cubicBezTo>
                <a:cubicBezTo>
                  <a:pt x="f188" y="f30"/>
                  <a:pt x="f189" y="f28"/>
                  <a:pt x="f190" y="f26"/>
                </a:cubicBezTo>
                <a:close/>
                <a:moveTo>
                  <a:pt x="f191" y="f24"/>
                </a:moveTo>
                <a:lnTo>
                  <a:pt x="f192" y="f26"/>
                </a:lnTo>
                <a:cubicBezTo>
                  <a:pt x="f193" y="f28"/>
                  <a:pt x="f194" y="f30"/>
                  <a:pt x="f195" y="f32"/>
                </a:cubicBezTo>
                <a:cubicBezTo>
                  <a:pt x="f196" y="f34"/>
                  <a:pt x="f197" y="f36"/>
                  <a:pt x="f198" y="f38"/>
                </a:cubicBezTo>
                <a:lnTo>
                  <a:pt x="f199" y="f40"/>
                </a:lnTo>
                <a:cubicBezTo>
                  <a:pt x="f200" y="f42"/>
                  <a:pt x="f201" y="f44"/>
                  <a:pt x="f202" y="f4"/>
                </a:cubicBezTo>
                <a:lnTo>
                  <a:pt x="f203" y="f4"/>
                </a:lnTo>
                <a:cubicBezTo>
                  <a:pt x="f204" y="f48"/>
                  <a:pt x="f205" y="f50"/>
                  <a:pt x="f206" y="f52"/>
                </a:cubicBezTo>
                <a:cubicBezTo>
                  <a:pt x="f207" y="f107"/>
                  <a:pt x="f208" y="f56"/>
                  <a:pt x="f209" y="f4"/>
                </a:cubicBezTo>
                <a:lnTo>
                  <a:pt x="f210" y="f4"/>
                </a:lnTo>
                <a:cubicBezTo>
                  <a:pt x="f211" y="f60"/>
                  <a:pt x="f212" y="f62"/>
                  <a:pt x="f213" y="f64"/>
                </a:cubicBezTo>
                <a:cubicBezTo>
                  <a:pt x="f214" y="f66"/>
                  <a:pt x="f215" y="f68"/>
                  <a:pt x="f216" y="f70"/>
                </a:cubicBezTo>
                <a:lnTo>
                  <a:pt x="f217" y="f72"/>
                </a:lnTo>
                <a:cubicBezTo>
                  <a:pt x="f218" y="f74"/>
                  <a:pt x="f219" y="f76"/>
                  <a:pt x="f220" y="f78"/>
                </a:cubicBezTo>
                <a:cubicBezTo>
                  <a:pt x="f221" y="f80"/>
                  <a:pt x="f222" y="f82"/>
                  <a:pt x="f222" y="f83"/>
                </a:cubicBezTo>
                <a:lnTo>
                  <a:pt x="f223" y="f85"/>
                </a:lnTo>
                <a:lnTo>
                  <a:pt x="f224" y="f87"/>
                </a:lnTo>
                <a:close/>
                <a:moveTo>
                  <a:pt x="f225" y="f24"/>
                </a:moveTo>
                <a:lnTo>
                  <a:pt x="f226" y="f87"/>
                </a:lnTo>
                <a:lnTo>
                  <a:pt x="f227" y="f85"/>
                </a:lnTo>
                <a:lnTo>
                  <a:pt x="f228" y="f83"/>
                </a:lnTo>
                <a:cubicBezTo>
                  <a:pt x="f228" y="f82"/>
                  <a:pt x="f229" y="f80"/>
                  <a:pt x="f230" y="f78"/>
                </a:cubicBezTo>
                <a:cubicBezTo>
                  <a:pt x="f231" y="f76"/>
                  <a:pt x="f232" y="f74"/>
                  <a:pt x="f233" y="f72"/>
                </a:cubicBezTo>
                <a:lnTo>
                  <a:pt x="f234" y="f70"/>
                </a:lnTo>
                <a:cubicBezTo>
                  <a:pt x="f235" y="f68"/>
                  <a:pt x="f236" y="f66"/>
                  <a:pt x="f237" y="f64"/>
                </a:cubicBezTo>
                <a:cubicBezTo>
                  <a:pt x="f238" y="f62"/>
                  <a:pt x="f239" y="f60"/>
                  <a:pt x="f240" y="f4"/>
                </a:cubicBezTo>
                <a:lnTo>
                  <a:pt x="f241" y="f4"/>
                </a:lnTo>
                <a:cubicBezTo>
                  <a:pt x="f242" y="f56"/>
                  <a:pt x="f243" y="f107"/>
                  <a:pt x="f244" y="f52"/>
                </a:cubicBezTo>
                <a:cubicBezTo>
                  <a:pt x="f245" y="f50"/>
                  <a:pt x="f246" y="f48"/>
                  <a:pt x="f247" y="f4"/>
                </a:cubicBezTo>
                <a:lnTo>
                  <a:pt x="f248" y="f4"/>
                </a:lnTo>
                <a:cubicBezTo>
                  <a:pt x="f249" y="f44"/>
                  <a:pt x="f250" y="f42"/>
                  <a:pt x="f251" y="f40"/>
                </a:cubicBezTo>
                <a:lnTo>
                  <a:pt x="f252" y="f38"/>
                </a:lnTo>
                <a:cubicBezTo>
                  <a:pt x="f253" y="f36"/>
                  <a:pt x="f254" y="f34"/>
                  <a:pt x="f255" y="f32"/>
                </a:cubicBezTo>
                <a:cubicBezTo>
                  <a:pt x="f256" y="f30"/>
                  <a:pt x="f257" y="f28"/>
                  <a:pt x="f258" y="f26"/>
                </a:cubicBezTo>
                <a:close/>
                <a:moveTo>
                  <a:pt x="f259" y="f24"/>
                </a:moveTo>
                <a:lnTo>
                  <a:pt x="f260" y="f26"/>
                </a:lnTo>
                <a:cubicBezTo>
                  <a:pt x="f261" y="f28"/>
                  <a:pt x="f262" y="f30"/>
                  <a:pt x="f263" y="f32"/>
                </a:cubicBezTo>
                <a:cubicBezTo>
                  <a:pt x="f264" y="f34"/>
                  <a:pt x="f265" y="f36"/>
                  <a:pt x="f266" y="f38"/>
                </a:cubicBezTo>
                <a:lnTo>
                  <a:pt x="f267" y="f40"/>
                </a:lnTo>
                <a:cubicBezTo>
                  <a:pt x="f268" y="f42"/>
                  <a:pt x="f269" y="f44"/>
                  <a:pt x="f270" y="f4"/>
                </a:cubicBezTo>
                <a:lnTo>
                  <a:pt x="f271" y="f4"/>
                </a:lnTo>
                <a:cubicBezTo>
                  <a:pt x="f272" y="f48"/>
                  <a:pt x="f273" y="f50"/>
                  <a:pt x="f274" y="f52"/>
                </a:cubicBezTo>
                <a:cubicBezTo>
                  <a:pt x="f275" y="f54"/>
                  <a:pt x="f276" y="f56"/>
                  <a:pt x="f277" y="f4"/>
                </a:cubicBezTo>
                <a:lnTo>
                  <a:pt x="f278" y="f4"/>
                </a:lnTo>
                <a:cubicBezTo>
                  <a:pt x="f279" y="f60"/>
                  <a:pt x="f280" y="f62"/>
                  <a:pt x="f281" y="f64"/>
                </a:cubicBezTo>
                <a:cubicBezTo>
                  <a:pt x="f282" y="f66"/>
                  <a:pt x="f283" y="f68"/>
                  <a:pt x="f284" y="f70"/>
                </a:cubicBezTo>
                <a:lnTo>
                  <a:pt x="f285" y="f72"/>
                </a:lnTo>
                <a:cubicBezTo>
                  <a:pt x="f286" y="f74"/>
                  <a:pt x="f287" y="f76"/>
                  <a:pt x="f288" y="f78"/>
                </a:cubicBezTo>
                <a:cubicBezTo>
                  <a:pt x="f289" y="f80"/>
                  <a:pt x="f290" y="f82"/>
                  <a:pt x="f290" y="f83"/>
                </a:cubicBezTo>
                <a:lnTo>
                  <a:pt x="f291" y="f85"/>
                </a:lnTo>
                <a:lnTo>
                  <a:pt x="f292" y="f87"/>
                </a:lnTo>
                <a:close/>
                <a:moveTo>
                  <a:pt x="f293" y="f24"/>
                </a:moveTo>
                <a:lnTo>
                  <a:pt x="f294" y="f87"/>
                </a:lnTo>
                <a:lnTo>
                  <a:pt x="f295" y="f85"/>
                </a:lnTo>
                <a:lnTo>
                  <a:pt x="f296" y="f83"/>
                </a:lnTo>
                <a:cubicBezTo>
                  <a:pt x="f296" y="f82"/>
                  <a:pt x="f297" y="f80"/>
                  <a:pt x="f298" y="f78"/>
                </a:cubicBezTo>
                <a:cubicBezTo>
                  <a:pt x="f299" y="f76"/>
                  <a:pt x="f300" y="f74"/>
                  <a:pt x="f301" y="f72"/>
                </a:cubicBezTo>
                <a:lnTo>
                  <a:pt x="f302" y="f70"/>
                </a:lnTo>
                <a:cubicBezTo>
                  <a:pt x="f303" y="f68"/>
                  <a:pt x="f304" y="f66"/>
                  <a:pt x="f305" y="f64"/>
                </a:cubicBezTo>
                <a:cubicBezTo>
                  <a:pt x="f306" y="f62"/>
                  <a:pt x="f307" y="f60"/>
                  <a:pt x="f308" y="f4"/>
                </a:cubicBezTo>
                <a:lnTo>
                  <a:pt x="f309" y="f4"/>
                </a:lnTo>
                <a:cubicBezTo>
                  <a:pt x="f310" y="f56"/>
                  <a:pt x="f311" y="f54"/>
                  <a:pt x="f312" y="f52"/>
                </a:cubicBezTo>
                <a:cubicBezTo>
                  <a:pt x="f313" y="f50"/>
                  <a:pt x="f314" y="f48"/>
                  <a:pt x="f315" y="f4"/>
                </a:cubicBezTo>
                <a:lnTo>
                  <a:pt x="f316" y="f4"/>
                </a:lnTo>
                <a:cubicBezTo>
                  <a:pt x="f317" y="f44"/>
                  <a:pt x="f318" y="f42"/>
                  <a:pt x="f319" y="f40"/>
                </a:cubicBezTo>
                <a:lnTo>
                  <a:pt x="f320" y="f38"/>
                </a:lnTo>
                <a:cubicBezTo>
                  <a:pt x="f321" y="f36"/>
                  <a:pt x="f322" y="f34"/>
                  <a:pt x="f323" y="f32"/>
                </a:cubicBezTo>
                <a:cubicBezTo>
                  <a:pt x="f324" y="f30"/>
                  <a:pt x="f325" y="f28"/>
                  <a:pt x="f326" y="f26"/>
                </a:cubicBezTo>
                <a:close/>
                <a:moveTo>
                  <a:pt x="f327" y="f24"/>
                </a:moveTo>
                <a:lnTo>
                  <a:pt x="f328" y="f26"/>
                </a:lnTo>
                <a:cubicBezTo>
                  <a:pt x="f329" y="f28"/>
                  <a:pt x="f330" y="f30"/>
                  <a:pt x="f331" y="f32"/>
                </a:cubicBezTo>
                <a:cubicBezTo>
                  <a:pt x="f332" y="f34"/>
                  <a:pt x="f333" y="f36"/>
                  <a:pt x="f334" y="f38"/>
                </a:cubicBezTo>
                <a:lnTo>
                  <a:pt x="f335" y="f40"/>
                </a:lnTo>
                <a:cubicBezTo>
                  <a:pt x="f336" y="f42"/>
                  <a:pt x="f337" y="f44"/>
                  <a:pt x="f338" y="f4"/>
                </a:cubicBezTo>
                <a:lnTo>
                  <a:pt x="f339" y="f4"/>
                </a:lnTo>
                <a:cubicBezTo>
                  <a:pt x="f340" y="f48"/>
                  <a:pt x="f341" y="f50"/>
                  <a:pt x="f342" y="f52"/>
                </a:cubicBezTo>
                <a:cubicBezTo>
                  <a:pt x="f343" y="f107"/>
                  <a:pt x="f344" y="f56"/>
                  <a:pt x="f345" y="f4"/>
                </a:cubicBezTo>
                <a:lnTo>
                  <a:pt x="f346" y="f4"/>
                </a:lnTo>
                <a:cubicBezTo>
                  <a:pt x="f347" y="f60"/>
                  <a:pt x="f348" y="f62"/>
                  <a:pt x="f349" y="f64"/>
                </a:cubicBezTo>
                <a:cubicBezTo>
                  <a:pt x="f350" y="f66"/>
                  <a:pt x="f351" y="f68"/>
                  <a:pt x="f352" y="f70"/>
                </a:cubicBezTo>
                <a:lnTo>
                  <a:pt x="f353" y="f72"/>
                </a:lnTo>
                <a:cubicBezTo>
                  <a:pt x="f354" y="f74"/>
                  <a:pt x="f355" y="f76"/>
                  <a:pt x="f356" y="f78"/>
                </a:cubicBezTo>
                <a:cubicBezTo>
                  <a:pt x="f357" y="f80"/>
                  <a:pt x="f358" y="f82"/>
                  <a:pt x="f358" y="f83"/>
                </a:cubicBezTo>
                <a:lnTo>
                  <a:pt x="f359" y="f85"/>
                </a:lnTo>
                <a:lnTo>
                  <a:pt x="f360" y="f87"/>
                </a:lnTo>
                <a:close/>
                <a:moveTo>
                  <a:pt x="f361" y="f24"/>
                </a:moveTo>
                <a:lnTo>
                  <a:pt x="f362" y="f87"/>
                </a:lnTo>
                <a:lnTo>
                  <a:pt x="f363" y="f85"/>
                </a:lnTo>
                <a:lnTo>
                  <a:pt x="f364" y="f83"/>
                </a:lnTo>
                <a:cubicBezTo>
                  <a:pt x="f364" y="f82"/>
                  <a:pt x="f365" y="f80"/>
                  <a:pt x="f366" y="f78"/>
                </a:cubicBezTo>
                <a:cubicBezTo>
                  <a:pt x="f367" y="f76"/>
                  <a:pt x="f368" y="f74"/>
                  <a:pt x="f369" y="f72"/>
                </a:cubicBezTo>
                <a:lnTo>
                  <a:pt x="f370" y="f70"/>
                </a:lnTo>
                <a:cubicBezTo>
                  <a:pt x="f371" y="f68"/>
                  <a:pt x="f372" y="f66"/>
                  <a:pt x="f373" y="f64"/>
                </a:cubicBezTo>
                <a:cubicBezTo>
                  <a:pt x="f374" y="f62"/>
                  <a:pt x="f375" y="f60"/>
                  <a:pt x="f376" y="f4"/>
                </a:cubicBezTo>
                <a:lnTo>
                  <a:pt x="f377" y="f4"/>
                </a:lnTo>
                <a:cubicBezTo>
                  <a:pt x="f378" y="f56"/>
                  <a:pt x="f379" y="f54"/>
                  <a:pt x="f380" y="f52"/>
                </a:cubicBezTo>
                <a:cubicBezTo>
                  <a:pt x="f381" y="f50"/>
                  <a:pt x="f382" y="f48"/>
                  <a:pt x="f383" y="f4"/>
                </a:cubicBezTo>
                <a:lnTo>
                  <a:pt x="f384" y="f4"/>
                </a:lnTo>
                <a:cubicBezTo>
                  <a:pt x="f385" y="f44"/>
                  <a:pt x="f386" y="f42"/>
                  <a:pt x="f387" y="f40"/>
                </a:cubicBezTo>
                <a:lnTo>
                  <a:pt x="f388" y="f38"/>
                </a:lnTo>
                <a:cubicBezTo>
                  <a:pt x="f389" y="f36"/>
                  <a:pt x="f390" y="f34"/>
                  <a:pt x="f391" y="f32"/>
                </a:cubicBezTo>
                <a:cubicBezTo>
                  <a:pt x="f392" y="f30"/>
                  <a:pt x="f393" y="f28"/>
                  <a:pt x="f394" y="f26"/>
                </a:cubicBezTo>
                <a:close/>
                <a:moveTo>
                  <a:pt x="f395" y="f24"/>
                </a:moveTo>
                <a:lnTo>
                  <a:pt x="f396" y="f26"/>
                </a:lnTo>
                <a:cubicBezTo>
                  <a:pt x="f397" y="f28"/>
                  <a:pt x="f398" y="f30"/>
                  <a:pt x="f399" y="f32"/>
                </a:cubicBezTo>
                <a:cubicBezTo>
                  <a:pt x="f400" y="f34"/>
                  <a:pt x="f401" y="f36"/>
                  <a:pt x="f402" y="f38"/>
                </a:cubicBezTo>
                <a:lnTo>
                  <a:pt x="f403" y="f40"/>
                </a:lnTo>
                <a:cubicBezTo>
                  <a:pt x="f404" y="f42"/>
                  <a:pt x="f405" y="f44"/>
                  <a:pt x="f406" y="f4"/>
                </a:cubicBezTo>
                <a:lnTo>
                  <a:pt x="f407" y="f4"/>
                </a:lnTo>
                <a:cubicBezTo>
                  <a:pt x="f408" y="f48"/>
                  <a:pt x="f409" y="f50"/>
                  <a:pt x="f410" y="f52"/>
                </a:cubicBezTo>
                <a:cubicBezTo>
                  <a:pt x="f411" y="f54"/>
                  <a:pt x="f412" y="f56"/>
                  <a:pt x="f413" y="f4"/>
                </a:cubicBezTo>
                <a:lnTo>
                  <a:pt x="f414" y="f4"/>
                </a:lnTo>
                <a:cubicBezTo>
                  <a:pt x="f415" y="f60"/>
                  <a:pt x="f416" y="f62"/>
                  <a:pt x="f417" y="f64"/>
                </a:cubicBezTo>
                <a:cubicBezTo>
                  <a:pt x="f418" y="f66"/>
                  <a:pt x="f419" y="f68"/>
                  <a:pt x="f420" y="f70"/>
                </a:cubicBezTo>
                <a:lnTo>
                  <a:pt x="f421" y="f72"/>
                </a:lnTo>
                <a:cubicBezTo>
                  <a:pt x="f422" y="f74"/>
                  <a:pt x="f423" y="f76"/>
                  <a:pt x="f424" y="f78"/>
                </a:cubicBezTo>
                <a:cubicBezTo>
                  <a:pt x="f425" y="f80"/>
                  <a:pt x="f426" y="f82"/>
                  <a:pt x="f426" y="f83"/>
                </a:cubicBezTo>
                <a:lnTo>
                  <a:pt x="f427" y="f85"/>
                </a:lnTo>
                <a:lnTo>
                  <a:pt x="f428" y="f87"/>
                </a:lnTo>
                <a:close/>
                <a:moveTo>
                  <a:pt x="f429" y="f24"/>
                </a:moveTo>
                <a:lnTo>
                  <a:pt x="f430" y="f87"/>
                </a:lnTo>
                <a:lnTo>
                  <a:pt x="f431" y="f85"/>
                </a:lnTo>
                <a:lnTo>
                  <a:pt x="f432" y="f83"/>
                </a:lnTo>
                <a:cubicBezTo>
                  <a:pt x="f432" y="f82"/>
                  <a:pt x="f433" y="f80"/>
                  <a:pt x="f434" y="f78"/>
                </a:cubicBezTo>
                <a:cubicBezTo>
                  <a:pt x="f435" y="f76"/>
                  <a:pt x="f436" y="f74"/>
                  <a:pt x="f437" y="f72"/>
                </a:cubicBezTo>
                <a:lnTo>
                  <a:pt x="f438" y="f70"/>
                </a:lnTo>
                <a:cubicBezTo>
                  <a:pt x="f439" y="f68"/>
                  <a:pt x="f440" y="f66"/>
                  <a:pt x="f441" y="f64"/>
                </a:cubicBezTo>
                <a:cubicBezTo>
                  <a:pt x="f442" y="f62"/>
                  <a:pt x="f443" y="f60"/>
                  <a:pt x="f444" y="f4"/>
                </a:cubicBezTo>
                <a:lnTo>
                  <a:pt x="f445" y="f4"/>
                </a:lnTo>
                <a:cubicBezTo>
                  <a:pt x="f446" y="f56"/>
                  <a:pt x="f447" y="f107"/>
                  <a:pt x="f448" y="f52"/>
                </a:cubicBezTo>
                <a:cubicBezTo>
                  <a:pt x="f449" y="f50"/>
                  <a:pt x="f450" y="f48"/>
                  <a:pt x="f451" y="f4"/>
                </a:cubicBezTo>
                <a:lnTo>
                  <a:pt x="f452" y="f4"/>
                </a:lnTo>
                <a:cubicBezTo>
                  <a:pt x="f453" y="f44"/>
                  <a:pt x="f454" y="f42"/>
                  <a:pt x="f455" y="f40"/>
                </a:cubicBezTo>
                <a:lnTo>
                  <a:pt x="f456" y="f38"/>
                </a:lnTo>
                <a:cubicBezTo>
                  <a:pt x="f457" y="f36"/>
                  <a:pt x="f458" y="f34"/>
                  <a:pt x="f459" y="f32"/>
                </a:cubicBezTo>
                <a:cubicBezTo>
                  <a:pt x="f460" y="f30"/>
                  <a:pt x="f461" y="f28"/>
                  <a:pt x="f462" y="f26"/>
                </a:cubicBezTo>
                <a:close/>
                <a:moveTo>
                  <a:pt x="f463" y="f24"/>
                </a:moveTo>
                <a:lnTo>
                  <a:pt x="f464" y="f26"/>
                </a:lnTo>
                <a:cubicBezTo>
                  <a:pt x="f465" y="f28"/>
                  <a:pt x="f466" y="f30"/>
                  <a:pt x="f467" y="f32"/>
                </a:cubicBezTo>
                <a:cubicBezTo>
                  <a:pt x="f468" y="f34"/>
                  <a:pt x="f469" y="f36"/>
                  <a:pt x="f470" y="f38"/>
                </a:cubicBezTo>
                <a:lnTo>
                  <a:pt x="f471" y="f40"/>
                </a:lnTo>
                <a:cubicBezTo>
                  <a:pt x="f472" y="f42"/>
                  <a:pt x="f473" y="f44"/>
                  <a:pt x="f474" y="f4"/>
                </a:cubicBezTo>
                <a:lnTo>
                  <a:pt x="f475" y="f4"/>
                </a:lnTo>
                <a:cubicBezTo>
                  <a:pt x="f476" y="f48"/>
                  <a:pt x="f477" y="f50"/>
                  <a:pt x="f478" y="f52"/>
                </a:cubicBezTo>
                <a:cubicBezTo>
                  <a:pt x="f479" y="f54"/>
                  <a:pt x="f480" y="f56"/>
                  <a:pt x="f481" y="f4"/>
                </a:cubicBezTo>
                <a:lnTo>
                  <a:pt x="f482" y="f4"/>
                </a:lnTo>
                <a:cubicBezTo>
                  <a:pt x="f483" y="f60"/>
                  <a:pt x="f484" y="f62"/>
                  <a:pt x="f485" y="f64"/>
                </a:cubicBezTo>
                <a:cubicBezTo>
                  <a:pt x="f486" y="f66"/>
                  <a:pt x="f487" y="f68"/>
                  <a:pt x="f488" y="f70"/>
                </a:cubicBezTo>
                <a:lnTo>
                  <a:pt x="f489" y="f72"/>
                </a:lnTo>
                <a:cubicBezTo>
                  <a:pt x="f490" y="f74"/>
                  <a:pt x="f491" y="f76"/>
                  <a:pt x="f492" y="f78"/>
                </a:cubicBezTo>
                <a:cubicBezTo>
                  <a:pt x="f493" y="f80"/>
                  <a:pt x="f494" y="f82"/>
                  <a:pt x="f494" y="f83"/>
                </a:cubicBezTo>
                <a:lnTo>
                  <a:pt x="f495" y="f85"/>
                </a:lnTo>
                <a:lnTo>
                  <a:pt x="f496" y="f87"/>
                </a:lnTo>
                <a:close/>
                <a:moveTo>
                  <a:pt x="f497" y="f24"/>
                </a:moveTo>
                <a:lnTo>
                  <a:pt x="f498" y="f87"/>
                </a:lnTo>
                <a:lnTo>
                  <a:pt x="f499" y="f85"/>
                </a:lnTo>
                <a:lnTo>
                  <a:pt x="f500" y="f83"/>
                </a:lnTo>
                <a:cubicBezTo>
                  <a:pt x="f500" y="f82"/>
                  <a:pt x="f501" y="f80"/>
                  <a:pt x="f502" y="f78"/>
                </a:cubicBezTo>
                <a:cubicBezTo>
                  <a:pt x="f503" y="f76"/>
                  <a:pt x="f504" y="f74"/>
                  <a:pt x="f505" y="f72"/>
                </a:cubicBezTo>
                <a:lnTo>
                  <a:pt x="f506" y="f70"/>
                </a:lnTo>
                <a:cubicBezTo>
                  <a:pt x="f507" y="f68"/>
                  <a:pt x="f508" y="f66"/>
                  <a:pt x="f509" y="f64"/>
                </a:cubicBezTo>
                <a:cubicBezTo>
                  <a:pt x="f510" y="f511"/>
                  <a:pt x="f512" y="f513"/>
                  <a:pt x="f514" y="f4"/>
                </a:cubicBezTo>
                <a:lnTo>
                  <a:pt x="f515" y="f4"/>
                </a:lnTo>
                <a:cubicBezTo>
                  <a:pt x="f516" y="f517"/>
                  <a:pt x="f518" y="f519"/>
                  <a:pt x="f520" y="f52"/>
                </a:cubicBezTo>
                <a:cubicBezTo>
                  <a:pt x="f521" y="f522"/>
                  <a:pt x="f523" y="f524"/>
                  <a:pt x="f2" y="f525"/>
                </a:cubicBezTo>
                <a:lnTo>
                  <a:pt x="f2" y="f526"/>
                </a:lnTo>
                <a:cubicBezTo>
                  <a:pt x="f527" y="f528"/>
                  <a:pt x="f529" y="f530"/>
                  <a:pt x="f531" y="f40"/>
                </a:cubicBezTo>
                <a:lnTo>
                  <a:pt x="f532" y="f38"/>
                </a:lnTo>
                <a:cubicBezTo>
                  <a:pt x="f533" y="f36"/>
                  <a:pt x="f534" y="f34"/>
                  <a:pt x="f535" y="f32"/>
                </a:cubicBezTo>
                <a:cubicBezTo>
                  <a:pt x="f536" y="f30"/>
                  <a:pt x="f537" y="f28"/>
                  <a:pt x="f538" y="f26"/>
                </a:cubicBezTo>
                <a:close/>
                <a:moveTo>
                  <a:pt x="f539" y="f540"/>
                </a:moveTo>
                <a:cubicBezTo>
                  <a:pt x="f541" y="f542"/>
                  <a:pt x="f543" y="f544"/>
                  <a:pt x="f545" y="f546"/>
                </a:cubicBezTo>
                <a:cubicBezTo>
                  <a:pt x="f547" y="f548"/>
                  <a:pt x="f549" y="f550"/>
                  <a:pt x="f539" y="f540"/>
                </a:cubicBezTo>
                <a:close/>
                <a:moveTo>
                  <a:pt x="f551" y="f540"/>
                </a:moveTo>
                <a:cubicBezTo>
                  <a:pt x="f552" y="f550"/>
                  <a:pt x="f553" y="f548"/>
                  <a:pt x="f108" y="f546"/>
                </a:cubicBezTo>
                <a:cubicBezTo>
                  <a:pt x="f554" y="f544"/>
                  <a:pt x="f555" y="f542"/>
                  <a:pt x="f551" y="f540"/>
                </a:cubicBezTo>
                <a:close/>
                <a:moveTo>
                  <a:pt x="f556" y="f540"/>
                </a:moveTo>
                <a:cubicBezTo>
                  <a:pt x="f557" y="f542"/>
                  <a:pt x="f558" y="f544"/>
                  <a:pt x="f559" y="f546"/>
                </a:cubicBezTo>
                <a:cubicBezTo>
                  <a:pt x="f560" y="f548"/>
                  <a:pt x="f561" y="f550"/>
                  <a:pt x="f556" y="f540"/>
                </a:cubicBezTo>
                <a:close/>
                <a:moveTo>
                  <a:pt x="f562" y="f540"/>
                </a:moveTo>
                <a:cubicBezTo>
                  <a:pt x="f563" y="f550"/>
                  <a:pt x="f564" y="f548"/>
                  <a:pt x="f176" y="f546"/>
                </a:cubicBezTo>
                <a:cubicBezTo>
                  <a:pt x="f565" y="f544"/>
                  <a:pt x="f566" y="f542"/>
                  <a:pt x="f562" y="f540"/>
                </a:cubicBezTo>
                <a:close/>
                <a:moveTo>
                  <a:pt x="f567" y="f540"/>
                </a:moveTo>
                <a:cubicBezTo>
                  <a:pt x="f568" y="f542"/>
                  <a:pt x="f569" y="f544"/>
                  <a:pt x="f570" y="f546"/>
                </a:cubicBezTo>
                <a:cubicBezTo>
                  <a:pt x="f571" y="f548"/>
                  <a:pt x="f572" y="f550"/>
                  <a:pt x="f567" y="f540"/>
                </a:cubicBezTo>
                <a:close/>
                <a:moveTo>
                  <a:pt x="f573" y="f540"/>
                </a:moveTo>
                <a:cubicBezTo>
                  <a:pt x="f574" y="f550"/>
                  <a:pt x="f575" y="f548"/>
                  <a:pt x="f244" y="f546"/>
                </a:cubicBezTo>
                <a:cubicBezTo>
                  <a:pt x="f576" y="f544"/>
                  <a:pt x="f577" y="f542"/>
                  <a:pt x="f573" y="f540"/>
                </a:cubicBezTo>
                <a:close/>
                <a:moveTo>
                  <a:pt x="f578" y="f540"/>
                </a:moveTo>
                <a:cubicBezTo>
                  <a:pt x="f579" y="f542"/>
                  <a:pt x="f580" y="f544"/>
                  <a:pt x="f581" y="f546"/>
                </a:cubicBezTo>
                <a:cubicBezTo>
                  <a:pt x="f582" y="f548"/>
                  <a:pt x="f583" y="f550"/>
                  <a:pt x="f578" y="f540"/>
                </a:cubicBezTo>
                <a:close/>
                <a:moveTo>
                  <a:pt x="f584" y="f540"/>
                </a:moveTo>
                <a:cubicBezTo>
                  <a:pt x="f585" y="f550"/>
                  <a:pt x="f586" y="f548"/>
                  <a:pt x="f312" y="f546"/>
                </a:cubicBezTo>
                <a:cubicBezTo>
                  <a:pt x="f587" y="f544"/>
                  <a:pt x="f588" y="f542"/>
                  <a:pt x="f584" y="f540"/>
                </a:cubicBezTo>
                <a:close/>
                <a:moveTo>
                  <a:pt x="f589" y="f540"/>
                </a:moveTo>
                <a:cubicBezTo>
                  <a:pt x="f590" y="f542"/>
                  <a:pt x="f591" y="f544"/>
                  <a:pt x="f592" y="f546"/>
                </a:cubicBezTo>
                <a:cubicBezTo>
                  <a:pt x="f593" y="f548"/>
                  <a:pt x="f594" y="f550"/>
                  <a:pt x="f589" y="f540"/>
                </a:cubicBezTo>
                <a:close/>
                <a:moveTo>
                  <a:pt x="f595" y="f540"/>
                </a:moveTo>
                <a:cubicBezTo>
                  <a:pt x="f596" y="f550"/>
                  <a:pt x="f597" y="f548"/>
                  <a:pt x="f380" y="f546"/>
                </a:cubicBezTo>
                <a:cubicBezTo>
                  <a:pt x="f598" y="f544"/>
                  <a:pt x="f599" y="f542"/>
                  <a:pt x="f595" y="f540"/>
                </a:cubicBezTo>
                <a:close/>
                <a:moveTo>
                  <a:pt x="f600" y="f540"/>
                </a:moveTo>
                <a:cubicBezTo>
                  <a:pt x="f601" y="f542"/>
                  <a:pt x="f602" y="f544"/>
                  <a:pt x="f603" y="f546"/>
                </a:cubicBezTo>
                <a:cubicBezTo>
                  <a:pt x="f604" y="f548"/>
                  <a:pt x="f605" y="f550"/>
                  <a:pt x="f600" y="f540"/>
                </a:cubicBezTo>
                <a:close/>
                <a:moveTo>
                  <a:pt x="f606" y="f540"/>
                </a:moveTo>
                <a:cubicBezTo>
                  <a:pt x="f607" y="f550"/>
                  <a:pt x="f608" y="f548"/>
                  <a:pt x="f448" y="f546"/>
                </a:cubicBezTo>
                <a:cubicBezTo>
                  <a:pt x="f609" y="f544"/>
                  <a:pt x="f610" y="f542"/>
                  <a:pt x="f606" y="f540"/>
                </a:cubicBezTo>
                <a:close/>
                <a:moveTo>
                  <a:pt x="f611" y="f540"/>
                </a:moveTo>
                <a:cubicBezTo>
                  <a:pt x="f612" y="f542"/>
                  <a:pt x="f613" y="f544"/>
                  <a:pt x="f614" y="f546"/>
                </a:cubicBezTo>
                <a:cubicBezTo>
                  <a:pt x="f615" y="f548"/>
                  <a:pt x="f616" y="f550"/>
                  <a:pt x="f611" y="f540"/>
                </a:cubicBezTo>
                <a:close/>
                <a:moveTo>
                  <a:pt x="f2" y="f617"/>
                </a:moveTo>
                <a:cubicBezTo>
                  <a:pt x="f618" y="f619"/>
                  <a:pt x="f620" y="f621"/>
                  <a:pt x="f622" y="f623"/>
                </a:cubicBezTo>
                <a:cubicBezTo>
                  <a:pt x="f624" y="f625"/>
                  <a:pt x="f626" y="f627"/>
                  <a:pt x="f628" y="f629"/>
                </a:cubicBezTo>
                <a:lnTo>
                  <a:pt x="f630" y="f631"/>
                </a:lnTo>
                <a:cubicBezTo>
                  <a:pt x="f632" y="f633"/>
                  <a:pt x="f503" y="f634"/>
                  <a:pt x="f502" y="f635"/>
                </a:cubicBezTo>
                <a:cubicBezTo>
                  <a:pt x="f501" y="f636"/>
                  <a:pt x="f500" y="f637"/>
                  <a:pt x="f500" y="f638"/>
                </a:cubicBezTo>
                <a:cubicBezTo>
                  <a:pt x="f500" y="f639"/>
                  <a:pt x="f640" y="f641"/>
                  <a:pt x="f642" y="f643"/>
                </a:cubicBezTo>
                <a:lnTo>
                  <a:pt x="f498" y="f644"/>
                </a:lnTo>
                <a:lnTo>
                  <a:pt x="f497" y="f645"/>
                </a:lnTo>
                <a:lnTo>
                  <a:pt x="f646" y="f647"/>
                </a:lnTo>
                <a:cubicBezTo>
                  <a:pt x="f648" y="f649"/>
                  <a:pt x="f650" y="f651"/>
                  <a:pt x="f652" y="f653"/>
                </a:cubicBezTo>
                <a:cubicBezTo>
                  <a:pt x="f654" y="f655"/>
                  <a:pt x="f656" y="f657"/>
                  <a:pt x="f532" y="f658"/>
                </a:cubicBezTo>
                <a:lnTo>
                  <a:pt x="f659" y="f660"/>
                </a:lnTo>
                <a:cubicBezTo>
                  <a:pt x="f661" y="f662"/>
                  <a:pt x="f663" y="f664"/>
                  <a:pt x="f2" y="f665"/>
                </a:cubicBezTo>
                <a:lnTo>
                  <a:pt x="f2" y="f666"/>
                </a:lnTo>
                <a:cubicBezTo>
                  <a:pt x="f667" y="f668"/>
                  <a:pt x="f669" y="f670"/>
                  <a:pt x="f520" y="f546"/>
                </a:cubicBezTo>
                <a:cubicBezTo>
                  <a:pt x="f671" y="f672"/>
                  <a:pt x="f673" y="f674"/>
                  <a:pt x="f2" y="f675"/>
                </a:cubicBezTo>
                <a:close/>
                <a:moveTo>
                  <a:pt x="f676" y="f677"/>
                </a:moveTo>
                <a:lnTo>
                  <a:pt x="f678" y="f679"/>
                </a:lnTo>
                <a:cubicBezTo>
                  <a:pt x="f680" y="f681"/>
                  <a:pt x="f682" y="f683"/>
                  <a:pt x="f684" y="f685"/>
                </a:cubicBezTo>
                <a:cubicBezTo>
                  <a:pt x="f686" y="f687"/>
                  <a:pt x="f688" y="f689"/>
                  <a:pt x="f690" y="f691"/>
                </a:cubicBezTo>
                <a:lnTo>
                  <a:pt x="f692" y="f693"/>
                </a:lnTo>
                <a:cubicBezTo>
                  <a:pt x="f694" y="f695"/>
                  <a:pt x="f696" y="f697"/>
                  <a:pt x="f3" y="f698"/>
                </a:cubicBezTo>
                <a:lnTo>
                  <a:pt x="f3" y="f699"/>
                </a:lnTo>
                <a:cubicBezTo>
                  <a:pt x="f700" y="f701"/>
                  <a:pt x="f702" y="f703"/>
                  <a:pt x="f704" y="f540"/>
                </a:cubicBezTo>
                <a:cubicBezTo>
                  <a:pt x="f705" y="f706"/>
                  <a:pt x="f707" y="f708"/>
                  <a:pt x="f3" y="f709"/>
                </a:cubicBezTo>
                <a:lnTo>
                  <a:pt x="f3" y="f710"/>
                </a:lnTo>
                <a:cubicBezTo>
                  <a:pt x="f711" y="f712"/>
                  <a:pt x="f713" y="f714"/>
                  <a:pt x="f715" y="f716"/>
                </a:cubicBezTo>
                <a:cubicBezTo>
                  <a:pt x="f717" y="f718"/>
                  <a:pt x="f719" y="f720"/>
                  <a:pt x="f721" y="f722"/>
                </a:cubicBezTo>
                <a:lnTo>
                  <a:pt x="f723" y="f724"/>
                </a:lnTo>
                <a:cubicBezTo>
                  <a:pt x="f725" y="f726"/>
                  <a:pt x="f727" y="f728"/>
                  <a:pt x="f729" y="f730"/>
                </a:cubicBezTo>
                <a:cubicBezTo>
                  <a:pt x="f731" y="f732"/>
                  <a:pt x="f733" y="f734"/>
                  <a:pt x="f733" y="f735"/>
                </a:cubicBezTo>
                <a:lnTo>
                  <a:pt x="f736" y="f737"/>
                </a:lnTo>
                <a:lnTo>
                  <a:pt x="f738" y="f739"/>
                </a:lnTo>
                <a:close/>
                <a:moveTo>
                  <a:pt x="f740" y="f677"/>
                </a:moveTo>
                <a:lnTo>
                  <a:pt x="f741" y="f739"/>
                </a:lnTo>
                <a:lnTo>
                  <a:pt x="f742" y="f737"/>
                </a:lnTo>
                <a:lnTo>
                  <a:pt x="f743" y="f735"/>
                </a:lnTo>
                <a:cubicBezTo>
                  <a:pt x="f743" y="f734"/>
                  <a:pt x="f744" y="f732"/>
                  <a:pt x="f745" y="f730"/>
                </a:cubicBezTo>
                <a:cubicBezTo>
                  <a:pt x="f746" y="f728"/>
                  <a:pt x="f747" y="f726"/>
                  <a:pt x="f748" y="f724"/>
                </a:cubicBezTo>
                <a:lnTo>
                  <a:pt x="f749" y="f722"/>
                </a:lnTo>
                <a:cubicBezTo>
                  <a:pt x="f750" y="f720"/>
                  <a:pt x="f751" y="f718"/>
                  <a:pt x="f752" y="f716"/>
                </a:cubicBezTo>
                <a:cubicBezTo>
                  <a:pt x="f753" y="f754"/>
                  <a:pt x="f755" y="f756"/>
                  <a:pt x="f757" y="f660"/>
                </a:cubicBezTo>
                <a:lnTo>
                  <a:pt x="f758" y="f658"/>
                </a:lnTo>
                <a:cubicBezTo>
                  <a:pt x="f759" y="f657"/>
                  <a:pt x="f760" y="f655"/>
                  <a:pt x="f761" y="f653"/>
                </a:cubicBezTo>
                <a:cubicBezTo>
                  <a:pt x="f762" y="f651"/>
                  <a:pt x="f763" y="f649"/>
                  <a:pt x="f764" y="f647"/>
                </a:cubicBezTo>
                <a:lnTo>
                  <a:pt x="f765" y="f645"/>
                </a:lnTo>
                <a:lnTo>
                  <a:pt x="f766" y="f644"/>
                </a:lnTo>
                <a:lnTo>
                  <a:pt x="f767" y="f643"/>
                </a:lnTo>
                <a:cubicBezTo>
                  <a:pt x="f768" y="f641"/>
                  <a:pt x="f769" y="f639"/>
                  <a:pt x="f769" y="f638"/>
                </a:cubicBezTo>
                <a:cubicBezTo>
                  <a:pt x="f769" y="f637"/>
                  <a:pt x="f770" y="f636"/>
                  <a:pt x="f771" y="f635"/>
                </a:cubicBezTo>
                <a:cubicBezTo>
                  <a:pt x="f772" y="f634"/>
                  <a:pt x="f773" y="f633"/>
                  <a:pt x="f774" y="f631"/>
                </a:cubicBezTo>
                <a:lnTo>
                  <a:pt x="f775" y="f629"/>
                </a:lnTo>
                <a:cubicBezTo>
                  <a:pt x="f776" y="f627"/>
                  <a:pt x="f777" y="f625"/>
                  <a:pt x="f778" y="f623"/>
                </a:cubicBezTo>
                <a:cubicBezTo>
                  <a:pt x="f779" y="f780"/>
                  <a:pt x="f781" y="f782"/>
                  <a:pt x="f783" y="f693"/>
                </a:cubicBezTo>
                <a:lnTo>
                  <a:pt x="f784" y="f691"/>
                </a:lnTo>
                <a:cubicBezTo>
                  <a:pt x="f785" y="f689"/>
                  <a:pt x="f786" y="f687"/>
                  <a:pt x="f787" y="f685"/>
                </a:cubicBezTo>
                <a:cubicBezTo>
                  <a:pt x="f788" y="f683"/>
                  <a:pt x="f789" y="f681"/>
                  <a:pt x="f790" y="f679"/>
                </a:cubicBezTo>
                <a:close/>
                <a:moveTo>
                  <a:pt x="f791" y="f677"/>
                </a:moveTo>
                <a:lnTo>
                  <a:pt x="f792" y="f679"/>
                </a:lnTo>
                <a:cubicBezTo>
                  <a:pt x="f793" y="f681"/>
                  <a:pt x="f794" y="f683"/>
                  <a:pt x="f795" y="f685"/>
                </a:cubicBezTo>
                <a:cubicBezTo>
                  <a:pt x="f796" y="f687"/>
                  <a:pt x="f797" y="f689"/>
                  <a:pt x="f798" y="f691"/>
                </a:cubicBezTo>
                <a:lnTo>
                  <a:pt x="f799" y="f693"/>
                </a:lnTo>
                <a:cubicBezTo>
                  <a:pt x="f800" y="f782"/>
                  <a:pt x="f801" y="f780"/>
                  <a:pt x="f802" y="f623"/>
                </a:cubicBezTo>
                <a:cubicBezTo>
                  <a:pt x="f803" y="f625"/>
                  <a:pt x="f804" y="f627"/>
                  <a:pt x="f805" y="f629"/>
                </a:cubicBezTo>
                <a:lnTo>
                  <a:pt x="f806" y="f631"/>
                </a:lnTo>
                <a:cubicBezTo>
                  <a:pt x="f807" y="f633"/>
                  <a:pt x="f94" y="f634"/>
                  <a:pt x="f93" y="f635"/>
                </a:cubicBezTo>
                <a:cubicBezTo>
                  <a:pt x="f92" y="f636"/>
                  <a:pt x="f91" y="f637"/>
                  <a:pt x="f91" y="f638"/>
                </a:cubicBezTo>
                <a:cubicBezTo>
                  <a:pt x="f91" y="f639"/>
                  <a:pt x="f808" y="f641"/>
                  <a:pt x="f809" y="f643"/>
                </a:cubicBezTo>
                <a:lnTo>
                  <a:pt x="f89" y="f644"/>
                </a:lnTo>
                <a:lnTo>
                  <a:pt x="f88" y="f645"/>
                </a:lnTo>
                <a:lnTo>
                  <a:pt x="f810" y="f647"/>
                </a:lnTo>
                <a:cubicBezTo>
                  <a:pt x="f811" y="f649"/>
                  <a:pt x="f812" y="f651"/>
                  <a:pt x="f813" y="f653"/>
                </a:cubicBezTo>
                <a:cubicBezTo>
                  <a:pt x="f814" y="f655"/>
                  <a:pt x="f815" y="f657"/>
                  <a:pt x="f116" y="f658"/>
                </a:cubicBezTo>
                <a:lnTo>
                  <a:pt x="f816" y="f660"/>
                </a:lnTo>
                <a:cubicBezTo>
                  <a:pt x="f817" y="f756"/>
                  <a:pt x="f818" y="f754"/>
                  <a:pt x="f819" y="f716"/>
                </a:cubicBezTo>
                <a:cubicBezTo>
                  <a:pt x="f820" y="f718"/>
                  <a:pt x="f821" y="f720"/>
                  <a:pt x="f822" y="f722"/>
                </a:cubicBezTo>
                <a:lnTo>
                  <a:pt x="f823" y="f724"/>
                </a:lnTo>
                <a:cubicBezTo>
                  <a:pt x="f824" y="f726"/>
                  <a:pt x="f825" y="f728"/>
                  <a:pt x="f826" y="f730"/>
                </a:cubicBezTo>
                <a:cubicBezTo>
                  <a:pt x="f827" y="f732"/>
                  <a:pt x="f828" y="f734"/>
                  <a:pt x="f828" y="f735"/>
                </a:cubicBezTo>
                <a:lnTo>
                  <a:pt x="f829" y="f737"/>
                </a:lnTo>
                <a:lnTo>
                  <a:pt x="f830" y="f739"/>
                </a:lnTo>
                <a:close/>
                <a:moveTo>
                  <a:pt x="f831" y="f677"/>
                </a:moveTo>
                <a:lnTo>
                  <a:pt x="f832" y="f739"/>
                </a:lnTo>
                <a:lnTo>
                  <a:pt x="f833" y="f737"/>
                </a:lnTo>
                <a:lnTo>
                  <a:pt x="f834" y="f735"/>
                </a:lnTo>
                <a:cubicBezTo>
                  <a:pt x="f834" y="f734"/>
                  <a:pt x="f835" y="f732"/>
                  <a:pt x="f836" y="f730"/>
                </a:cubicBezTo>
                <a:cubicBezTo>
                  <a:pt x="f837" y="f728"/>
                  <a:pt x="f838" y="f726"/>
                  <a:pt x="f839" y="f724"/>
                </a:cubicBezTo>
                <a:lnTo>
                  <a:pt x="f840" y="f722"/>
                </a:lnTo>
                <a:cubicBezTo>
                  <a:pt x="f841" y="f720"/>
                  <a:pt x="f842" y="f718"/>
                  <a:pt x="f843" y="f716"/>
                </a:cubicBezTo>
                <a:cubicBezTo>
                  <a:pt x="f844" y="f754"/>
                  <a:pt x="f845" y="f756"/>
                  <a:pt x="f846" y="f660"/>
                </a:cubicBezTo>
                <a:lnTo>
                  <a:pt x="f847" y="f658"/>
                </a:lnTo>
                <a:cubicBezTo>
                  <a:pt x="f848" y="f657"/>
                  <a:pt x="f849" y="f655"/>
                  <a:pt x="f850" y="f653"/>
                </a:cubicBezTo>
                <a:cubicBezTo>
                  <a:pt x="f851" y="f651"/>
                  <a:pt x="f852" y="f649"/>
                  <a:pt x="f853" y="f647"/>
                </a:cubicBezTo>
                <a:lnTo>
                  <a:pt x="f854" y="f645"/>
                </a:lnTo>
                <a:lnTo>
                  <a:pt x="f855" y="f644"/>
                </a:lnTo>
                <a:lnTo>
                  <a:pt x="f856" y="f643"/>
                </a:lnTo>
                <a:cubicBezTo>
                  <a:pt x="f857" y="f641"/>
                  <a:pt x="f858" y="f639"/>
                  <a:pt x="f858" y="f638"/>
                </a:cubicBezTo>
                <a:cubicBezTo>
                  <a:pt x="f858" y="f637"/>
                  <a:pt x="f859" y="f636"/>
                  <a:pt x="f860" y="f635"/>
                </a:cubicBezTo>
                <a:cubicBezTo>
                  <a:pt x="f861" y="f634"/>
                  <a:pt x="f862" y="f633"/>
                  <a:pt x="f863" y="f631"/>
                </a:cubicBezTo>
                <a:lnTo>
                  <a:pt x="f864" y="f629"/>
                </a:lnTo>
                <a:cubicBezTo>
                  <a:pt x="f865" y="f627"/>
                  <a:pt x="f866" y="f625"/>
                  <a:pt x="f867" y="f623"/>
                </a:cubicBezTo>
                <a:cubicBezTo>
                  <a:pt x="f868" y="f780"/>
                  <a:pt x="f869" y="f782"/>
                  <a:pt x="f870" y="f693"/>
                </a:cubicBezTo>
                <a:lnTo>
                  <a:pt x="f871" y="f691"/>
                </a:lnTo>
                <a:cubicBezTo>
                  <a:pt x="f872" y="f689"/>
                  <a:pt x="f873" y="f687"/>
                  <a:pt x="f874" y="f685"/>
                </a:cubicBezTo>
                <a:cubicBezTo>
                  <a:pt x="f875" y="f683"/>
                  <a:pt x="f876" y="f681"/>
                  <a:pt x="f877" y="f679"/>
                </a:cubicBezTo>
                <a:close/>
                <a:moveTo>
                  <a:pt x="f878" y="f677"/>
                </a:moveTo>
                <a:lnTo>
                  <a:pt x="f879" y="f679"/>
                </a:lnTo>
                <a:cubicBezTo>
                  <a:pt x="f880" y="f681"/>
                  <a:pt x="f881" y="f683"/>
                  <a:pt x="f882" y="f685"/>
                </a:cubicBezTo>
                <a:cubicBezTo>
                  <a:pt x="f883" y="f687"/>
                  <a:pt x="f884" y="f689"/>
                  <a:pt x="f885" y="f691"/>
                </a:cubicBezTo>
                <a:lnTo>
                  <a:pt x="f886" y="f693"/>
                </a:lnTo>
                <a:cubicBezTo>
                  <a:pt x="f887" y="f782"/>
                  <a:pt x="f888" y="f780"/>
                  <a:pt x="f889" y="f623"/>
                </a:cubicBezTo>
                <a:cubicBezTo>
                  <a:pt x="f890" y="f625"/>
                  <a:pt x="f891" y="f627"/>
                  <a:pt x="f892" y="f629"/>
                </a:cubicBezTo>
                <a:lnTo>
                  <a:pt x="f893" y="f631"/>
                </a:lnTo>
                <a:cubicBezTo>
                  <a:pt x="f894" y="f633"/>
                  <a:pt x="f163" y="f634"/>
                  <a:pt x="f162" y="f635"/>
                </a:cubicBezTo>
                <a:cubicBezTo>
                  <a:pt x="f161" y="f636"/>
                  <a:pt x="f160" y="f637"/>
                  <a:pt x="f160" y="f638"/>
                </a:cubicBezTo>
                <a:cubicBezTo>
                  <a:pt x="f160" y="f639"/>
                  <a:pt x="f895" y="f641"/>
                  <a:pt x="f896" y="f643"/>
                </a:cubicBezTo>
                <a:lnTo>
                  <a:pt x="f158" y="f644"/>
                </a:lnTo>
                <a:lnTo>
                  <a:pt x="f157" y="f645"/>
                </a:lnTo>
                <a:lnTo>
                  <a:pt x="f897" y="f647"/>
                </a:lnTo>
                <a:cubicBezTo>
                  <a:pt x="f898" y="f649"/>
                  <a:pt x="f899" y="f651"/>
                  <a:pt x="f900" y="f653"/>
                </a:cubicBezTo>
                <a:cubicBezTo>
                  <a:pt x="f901" y="f655"/>
                  <a:pt x="f902" y="f657"/>
                  <a:pt x="f184" y="f658"/>
                </a:cubicBezTo>
                <a:lnTo>
                  <a:pt x="f903" y="f660"/>
                </a:lnTo>
                <a:cubicBezTo>
                  <a:pt x="f904" y="f756"/>
                  <a:pt x="f905" y="f754"/>
                  <a:pt x="f906" y="f716"/>
                </a:cubicBezTo>
                <a:cubicBezTo>
                  <a:pt x="f907" y="f718"/>
                  <a:pt x="f908" y="f720"/>
                  <a:pt x="f909" y="f722"/>
                </a:cubicBezTo>
                <a:lnTo>
                  <a:pt x="f910" y="f724"/>
                </a:lnTo>
                <a:cubicBezTo>
                  <a:pt x="f911" y="f726"/>
                  <a:pt x="f912" y="f728"/>
                  <a:pt x="f913" y="f730"/>
                </a:cubicBezTo>
                <a:cubicBezTo>
                  <a:pt x="f914" y="f732"/>
                  <a:pt x="f915" y="f734"/>
                  <a:pt x="f915" y="f735"/>
                </a:cubicBezTo>
                <a:lnTo>
                  <a:pt x="f916" y="f737"/>
                </a:lnTo>
                <a:lnTo>
                  <a:pt x="f917" y="f739"/>
                </a:lnTo>
                <a:close/>
                <a:moveTo>
                  <a:pt x="f918" y="f677"/>
                </a:moveTo>
                <a:lnTo>
                  <a:pt x="f919" y="f739"/>
                </a:lnTo>
                <a:lnTo>
                  <a:pt x="f920" y="f737"/>
                </a:lnTo>
                <a:lnTo>
                  <a:pt x="f921" y="f735"/>
                </a:lnTo>
                <a:cubicBezTo>
                  <a:pt x="f921" y="f734"/>
                  <a:pt x="f922" y="f732"/>
                  <a:pt x="f923" y="f730"/>
                </a:cubicBezTo>
                <a:cubicBezTo>
                  <a:pt x="f924" y="f728"/>
                  <a:pt x="f925" y="f726"/>
                  <a:pt x="f926" y="f724"/>
                </a:cubicBezTo>
                <a:lnTo>
                  <a:pt x="f927" y="f722"/>
                </a:lnTo>
                <a:cubicBezTo>
                  <a:pt x="f928" y="f720"/>
                  <a:pt x="f929" y="f718"/>
                  <a:pt x="f930" y="f716"/>
                </a:cubicBezTo>
                <a:cubicBezTo>
                  <a:pt x="f931" y="f754"/>
                  <a:pt x="f932" y="f756"/>
                  <a:pt x="f933" y="f660"/>
                </a:cubicBezTo>
                <a:lnTo>
                  <a:pt x="f934" y="f658"/>
                </a:lnTo>
                <a:cubicBezTo>
                  <a:pt x="f935" y="f657"/>
                  <a:pt x="f936" y="f655"/>
                  <a:pt x="f937" y="f653"/>
                </a:cubicBezTo>
                <a:cubicBezTo>
                  <a:pt x="f938" y="f651"/>
                  <a:pt x="f939" y="f649"/>
                  <a:pt x="f940" y="f647"/>
                </a:cubicBezTo>
                <a:lnTo>
                  <a:pt x="f941" y="f645"/>
                </a:lnTo>
                <a:lnTo>
                  <a:pt x="f942" y="f644"/>
                </a:lnTo>
                <a:lnTo>
                  <a:pt x="f943" y="f643"/>
                </a:lnTo>
                <a:cubicBezTo>
                  <a:pt x="f944" y="f641"/>
                  <a:pt x="f945" y="f639"/>
                  <a:pt x="f945" y="f638"/>
                </a:cubicBezTo>
                <a:cubicBezTo>
                  <a:pt x="f945" y="f637"/>
                  <a:pt x="f946" y="f636"/>
                  <a:pt x="f947" y="f635"/>
                </a:cubicBezTo>
                <a:cubicBezTo>
                  <a:pt x="f948" y="f634"/>
                  <a:pt x="f949" y="f633"/>
                  <a:pt x="f950" y="f631"/>
                </a:cubicBezTo>
                <a:lnTo>
                  <a:pt x="f951" y="f629"/>
                </a:lnTo>
                <a:cubicBezTo>
                  <a:pt x="f952" y="f627"/>
                  <a:pt x="f953" y="f625"/>
                  <a:pt x="f954" y="f623"/>
                </a:cubicBezTo>
                <a:cubicBezTo>
                  <a:pt x="f955" y="f780"/>
                  <a:pt x="f956" y="f782"/>
                  <a:pt x="f957" y="f693"/>
                </a:cubicBezTo>
                <a:lnTo>
                  <a:pt x="f958" y="f691"/>
                </a:lnTo>
                <a:cubicBezTo>
                  <a:pt x="f959" y="f689"/>
                  <a:pt x="f960" y="f687"/>
                  <a:pt x="f961" y="f685"/>
                </a:cubicBezTo>
                <a:cubicBezTo>
                  <a:pt x="f962" y="f683"/>
                  <a:pt x="f963" y="f681"/>
                  <a:pt x="f964" y="f679"/>
                </a:cubicBezTo>
                <a:close/>
                <a:moveTo>
                  <a:pt x="f965" y="f677"/>
                </a:moveTo>
                <a:lnTo>
                  <a:pt x="f966" y="f679"/>
                </a:lnTo>
                <a:cubicBezTo>
                  <a:pt x="f967" y="f681"/>
                  <a:pt x="f968" y="f683"/>
                  <a:pt x="f969" y="f685"/>
                </a:cubicBezTo>
                <a:cubicBezTo>
                  <a:pt x="f970" y="f687"/>
                  <a:pt x="f971" y="f689"/>
                  <a:pt x="f972" y="f691"/>
                </a:cubicBezTo>
                <a:lnTo>
                  <a:pt x="f973" y="f693"/>
                </a:lnTo>
                <a:cubicBezTo>
                  <a:pt x="f974" y="f782"/>
                  <a:pt x="f975" y="f780"/>
                  <a:pt x="f976" y="f623"/>
                </a:cubicBezTo>
                <a:cubicBezTo>
                  <a:pt x="f977" y="f625"/>
                  <a:pt x="f978" y="f627"/>
                  <a:pt x="f979" y="f629"/>
                </a:cubicBezTo>
                <a:lnTo>
                  <a:pt x="f980" y="f631"/>
                </a:lnTo>
                <a:cubicBezTo>
                  <a:pt x="f981" y="f633"/>
                  <a:pt x="f982" y="f634"/>
                  <a:pt x="f983" y="f635"/>
                </a:cubicBezTo>
                <a:cubicBezTo>
                  <a:pt x="f984" y="f636"/>
                  <a:pt x="f228" y="f637"/>
                  <a:pt x="f228" y="f638"/>
                </a:cubicBezTo>
                <a:cubicBezTo>
                  <a:pt x="f228" y="f639"/>
                  <a:pt x="f985" y="f641"/>
                  <a:pt x="f986" y="f643"/>
                </a:cubicBezTo>
                <a:lnTo>
                  <a:pt x="f226" y="f644"/>
                </a:lnTo>
                <a:lnTo>
                  <a:pt x="f225" y="f645"/>
                </a:lnTo>
                <a:lnTo>
                  <a:pt x="f987" y="f647"/>
                </a:lnTo>
                <a:cubicBezTo>
                  <a:pt x="f988" y="f649"/>
                  <a:pt x="f989" y="f651"/>
                  <a:pt x="f990" y="f653"/>
                </a:cubicBezTo>
                <a:cubicBezTo>
                  <a:pt x="f991" y="f655"/>
                  <a:pt x="f992" y="f657"/>
                  <a:pt x="f993" y="f658"/>
                </a:cubicBezTo>
                <a:lnTo>
                  <a:pt x="f994" y="f660"/>
                </a:lnTo>
                <a:cubicBezTo>
                  <a:pt x="f995" y="f756"/>
                  <a:pt x="f996" y="f754"/>
                  <a:pt x="f997" y="f716"/>
                </a:cubicBezTo>
                <a:cubicBezTo>
                  <a:pt x="f998" y="f718"/>
                  <a:pt x="f999" y="f720"/>
                  <a:pt x="f1000" y="f722"/>
                </a:cubicBezTo>
                <a:lnTo>
                  <a:pt x="f1001" y="f724"/>
                </a:lnTo>
                <a:cubicBezTo>
                  <a:pt x="f1002" y="f726"/>
                  <a:pt x="f1003" y="f728"/>
                  <a:pt x="f1004" y="f730"/>
                </a:cubicBezTo>
                <a:cubicBezTo>
                  <a:pt x="f1005" y="f732"/>
                  <a:pt x="f1006" y="f734"/>
                  <a:pt x="f1006" y="f735"/>
                </a:cubicBezTo>
                <a:lnTo>
                  <a:pt x="f1007" y="f737"/>
                </a:lnTo>
                <a:lnTo>
                  <a:pt x="f1008" y="f739"/>
                </a:lnTo>
                <a:close/>
                <a:moveTo>
                  <a:pt x="f1009" y="f677"/>
                </a:moveTo>
                <a:lnTo>
                  <a:pt x="f1010" y="f739"/>
                </a:lnTo>
                <a:lnTo>
                  <a:pt x="f1011" y="f737"/>
                </a:lnTo>
                <a:lnTo>
                  <a:pt x="f1012" y="f735"/>
                </a:lnTo>
                <a:cubicBezTo>
                  <a:pt x="f1012" y="f734"/>
                  <a:pt x="f1013" y="f732"/>
                  <a:pt x="f1014" y="f730"/>
                </a:cubicBezTo>
                <a:cubicBezTo>
                  <a:pt x="f1015" y="f728"/>
                  <a:pt x="f1016" y="f726"/>
                  <a:pt x="f1017" y="f724"/>
                </a:cubicBezTo>
                <a:lnTo>
                  <a:pt x="f1018" y="f722"/>
                </a:lnTo>
                <a:cubicBezTo>
                  <a:pt x="f1019" y="f720"/>
                  <a:pt x="f1020" y="f718"/>
                  <a:pt x="f1021" y="f716"/>
                </a:cubicBezTo>
                <a:cubicBezTo>
                  <a:pt x="f1022" y="f754"/>
                  <a:pt x="f1023" y="f756"/>
                  <a:pt x="f1024" y="f660"/>
                </a:cubicBezTo>
                <a:lnTo>
                  <a:pt x="f1025" y="f658"/>
                </a:lnTo>
                <a:cubicBezTo>
                  <a:pt x="f1026" y="f657"/>
                  <a:pt x="f1027" y="f655"/>
                  <a:pt x="f1028" y="f653"/>
                </a:cubicBezTo>
                <a:cubicBezTo>
                  <a:pt x="f1029" y="f651"/>
                  <a:pt x="f1030" y="f649"/>
                  <a:pt x="f1031" y="f647"/>
                </a:cubicBezTo>
                <a:lnTo>
                  <a:pt x="f1032" y="f645"/>
                </a:lnTo>
                <a:lnTo>
                  <a:pt x="f1033" y="f644"/>
                </a:lnTo>
                <a:lnTo>
                  <a:pt x="f1034" y="f643"/>
                </a:lnTo>
                <a:cubicBezTo>
                  <a:pt x="f1035" y="f641"/>
                  <a:pt x="f1036" y="f639"/>
                  <a:pt x="f1036" y="f638"/>
                </a:cubicBezTo>
                <a:cubicBezTo>
                  <a:pt x="f1036" y="f637"/>
                  <a:pt x="f1037" y="f636"/>
                  <a:pt x="f1038" y="f635"/>
                </a:cubicBezTo>
                <a:cubicBezTo>
                  <a:pt x="f1039" y="f634"/>
                  <a:pt x="f1040" y="f633"/>
                  <a:pt x="f1041" y="f631"/>
                </a:cubicBezTo>
                <a:lnTo>
                  <a:pt x="f1042" y="f629"/>
                </a:lnTo>
                <a:cubicBezTo>
                  <a:pt x="f1043" y="f627"/>
                  <a:pt x="f1044" y="f625"/>
                  <a:pt x="f1045" y="f623"/>
                </a:cubicBezTo>
                <a:cubicBezTo>
                  <a:pt x="f1046" y="f780"/>
                  <a:pt x="f1047" y="f782"/>
                  <a:pt x="f1048" y="f693"/>
                </a:cubicBezTo>
                <a:lnTo>
                  <a:pt x="f1049" y="f691"/>
                </a:lnTo>
                <a:cubicBezTo>
                  <a:pt x="f1050" y="f689"/>
                  <a:pt x="f1051" y="f687"/>
                  <a:pt x="f1052" y="f685"/>
                </a:cubicBezTo>
                <a:cubicBezTo>
                  <a:pt x="f1053" y="f683"/>
                  <a:pt x="f1054" y="f681"/>
                  <a:pt x="f1055" y="f679"/>
                </a:cubicBezTo>
                <a:close/>
                <a:moveTo>
                  <a:pt x="f1056" y="f677"/>
                </a:moveTo>
                <a:lnTo>
                  <a:pt x="f1057" y="f679"/>
                </a:lnTo>
                <a:cubicBezTo>
                  <a:pt x="f1058" y="f681"/>
                  <a:pt x="f1059" y="f683"/>
                  <a:pt x="f1060" y="f685"/>
                </a:cubicBezTo>
                <a:cubicBezTo>
                  <a:pt x="f1061" y="f687"/>
                  <a:pt x="f1062" y="f689"/>
                  <a:pt x="f1063" y="f691"/>
                </a:cubicBezTo>
                <a:lnTo>
                  <a:pt x="f1064" y="f693"/>
                </a:lnTo>
                <a:cubicBezTo>
                  <a:pt x="f1065" y="f782"/>
                  <a:pt x="f1066" y="f780"/>
                  <a:pt x="f1067" y="f623"/>
                </a:cubicBezTo>
                <a:cubicBezTo>
                  <a:pt x="f1068" y="f625"/>
                  <a:pt x="f1069" y="f627"/>
                  <a:pt x="f1070" y="f629"/>
                </a:cubicBezTo>
                <a:lnTo>
                  <a:pt x="f1071" y="f631"/>
                </a:lnTo>
                <a:cubicBezTo>
                  <a:pt x="f1072" y="f633"/>
                  <a:pt x="f299" y="f634"/>
                  <a:pt x="f298" y="f635"/>
                </a:cubicBezTo>
                <a:cubicBezTo>
                  <a:pt x="f297" y="f636"/>
                  <a:pt x="f296" y="f637"/>
                  <a:pt x="f296" y="f638"/>
                </a:cubicBezTo>
                <a:cubicBezTo>
                  <a:pt x="f296" y="f639"/>
                  <a:pt x="f1073" y="f641"/>
                  <a:pt x="f1074" y="f643"/>
                </a:cubicBezTo>
                <a:lnTo>
                  <a:pt x="f294" y="f644"/>
                </a:lnTo>
                <a:lnTo>
                  <a:pt x="f293" y="f645"/>
                </a:lnTo>
                <a:lnTo>
                  <a:pt x="f1075" y="f647"/>
                </a:lnTo>
                <a:cubicBezTo>
                  <a:pt x="f1076" y="f649"/>
                  <a:pt x="f1077" y="f651"/>
                  <a:pt x="f1078" y="f653"/>
                </a:cubicBezTo>
                <a:cubicBezTo>
                  <a:pt x="f1079" y="f655"/>
                  <a:pt x="f1080" y="f657"/>
                  <a:pt x="f320" y="f658"/>
                </a:cubicBezTo>
                <a:lnTo>
                  <a:pt x="f1081" y="f660"/>
                </a:lnTo>
                <a:cubicBezTo>
                  <a:pt x="f1082" y="f756"/>
                  <a:pt x="f1083" y="f754"/>
                  <a:pt x="f1084" y="f716"/>
                </a:cubicBezTo>
                <a:cubicBezTo>
                  <a:pt x="f1085" y="f718"/>
                  <a:pt x="f1086" y="f720"/>
                  <a:pt x="f1087" y="f722"/>
                </a:cubicBezTo>
                <a:lnTo>
                  <a:pt x="f1088" y="f724"/>
                </a:lnTo>
                <a:cubicBezTo>
                  <a:pt x="f1089" y="f726"/>
                  <a:pt x="f1090" y="f728"/>
                  <a:pt x="f1091" y="f730"/>
                </a:cubicBezTo>
                <a:cubicBezTo>
                  <a:pt x="f1092" y="f732"/>
                  <a:pt x="f1093" y="f734"/>
                  <a:pt x="f1093" y="f735"/>
                </a:cubicBezTo>
                <a:lnTo>
                  <a:pt x="f1094" y="f737"/>
                </a:lnTo>
                <a:lnTo>
                  <a:pt x="f1095" y="f739"/>
                </a:lnTo>
                <a:close/>
                <a:moveTo>
                  <a:pt x="f1096" y="f677"/>
                </a:moveTo>
                <a:lnTo>
                  <a:pt x="f1097" y="f739"/>
                </a:lnTo>
                <a:lnTo>
                  <a:pt x="f1098" y="f737"/>
                </a:lnTo>
                <a:lnTo>
                  <a:pt x="f1099" y="f735"/>
                </a:lnTo>
                <a:cubicBezTo>
                  <a:pt x="f1099" y="f734"/>
                  <a:pt x="f1100" y="f732"/>
                  <a:pt x="f1101" y="f730"/>
                </a:cubicBezTo>
                <a:cubicBezTo>
                  <a:pt x="f1102" y="f728"/>
                  <a:pt x="f1103" y="f726"/>
                  <a:pt x="f1104" y="f724"/>
                </a:cubicBezTo>
                <a:lnTo>
                  <a:pt x="f1105" y="f722"/>
                </a:lnTo>
                <a:cubicBezTo>
                  <a:pt x="f1106" y="f720"/>
                  <a:pt x="f1107" y="f718"/>
                  <a:pt x="f1108" y="f716"/>
                </a:cubicBezTo>
                <a:cubicBezTo>
                  <a:pt x="f1109" y="f754"/>
                  <a:pt x="f1110" y="f756"/>
                  <a:pt x="f1111" y="f660"/>
                </a:cubicBezTo>
                <a:lnTo>
                  <a:pt x="f1112" y="f658"/>
                </a:lnTo>
                <a:cubicBezTo>
                  <a:pt x="f1113" y="f657"/>
                  <a:pt x="f1114" y="f655"/>
                  <a:pt x="f1115" y="f653"/>
                </a:cubicBezTo>
                <a:cubicBezTo>
                  <a:pt x="f1116" y="f651"/>
                  <a:pt x="f1117" y="f649"/>
                  <a:pt x="f1118" y="f647"/>
                </a:cubicBezTo>
                <a:lnTo>
                  <a:pt x="f1119" y="f645"/>
                </a:lnTo>
                <a:lnTo>
                  <a:pt x="f1120" y="f644"/>
                </a:lnTo>
                <a:lnTo>
                  <a:pt x="f1121" y="f643"/>
                </a:lnTo>
                <a:cubicBezTo>
                  <a:pt x="f1122" y="f641"/>
                  <a:pt x="f1123" y="f639"/>
                  <a:pt x="f1123" y="f638"/>
                </a:cubicBezTo>
                <a:cubicBezTo>
                  <a:pt x="f1123" y="f637"/>
                  <a:pt x="f1124" y="f636"/>
                  <a:pt x="f1125" y="f635"/>
                </a:cubicBezTo>
                <a:cubicBezTo>
                  <a:pt x="f1126" y="f634"/>
                  <a:pt x="f1127" y="f633"/>
                  <a:pt x="f1128" y="f631"/>
                </a:cubicBezTo>
                <a:lnTo>
                  <a:pt x="f1129" y="f629"/>
                </a:lnTo>
                <a:cubicBezTo>
                  <a:pt x="f1130" y="f627"/>
                  <a:pt x="f1131" y="f625"/>
                  <a:pt x="f1132" y="f623"/>
                </a:cubicBezTo>
                <a:cubicBezTo>
                  <a:pt x="f1133" y="f780"/>
                  <a:pt x="f1134" y="f782"/>
                  <a:pt x="f1135" y="f693"/>
                </a:cubicBezTo>
                <a:lnTo>
                  <a:pt x="f1136" y="f691"/>
                </a:lnTo>
                <a:cubicBezTo>
                  <a:pt x="f1137" y="f689"/>
                  <a:pt x="f1138" y="f687"/>
                  <a:pt x="f1139" y="f685"/>
                </a:cubicBezTo>
                <a:cubicBezTo>
                  <a:pt x="f1140" y="f683"/>
                  <a:pt x="f1141" y="f681"/>
                  <a:pt x="f1142" y="f679"/>
                </a:cubicBezTo>
                <a:close/>
                <a:moveTo>
                  <a:pt x="f1143" y="f677"/>
                </a:moveTo>
                <a:lnTo>
                  <a:pt x="f1144" y="f679"/>
                </a:lnTo>
                <a:cubicBezTo>
                  <a:pt x="f1145" y="f681"/>
                  <a:pt x="f1146" y="f683"/>
                  <a:pt x="f1147" y="f685"/>
                </a:cubicBezTo>
                <a:cubicBezTo>
                  <a:pt x="f1148" y="f687"/>
                  <a:pt x="f1149" y="f689"/>
                  <a:pt x="f1150" y="f691"/>
                </a:cubicBezTo>
                <a:lnTo>
                  <a:pt x="f1151" y="f693"/>
                </a:lnTo>
                <a:cubicBezTo>
                  <a:pt x="f1152" y="f782"/>
                  <a:pt x="f1153" y="f780"/>
                  <a:pt x="f1154" y="f623"/>
                </a:cubicBezTo>
                <a:cubicBezTo>
                  <a:pt x="f1155" y="f625"/>
                  <a:pt x="f1156" y="f627"/>
                  <a:pt x="f1157" y="f629"/>
                </a:cubicBezTo>
                <a:lnTo>
                  <a:pt x="f1158" y="f631"/>
                </a:lnTo>
                <a:cubicBezTo>
                  <a:pt x="f1159" y="f633"/>
                  <a:pt x="f367" y="f634"/>
                  <a:pt x="f366" y="f635"/>
                </a:cubicBezTo>
                <a:cubicBezTo>
                  <a:pt x="f365" y="f636"/>
                  <a:pt x="f364" y="f637"/>
                  <a:pt x="f364" y="f638"/>
                </a:cubicBezTo>
                <a:cubicBezTo>
                  <a:pt x="f364" y="f639"/>
                  <a:pt x="f1160" y="f641"/>
                  <a:pt x="f1161" y="f643"/>
                </a:cubicBezTo>
                <a:lnTo>
                  <a:pt x="f362" y="f644"/>
                </a:lnTo>
                <a:lnTo>
                  <a:pt x="f361" y="f645"/>
                </a:lnTo>
                <a:lnTo>
                  <a:pt x="f1162" y="f647"/>
                </a:lnTo>
                <a:cubicBezTo>
                  <a:pt x="f1163" y="f649"/>
                  <a:pt x="f1164" y="f651"/>
                  <a:pt x="f1165" y="f653"/>
                </a:cubicBezTo>
                <a:cubicBezTo>
                  <a:pt x="f1166" y="f655"/>
                  <a:pt x="f1167" y="f657"/>
                  <a:pt x="f388" y="f658"/>
                </a:cubicBezTo>
                <a:lnTo>
                  <a:pt x="f1168" y="f660"/>
                </a:lnTo>
                <a:cubicBezTo>
                  <a:pt x="f1169" y="f756"/>
                  <a:pt x="f1170" y="f754"/>
                  <a:pt x="f1171" y="f716"/>
                </a:cubicBezTo>
                <a:cubicBezTo>
                  <a:pt x="f1172" y="f718"/>
                  <a:pt x="f1173" y="f720"/>
                  <a:pt x="f1174" y="f722"/>
                </a:cubicBezTo>
                <a:lnTo>
                  <a:pt x="f1175" y="f724"/>
                </a:lnTo>
                <a:cubicBezTo>
                  <a:pt x="f1176" y="f726"/>
                  <a:pt x="f1177" y="f728"/>
                  <a:pt x="f1178" y="f730"/>
                </a:cubicBezTo>
                <a:cubicBezTo>
                  <a:pt x="f1179" y="f732"/>
                  <a:pt x="f1180" y="f734"/>
                  <a:pt x="f1180" y="f735"/>
                </a:cubicBezTo>
                <a:lnTo>
                  <a:pt x="f1181" y="f737"/>
                </a:lnTo>
                <a:lnTo>
                  <a:pt x="f1182" y="f739"/>
                </a:lnTo>
                <a:close/>
                <a:moveTo>
                  <a:pt x="f1183" y="f677"/>
                </a:moveTo>
                <a:lnTo>
                  <a:pt x="f1184" y="f739"/>
                </a:lnTo>
                <a:lnTo>
                  <a:pt x="f1185" y="f737"/>
                </a:lnTo>
                <a:lnTo>
                  <a:pt x="f1186" y="f735"/>
                </a:lnTo>
                <a:cubicBezTo>
                  <a:pt x="f1186" y="f734"/>
                  <a:pt x="f1187" y="f732"/>
                  <a:pt x="f1188" y="f730"/>
                </a:cubicBezTo>
                <a:cubicBezTo>
                  <a:pt x="f1189" y="f728"/>
                  <a:pt x="f1190" y="f726"/>
                  <a:pt x="f1191" y="f724"/>
                </a:cubicBezTo>
                <a:lnTo>
                  <a:pt x="f1192" y="f722"/>
                </a:lnTo>
                <a:cubicBezTo>
                  <a:pt x="f1193" y="f720"/>
                  <a:pt x="f1194" y="f718"/>
                  <a:pt x="f1195" y="f716"/>
                </a:cubicBezTo>
                <a:cubicBezTo>
                  <a:pt x="f1196" y="f754"/>
                  <a:pt x="f1197" y="f756"/>
                  <a:pt x="f1198" y="f660"/>
                </a:cubicBezTo>
                <a:lnTo>
                  <a:pt x="f1199" y="f658"/>
                </a:lnTo>
                <a:cubicBezTo>
                  <a:pt x="f1200" y="f657"/>
                  <a:pt x="f1201" y="f655"/>
                  <a:pt x="f1202" y="f653"/>
                </a:cubicBezTo>
                <a:cubicBezTo>
                  <a:pt x="f1203" y="f651"/>
                  <a:pt x="f1204" y="f649"/>
                  <a:pt x="f1205" y="f647"/>
                </a:cubicBezTo>
                <a:lnTo>
                  <a:pt x="f1206" y="f645"/>
                </a:lnTo>
                <a:lnTo>
                  <a:pt x="f1207" y="f644"/>
                </a:lnTo>
                <a:lnTo>
                  <a:pt x="f1208" y="f643"/>
                </a:lnTo>
                <a:cubicBezTo>
                  <a:pt x="f1209" y="f641"/>
                  <a:pt x="f1210" y="f639"/>
                  <a:pt x="f1210" y="f638"/>
                </a:cubicBezTo>
                <a:cubicBezTo>
                  <a:pt x="f1210" y="f637"/>
                  <a:pt x="f1211" y="f636"/>
                  <a:pt x="f1212" y="f635"/>
                </a:cubicBezTo>
                <a:cubicBezTo>
                  <a:pt x="f1213" y="f634"/>
                  <a:pt x="f1214" y="f633"/>
                  <a:pt x="f1215" y="f631"/>
                </a:cubicBezTo>
                <a:lnTo>
                  <a:pt x="f1216" y="f629"/>
                </a:lnTo>
                <a:cubicBezTo>
                  <a:pt x="f1217" y="f627"/>
                  <a:pt x="f1218" y="f625"/>
                  <a:pt x="f1219" y="f623"/>
                </a:cubicBezTo>
                <a:cubicBezTo>
                  <a:pt x="f1220" y="f780"/>
                  <a:pt x="f1221" y="f782"/>
                  <a:pt x="f1222" y="f693"/>
                </a:cubicBezTo>
                <a:lnTo>
                  <a:pt x="f1223" y="f691"/>
                </a:lnTo>
                <a:cubicBezTo>
                  <a:pt x="f1224" y="f689"/>
                  <a:pt x="f1225" y="f687"/>
                  <a:pt x="f1226" y="f685"/>
                </a:cubicBezTo>
                <a:cubicBezTo>
                  <a:pt x="f1227" y="f683"/>
                  <a:pt x="f1228" y="f681"/>
                  <a:pt x="f1229" y="f679"/>
                </a:cubicBezTo>
                <a:close/>
                <a:moveTo>
                  <a:pt x="f1230" y="f677"/>
                </a:moveTo>
                <a:lnTo>
                  <a:pt x="f1231" y="f679"/>
                </a:lnTo>
                <a:cubicBezTo>
                  <a:pt x="f1232" y="f681"/>
                  <a:pt x="f1233" y="f683"/>
                  <a:pt x="f1234" y="f685"/>
                </a:cubicBezTo>
                <a:cubicBezTo>
                  <a:pt x="f1235" y="f687"/>
                  <a:pt x="f1236" y="f689"/>
                  <a:pt x="f1237" y="f691"/>
                </a:cubicBezTo>
                <a:lnTo>
                  <a:pt x="f1238" y="f693"/>
                </a:lnTo>
                <a:cubicBezTo>
                  <a:pt x="f1239" y="f782"/>
                  <a:pt x="f1240" y="f780"/>
                  <a:pt x="f1241" y="f623"/>
                </a:cubicBezTo>
                <a:cubicBezTo>
                  <a:pt x="f1242" y="f625"/>
                  <a:pt x="f1243" y="f627"/>
                  <a:pt x="f1244" y="f629"/>
                </a:cubicBezTo>
                <a:lnTo>
                  <a:pt x="f1245" y="f631"/>
                </a:lnTo>
                <a:cubicBezTo>
                  <a:pt x="f1246" y="f633"/>
                  <a:pt x="f435" y="f634"/>
                  <a:pt x="f434" y="f635"/>
                </a:cubicBezTo>
                <a:cubicBezTo>
                  <a:pt x="f433" y="f636"/>
                  <a:pt x="f432" y="f637"/>
                  <a:pt x="f432" y="f638"/>
                </a:cubicBezTo>
                <a:cubicBezTo>
                  <a:pt x="f432" y="f639"/>
                  <a:pt x="f1247" y="f641"/>
                  <a:pt x="f1248" y="f643"/>
                </a:cubicBezTo>
                <a:lnTo>
                  <a:pt x="f430" y="f644"/>
                </a:lnTo>
                <a:lnTo>
                  <a:pt x="f429" y="f645"/>
                </a:lnTo>
                <a:lnTo>
                  <a:pt x="f1249" y="f647"/>
                </a:lnTo>
                <a:cubicBezTo>
                  <a:pt x="f1250" y="f649"/>
                  <a:pt x="f1251" y="f651"/>
                  <a:pt x="f1252" y="f653"/>
                </a:cubicBezTo>
                <a:cubicBezTo>
                  <a:pt x="f1253" y="f655"/>
                  <a:pt x="f1254" y="f657"/>
                  <a:pt x="f456" y="f658"/>
                </a:cubicBezTo>
                <a:lnTo>
                  <a:pt x="f1255" y="f660"/>
                </a:lnTo>
                <a:cubicBezTo>
                  <a:pt x="f1256" y="f756"/>
                  <a:pt x="f1257" y="f754"/>
                  <a:pt x="f1258" y="f716"/>
                </a:cubicBezTo>
                <a:cubicBezTo>
                  <a:pt x="f1259" y="f718"/>
                  <a:pt x="f1260" y="f720"/>
                  <a:pt x="f1261" y="f722"/>
                </a:cubicBezTo>
                <a:lnTo>
                  <a:pt x="f1262" y="f724"/>
                </a:lnTo>
                <a:cubicBezTo>
                  <a:pt x="f1263" y="f726"/>
                  <a:pt x="f1264" y="f728"/>
                  <a:pt x="f1265" y="f730"/>
                </a:cubicBezTo>
                <a:cubicBezTo>
                  <a:pt x="f1266" y="f732"/>
                  <a:pt x="f1267" y="f734"/>
                  <a:pt x="f1267" y="f735"/>
                </a:cubicBezTo>
                <a:lnTo>
                  <a:pt x="f1268" y="f737"/>
                </a:lnTo>
                <a:lnTo>
                  <a:pt x="f1269" y="f739"/>
                </a:lnTo>
                <a:close/>
                <a:moveTo>
                  <a:pt x="f1270" y="f677"/>
                </a:moveTo>
                <a:lnTo>
                  <a:pt x="f1271" y="f739"/>
                </a:lnTo>
                <a:lnTo>
                  <a:pt x="f1272" y="f737"/>
                </a:lnTo>
                <a:lnTo>
                  <a:pt x="f1273" y="f735"/>
                </a:lnTo>
                <a:cubicBezTo>
                  <a:pt x="f1273" y="f734"/>
                  <a:pt x="f1274" y="f732"/>
                  <a:pt x="f1275" y="f730"/>
                </a:cubicBezTo>
                <a:cubicBezTo>
                  <a:pt x="f1276" y="f728"/>
                  <a:pt x="f1277" y="f726"/>
                  <a:pt x="f1278" y="f724"/>
                </a:cubicBezTo>
                <a:lnTo>
                  <a:pt x="f1279" y="f722"/>
                </a:lnTo>
                <a:cubicBezTo>
                  <a:pt x="f1280" y="f720"/>
                  <a:pt x="f1281" y="f718"/>
                  <a:pt x="f1282" y="f716"/>
                </a:cubicBezTo>
                <a:cubicBezTo>
                  <a:pt x="f1283" y="f754"/>
                  <a:pt x="f1284" y="f756"/>
                  <a:pt x="f1285" y="f660"/>
                </a:cubicBezTo>
                <a:lnTo>
                  <a:pt x="f1286" y="f658"/>
                </a:lnTo>
                <a:cubicBezTo>
                  <a:pt x="f1287" y="f657"/>
                  <a:pt x="f1288" y="f655"/>
                  <a:pt x="f1289" y="f653"/>
                </a:cubicBezTo>
                <a:cubicBezTo>
                  <a:pt x="f1290" y="f651"/>
                  <a:pt x="f1291" y="f649"/>
                  <a:pt x="f1292" y="f647"/>
                </a:cubicBezTo>
                <a:lnTo>
                  <a:pt x="f1293" y="f645"/>
                </a:lnTo>
                <a:lnTo>
                  <a:pt x="f1294" y="f644"/>
                </a:lnTo>
                <a:lnTo>
                  <a:pt x="f1295" y="f643"/>
                </a:lnTo>
                <a:cubicBezTo>
                  <a:pt x="f1296" y="f641"/>
                  <a:pt x="f1297" y="f639"/>
                  <a:pt x="f1297" y="f638"/>
                </a:cubicBezTo>
                <a:cubicBezTo>
                  <a:pt x="f1297" y="f637"/>
                  <a:pt x="f1298" y="f636"/>
                  <a:pt x="f1299" y="f635"/>
                </a:cubicBezTo>
                <a:cubicBezTo>
                  <a:pt x="f1300" y="f634"/>
                  <a:pt x="f1301" y="f633"/>
                  <a:pt x="f1302" y="f631"/>
                </a:cubicBezTo>
                <a:lnTo>
                  <a:pt x="f1303" y="f629"/>
                </a:lnTo>
                <a:cubicBezTo>
                  <a:pt x="f1304" y="f627"/>
                  <a:pt x="f1305" y="f625"/>
                  <a:pt x="f1306" y="f623"/>
                </a:cubicBezTo>
                <a:cubicBezTo>
                  <a:pt x="f1307" y="f780"/>
                  <a:pt x="f1308" y="f782"/>
                  <a:pt x="f1309" y="f693"/>
                </a:cubicBezTo>
                <a:lnTo>
                  <a:pt x="f1310" y="f691"/>
                </a:lnTo>
                <a:cubicBezTo>
                  <a:pt x="f1311" y="f689"/>
                  <a:pt x="f1312" y="f687"/>
                  <a:pt x="f1313" y="f685"/>
                </a:cubicBezTo>
                <a:cubicBezTo>
                  <a:pt x="f1314" y="f683"/>
                  <a:pt x="f1315" y="f681"/>
                  <a:pt x="f1316" y="f679"/>
                </a:cubicBezTo>
                <a:close/>
                <a:moveTo>
                  <a:pt x="f51" y="f1317"/>
                </a:moveTo>
                <a:cubicBezTo>
                  <a:pt x="f1318" y="f1319"/>
                  <a:pt x="f1320" y="f1321"/>
                  <a:pt x="f1322" y="f1323"/>
                </a:cubicBezTo>
                <a:cubicBezTo>
                  <a:pt x="f1324" y="f1325"/>
                  <a:pt x="f1326" y="f1327"/>
                  <a:pt x="f51" y="f1317"/>
                </a:cubicBezTo>
                <a:close/>
                <a:moveTo>
                  <a:pt x="f108" y="f1317"/>
                </a:moveTo>
                <a:cubicBezTo>
                  <a:pt x="f553" y="f1327"/>
                  <a:pt x="f1328" y="f1325"/>
                  <a:pt x="f551" y="f1323"/>
                </a:cubicBezTo>
                <a:cubicBezTo>
                  <a:pt x="f555" y="f1321"/>
                  <a:pt x="f1329" y="f1319"/>
                  <a:pt x="f108" y="f1317"/>
                </a:cubicBezTo>
                <a:close/>
                <a:moveTo>
                  <a:pt x="f138" y="f1317"/>
                </a:moveTo>
                <a:cubicBezTo>
                  <a:pt x="f1330" y="f1319"/>
                  <a:pt x="f1331" y="f1321"/>
                  <a:pt x="f1332" y="f1323"/>
                </a:cubicBezTo>
                <a:cubicBezTo>
                  <a:pt x="f1333" y="f1325"/>
                  <a:pt x="f1334" y="f1327"/>
                  <a:pt x="f138" y="f1317"/>
                </a:cubicBezTo>
                <a:close/>
                <a:moveTo>
                  <a:pt x="f176" y="f1317"/>
                </a:moveTo>
                <a:cubicBezTo>
                  <a:pt x="f564" y="f1327"/>
                  <a:pt x="f1335" y="f1325"/>
                  <a:pt x="f562" y="f1323"/>
                </a:cubicBezTo>
                <a:cubicBezTo>
                  <a:pt x="f566" y="f1321"/>
                  <a:pt x="f1336" y="f1319"/>
                  <a:pt x="f176" y="f1317"/>
                </a:cubicBezTo>
                <a:close/>
                <a:moveTo>
                  <a:pt x="f206" y="f1317"/>
                </a:moveTo>
                <a:cubicBezTo>
                  <a:pt x="f1337" y="f1319"/>
                  <a:pt x="f1338" y="f1321"/>
                  <a:pt x="f1339" y="f1323"/>
                </a:cubicBezTo>
                <a:cubicBezTo>
                  <a:pt x="f1340" y="f1325"/>
                  <a:pt x="f1341" y="f1327"/>
                  <a:pt x="f206" y="f1317"/>
                </a:cubicBezTo>
                <a:close/>
                <a:moveTo>
                  <a:pt x="f244" y="f1317"/>
                </a:moveTo>
                <a:cubicBezTo>
                  <a:pt x="f575" y="f1327"/>
                  <a:pt x="f1342" y="f1325"/>
                  <a:pt x="f573" y="f1323"/>
                </a:cubicBezTo>
                <a:cubicBezTo>
                  <a:pt x="f577" y="f1321"/>
                  <a:pt x="f1343" y="f1319"/>
                  <a:pt x="f244" y="f1317"/>
                </a:cubicBezTo>
                <a:close/>
                <a:moveTo>
                  <a:pt x="f274" y="f1317"/>
                </a:moveTo>
                <a:cubicBezTo>
                  <a:pt x="f1344" y="f1319"/>
                  <a:pt x="f1345" y="f1321"/>
                  <a:pt x="f1346" y="f1323"/>
                </a:cubicBezTo>
                <a:cubicBezTo>
                  <a:pt x="f1347" y="f1325"/>
                  <a:pt x="f1348" y="f1327"/>
                  <a:pt x="f274" y="f1317"/>
                </a:cubicBezTo>
                <a:close/>
                <a:moveTo>
                  <a:pt x="f312" y="f1317"/>
                </a:moveTo>
                <a:cubicBezTo>
                  <a:pt x="f586" y="f1327"/>
                  <a:pt x="f1349" y="f1325"/>
                  <a:pt x="f584" y="f1323"/>
                </a:cubicBezTo>
                <a:cubicBezTo>
                  <a:pt x="f588" y="f1321"/>
                  <a:pt x="f1350" y="f1319"/>
                  <a:pt x="f312" y="f1317"/>
                </a:cubicBezTo>
                <a:close/>
                <a:moveTo>
                  <a:pt x="f342" y="f1317"/>
                </a:moveTo>
                <a:cubicBezTo>
                  <a:pt x="f1351" y="f1319"/>
                  <a:pt x="f1352" y="f1321"/>
                  <a:pt x="f1353" y="f1323"/>
                </a:cubicBezTo>
                <a:cubicBezTo>
                  <a:pt x="f1354" y="f1325"/>
                  <a:pt x="f1355" y="f1327"/>
                  <a:pt x="f342" y="f1317"/>
                </a:cubicBezTo>
                <a:close/>
                <a:moveTo>
                  <a:pt x="f380" y="f1317"/>
                </a:moveTo>
                <a:cubicBezTo>
                  <a:pt x="f597" y="f1327"/>
                  <a:pt x="f1356" y="f1325"/>
                  <a:pt x="f595" y="f1323"/>
                </a:cubicBezTo>
                <a:cubicBezTo>
                  <a:pt x="f599" y="f1321"/>
                  <a:pt x="f1357" y="f1319"/>
                  <a:pt x="f380" y="f1317"/>
                </a:cubicBezTo>
                <a:close/>
                <a:moveTo>
                  <a:pt x="f410" y="f1317"/>
                </a:moveTo>
                <a:cubicBezTo>
                  <a:pt x="f1358" y="f1319"/>
                  <a:pt x="f1359" y="f1321"/>
                  <a:pt x="f1360" y="f1323"/>
                </a:cubicBezTo>
                <a:cubicBezTo>
                  <a:pt x="f1361" y="f1325"/>
                  <a:pt x="f1362" y="f1327"/>
                  <a:pt x="f410" y="f1317"/>
                </a:cubicBezTo>
                <a:close/>
                <a:moveTo>
                  <a:pt x="f448" y="f1317"/>
                </a:moveTo>
                <a:cubicBezTo>
                  <a:pt x="f608" y="f1327"/>
                  <a:pt x="f1363" y="f1325"/>
                  <a:pt x="f606" y="f1323"/>
                </a:cubicBezTo>
                <a:cubicBezTo>
                  <a:pt x="f610" y="f1321"/>
                  <a:pt x="f1364" y="f1319"/>
                  <a:pt x="f448" y="f1317"/>
                </a:cubicBezTo>
                <a:close/>
                <a:moveTo>
                  <a:pt x="f478" y="f1317"/>
                </a:moveTo>
                <a:cubicBezTo>
                  <a:pt x="f1365" y="f1319"/>
                  <a:pt x="f1366" y="f1321"/>
                  <a:pt x="f1367" y="f1323"/>
                </a:cubicBezTo>
                <a:cubicBezTo>
                  <a:pt x="f1368" y="f1325"/>
                  <a:pt x="f1369" y="f1327"/>
                  <a:pt x="f478" y="f1317"/>
                </a:cubicBezTo>
                <a:close/>
                <a:moveTo>
                  <a:pt x="f3" y="f1370"/>
                </a:moveTo>
                <a:lnTo>
                  <a:pt x="f3" y="f1371"/>
                </a:lnTo>
                <a:cubicBezTo>
                  <a:pt x="f1372" y="f1373"/>
                  <a:pt x="f1374" y="f1375"/>
                  <a:pt x="f704" y="f1323"/>
                </a:cubicBezTo>
                <a:cubicBezTo>
                  <a:pt x="f1376" y="f1377"/>
                  <a:pt x="f1378" y="f1379"/>
                  <a:pt x="f3" y="f1380"/>
                </a:cubicBezTo>
                <a:lnTo>
                  <a:pt x="f3" y="f1381"/>
                </a:lnTo>
                <a:cubicBezTo>
                  <a:pt x="f1382" y="f1383"/>
                  <a:pt x="f1384" y="f1385"/>
                  <a:pt x="f1386" y="f1387"/>
                </a:cubicBezTo>
                <a:lnTo>
                  <a:pt x="f690" y="f1388"/>
                </a:lnTo>
                <a:cubicBezTo>
                  <a:pt x="f1389" y="f1390"/>
                  <a:pt x="f1391" y="f1392"/>
                  <a:pt x="f1393" y="f1394"/>
                </a:cubicBezTo>
                <a:cubicBezTo>
                  <a:pt x="f1395" y="f1396"/>
                  <a:pt x="f1397" y="f1398"/>
                  <a:pt x="f1399" y="f1400"/>
                </a:cubicBezTo>
                <a:lnTo>
                  <a:pt x="f676" y="f1401"/>
                </a:lnTo>
                <a:lnTo>
                  <a:pt x="f738" y="f1402"/>
                </a:lnTo>
                <a:lnTo>
                  <a:pt x="f1403" y="f1404"/>
                </a:lnTo>
                <a:cubicBezTo>
                  <a:pt x="f1405" y="f1406"/>
                  <a:pt x="f733" y="f1407"/>
                  <a:pt x="f733" y="f1408"/>
                </a:cubicBezTo>
                <a:cubicBezTo>
                  <a:pt x="f733" y="f1409"/>
                  <a:pt x="f731" y="f1410"/>
                  <a:pt x="f729" y="f1411"/>
                </a:cubicBezTo>
                <a:cubicBezTo>
                  <a:pt x="f727" y="f1412"/>
                  <a:pt x="f1413" y="f1414"/>
                  <a:pt x="f1415" y="f1416"/>
                </a:cubicBezTo>
                <a:lnTo>
                  <a:pt x="f1417" y="f1418"/>
                </a:lnTo>
                <a:cubicBezTo>
                  <a:pt x="f1419" y="f1420"/>
                  <a:pt x="f1421" y="f1422"/>
                  <a:pt x="f1423" y="f1424"/>
                </a:cubicBezTo>
                <a:cubicBezTo>
                  <a:pt x="f713" y="f1425"/>
                  <a:pt x="f1426" y="f1427"/>
                  <a:pt x="f3" y="f1370"/>
                </a:cubicBezTo>
                <a:close/>
                <a:moveTo>
                  <a:pt x="f23" y="f1428"/>
                </a:moveTo>
                <a:lnTo>
                  <a:pt x="f25" y="f1429"/>
                </a:lnTo>
                <a:cubicBezTo>
                  <a:pt x="f27" y="f1430"/>
                  <a:pt x="f29" y="f1431"/>
                  <a:pt x="f31" y="f1432"/>
                </a:cubicBezTo>
                <a:cubicBezTo>
                  <a:pt x="f33" y="f1433"/>
                  <a:pt x="f35" y="f1434"/>
                  <a:pt x="f37" y="f1435"/>
                </a:cubicBezTo>
                <a:lnTo>
                  <a:pt x="f39" y="f1436"/>
                </a:lnTo>
                <a:cubicBezTo>
                  <a:pt x="f1437" y="f1438"/>
                  <a:pt x="f1439" y="f1440"/>
                  <a:pt x="f1441" y="f1424"/>
                </a:cubicBezTo>
                <a:cubicBezTo>
                  <a:pt x="f1442" y="f1422"/>
                  <a:pt x="f1443" y="f1420"/>
                  <a:pt x="f1444" y="f1418"/>
                </a:cubicBezTo>
                <a:lnTo>
                  <a:pt x="f1445" y="f1416"/>
                </a:lnTo>
                <a:cubicBezTo>
                  <a:pt x="f1446" y="f1414"/>
                  <a:pt x="f1447" y="f1412"/>
                  <a:pt x="f1448" y="f1411"/>
                </a:cubicBezTo>
                <a:cubicBezTo>
                  <a:pt x="f1449" y="f1410"/>
                  <a:pt x="f1450" y="f1409"/>
                  <a:pt x="f1450" y="f1408"/>
                </a:cubicBezTo>
                <a:cubicBezTo>
                  <a:pt x="f1450" y="f1407"/>
                  <a:pt x="f1451" y="f1406"/>
                  <a:pt x="f1452" y="f1404"/>
                </a:cubicBezTo>
                <a:lnTo>
                  <a:pt x="f1453" y="f1402"/>
                </a:lnTo>
                <a:lnTo>
                  <a:pt x="f1454" y="f1401"/>
                </a:lnTo>
                <a:lnTo>
                  <a:pt x="f1455" y="f1400"/>
                </a:lnTo>
                <a:cubicBezTo>
                  <a:pt x="f1456" y="f1398"/>
                  <a:pt x="f1457" y="f1396"/>
                  <a:pt x="f1458" y="f1394"/>
                </a:cubicBezTo>
                <a:cubicBezTo>
                  <a:pt x="f1459" y="f1392"/>
                  <a:pt x="f1460" y="f1390"/>
                  <a:pt x="f1461" y="f1388"/>
                </a:cubicBezTo>
                <a:lnTo>
                  <a:pt x="f1462" y="f1387"/>
                </a:lnTo>
                <a:cubicBezTo>
                  <a:pt x="f1463" y="f1464"/>
                  <a:pt x="f1465" y="f1466"/>
                  <a:pt x="f63" y="f1467"/>
                </a:cubicBezTo>
                <a:cubicBezTo>
                  <a:pt x="f65" y="f1468"/>
                  <a:pt x="f67" y="f1469"/>
                  <a:pt x="f69" y="f1470"/>
                </a:cubicBezTo>
                <a:lnTo>
                  <a:pt x="f71" y="f1471"/>
                </a:lnTo>
                <a:cubicBezTo>
                  <a:pt x="f73" y="f1472"/>
                  <a:pt x="f75" y="f1473"/>
                  <a:pt x="f77" y="f1474"/>
                </a:cubicBezTo>
                <a:cubicBezTo>
                  <a:pt x="f79" y="f1475"/>
                  <a:pt x="f81" y="f1476"/>
                  <a:pt x="f81" y="f1477"/>
                </a:cubicBezTo>
                <a:lnTo>
                  <a:pt x="f84" y="f1478"/>
                </a:lnTo>
                <a:lnTo>
                  <a:pt x="f86" y="f1479"/>
                </a:lnTo>
                <a:close/>
                <a:moveTo>
                  <a:pt x="f88" y="f1428"/>
                </a:moveTo>
                <a:lnTo>
                  <a:pt x="f89" y="f1479"/>
                </a:lnTo>
                <a:lnTo>
                  <a:pt x="f90" y="f1478"/>
                </a:lnTo>
                <a:lnTo>
                  <a:pt x="f91" y="f1477"/>
                </a:lnTo>
                <a:cubicBezTo>
                  <a:pt x="f91" y="f1476"/>
                  <a:pt x="f92" y="f1475"/>
                  <a:pt x="f93" y="f1474"/>
                </a:cubicBezTo>
                <a:cubicBezTo>
                  <a:pt x="f94" y="f1473"/>
                  <a:pt x="f95" y="f1472"/>
                  <a:pt x="f96" y="f1471"/>
                </a:cubicBezTo>
                <a:lnTo>
                  <a:pt x="f97" y="f1470"/>
                </a:lnTo>
                <a:cubicBezTo>
                  <a:pt x="f98" y="f1469"/>
                  <a:pt x="f99" y="f1468"/>
                  <a:pt x="f100" y="f1467"/>
                </a:cubicBezTo>
                <a:cubicBezTo>
                  <a:pt x="f801" y="f1466"/>
                  <a:pt x="f800" y="f1464"/>
                  <a:pt x="f1480" y="f1387"/>
                </a:cubicBezTo>
                <a:lnTo>
                  <a:pt x="f798" y="f1388"/>
                </a:lnTo>
                <a:cubicBezTo>
                  <a:pt x="f1481" y="f1390"/>
                  <a:pt x="f1482" y="f1392"/>
                  <a:pt x="f1483" y="f1394"/>
                </a:cubicBezTo>
                <a:cubicBezTo>
                  <a:pt x="f1484" y="f1396"/>
                  <a:pt x="f1485" y="f1398"/>
                  <a:pt x="f1486" y="f1400"/>
                </a:cubicBezTo>
                <a:lnTo>
                  <a:pt x="f791" y="f1401"/>
                </a:lnTo>
                <a:lnTo>
                  <a:pt x="f830" y="f1402"/>
                </a:lnTo>
                <a:lnTo>
                  <a:pt x="f1487" y="f1404"/>
                </a:lnTo>
                <a:cubicBezTo>
                  <a:pt x="f1488" y="f1406"/>
                  <a:pt x="f828" y="f1407"/>
                  <a:pt x="f828" y="f1408"/>
                </a:cubicBezTo>
                <a:cubicBezTo>
                  <a:pt x="f828" y="f1409"/>
                  <a:pt x="f827" y="f1410"/>
                  <a:pt x="f826" y="f1411"/>
                </a:cubicBezTo>
                <a:cubicBezTo>
                  <a:pt x="f825" y="f1412"/>
                  <a:pt x="f1489" y="f1414"/>
                  <a:pt x="f1490" y="f1416"/>
                </a:cubicBezTo>
                <a:lnTo>
                  <a:pt x="f1491" y="f1418"/>
                </a:lnTo>
                <a:cubicBezTo>
                  <a:pt x="f1492" y="f1420"/>
                  <a:pt x="f1493" y="f1422"/>
                  <a:pt x="f1494" y="f1424"/>
                </a:cubicBezTo>
                <a:cubicBezTo>
                  <a:pt x="f818" y="f1440"/>
                  <a:pt x="f817" y="f1438"/>
                  <a:pt x="f115" y="f1436"/>
                </a:cubicBezTo>
                <a:lnTo>
                  <a:pt x="f116" y="f1435"/>
                </a:lnTo>
                <a:cubicBezTo>
                  <a:pt x="f117" y="f1434"/>
                  <a:pt x="f118" y="f1433"/>
                  <a:pt x="f119" y="f1432"/>
                </a:cubicBezTo>
                <a:cubicBezTo>
                  <a:pt x="f120" y="f1431"/>
                  <a:pt x="f121" y="f1430"/>
                  <a:pt x="f122" y="f1429"/>
                </a:cubicBezTo>
                <a:close/>
                <a:moveTo>
                  <a:pt x="f123" y="f1428"/>
                </a:moveTo>
                <a:lnTo>
                  <a:pt x="f124" y="f1429"/>
                </a:lnTo>
                <a:cubicBezTo>
                  <a:pt x="f125" y="f1430"/>
                  <a:pt x="f126" y="f1431"/>
                  <a:pt x="f127" y="f1432"/>
                </a:cubicBezTo>
                <a:cubicBezTo>
                  <a:pt x="f128" y="f1433"/>
                  <a:pt x="f129" y="f1434"/>
                  <a:pt x="f130" y="f1435"/>
                </a:cubicBezTo>
                <a:lnTo>
                  <a:pt x="f131" y="f1436"/>
                </a:lnTo>
                <a:cubicBezTo>
                  <a:pt x="f1495" y="f1438"/>
                  <a:pt x="f1496" y="f1440"/>
                  <a:pt x="f1497" y="f1424"/>
                </a:cubicBezTo>
                <a:cubicBezTo>
                  <a:pt x="f1498" y="f1422"/>
                  <a:pt x="f1499" y="f1420"/>
                  <a:pt x="f1500" y="f1418"/>
                </a:cubicBezTo>
                <a:lnTo>
                  <a:pt x="f1501" y="f1416"/>
                </a:lnTo>
                <a:cubicBezTo>
                  <a:pt x="f1502" y="f1414"/>
                  <a:pt x="f1503" y="f1412"/>
                  <a:pt x="f1504" y="f1411"/>
                </a:cubicBezTo>
                <a:cubicBezTo>
                  <a:pt x="f1505" y="f1410"/>
                  <a:pt x="f1506" y="f1409"/>
                  <a:pt x="f1506" y="f1408"/>
                </a:cubicBezTo>
                <a:cubicBezTo>
                  <a:pt x="f1506" y="f1407"/>
                  <a:pt x="f1507" y="f1406"/>
                  <a:pt x="f1508" y="f1404"/>
                </a:cubicBezTo>
                <a:lnTo>
                  <a:pt x="f1509" y="f1402"/>
                </a:lnTo>
                <a:lnTo>
                  <a:pt x="f1510" y="f1401"/>
                </a:lnTo>
                <a:lnTo>
                  <a:pt x="f1511" y="f1400"/>
                </a:lnTo>
                <a:cubicBezTo>
                  <a:pt x="f1512" y="f1398"/>
                  <a:pt x="f1513" y="f1396"/>
                  <a:pt x="f1514" y="f1394"/>
                </a:cubicBezTo>
                <a:cubicBezTo>
                  <a:pt x="f1515" y="f1392"/>
                  <a:pt x="f1516" y="f1390"/>
                  <a:pt x="f1517" y="f1388"/>
                </a:cubicBezTo>
                <a:lnTo>
                  <a:pt x="f1518" y="f1387"/>
                </a:lnTo>
                <a:cubicBezTo>
                  <a:pt x="f1519" y="f1464"/>
                  <a:pt x="f1520" y="f1466"/>
                  <a:pt x="f145" y="f1467"/>
                </a:cubicBezTo>
                <a:cubicBezTo>
                  <a:pt x="f146" y="f1468"/>
                  <a:pt x="f147" y="f1469"/>
                  <a:pt x="f148" y="f1470"/>
                </a:cubicBezTo>
                <a:lnTo>
                  <a:pt x="f149" y="f1471"/>
                </a:lnTo>
                <a:cubicBezTo>
                  <a:pt x="f150" y="f1472"/>
                  <a:pt x="f151" y="f1473"/>
                  <a:pt x="f152" y="f1474"/>
                </a:cubicBezTo>
                <a:cubicBezTo>
                  <a:pt x="f153" y="f1475"/>
                  <a:pt x="f154" y="f1476"/>
                  <a:pt x="f154" y="f1477"/>
                </a:cubicBezTo>
                <a:lnTo>
                  <a:pt x="f155" y="f1478"/>
                </a:lnTo>
                <a:lnTo>
                  <a:pt x="f156" y="f1479"/>
                </a:lnTo>
                <a:close/>
                <a:moveTo>
                  <a:pt x="f157" y="f1428"/>
                </a:moveTo>
                <a:lnTo>
                  <a:pt x="f158" y="f1479"/>
                </a:lnTo>
                <a:lnTo>
                  <a:pt x="f159" y="f1478"/>
                </a:lnTo>
                <a:lnTo>
                  <a:pt x="f160" y="f1477"/>
                </a:lnTo>
                <a:cubicBezTo>
                  <a:pt x="f160" y="f1476"/>
                  <a:pt x="f161" y="f1475"/>
                  <a:pt x="f162" y="f1474"/>
                </a:cubicBezTo>
                <a:cubicBezTo>
                  <a:pt x="f163" y="f1473"/>
                  <a:pt x="f164" y="f1472"/>
                  <a:pt x="f165" y="f1471"/>
                </a:cubicBezTo>
                <a:lnTo>
                  <a:pt x="f166" y="f1470"/>
                </a:lnTo>
                <a:cubicBezTo>
                  <a:pt x="f167" y="f1469"/>
                  <a:pt x="f168" y="f1468"/>
                  <a:pt x="f169" y="f1467"/>
                </a:cubicBezTo>
                <a:cubicBezTo>
                  <a:pt x="f888" y="f1466"/>
                  <a:pt x="f887" y="f1464"/>
                  <a:pt x="f1521" y="f1387"/>
                </a:cubicBezTo>
                <a:lnTo>
                  <a:pt x="f885" y="f1388"/>
                </a:lnTo>
                <a:cubicBezTo>
                  <a:pt x="f1522" y="f1390"/>
                  <a:pt x="f1523" y="f1392"/>
                  <a:pt x="f1524" y="f1394"/>
                </a:cubicBezTo>
                <a:cubicBezTo>
                  <a:pt x="f1525" y="f1396"/>
                  <a:pt x="f1526" y="f1398"/>
                  <a:pt x="f1527" y="f1400"/>
                </a:cubicBezTo>
                <a:lnTo>
                  <a:pt x="f878" y="f1401"/>
                </a:lnTo>
                <a:lnTo>
                  <a:pt x="f917" y="f1402"/>
                </a:lnTo>
                <a:lnTo>
                  <a:pt x="f1528" y="f1404"/>
                </a:lnTo>
                <a:cubicBezTo>
                  <a:pt x="f1529" y="f1406"/>
                  <a:pt x="f915" y="f1407"/>
                  <a:pt x="f915" y="f1408"/>
                </a:cubicBezTo>
                <a:cubicBezTo>
                  <a:pt x="f915" y="f1409"/>
                  <a:pt x="f914" y="f1410"/>
                  <a:pt x="f913" y="f1411"/>
                </a:cubicBezTo>
                <a:cubicBezTo>
                  <a:pt x="f912" y="f1412"/>
                  <a:pt x="f1530" y="f1414"/>
                  <a:pt x="f1531" y="f1416"/>
                </a:cubicBezTo>
                <a:lnTo>
                  <a:pt x="f1532" y="f1418"/>
                </a:lnTo>
                <a:cubicBezTo>
                  <a:pt x="f1533" y="f1420"/>
                  <a:pt x="f1534" y="f1422"/>
                  <a:pt x="f1535" y="f1424"/>
                </a:cubicBezTo>
                <a:cubicBezTo>
                  <a:pt x="f905" y="f1440"/>
                  <a:pt x="f904" y="f1438"/>
                  <a:pt x="f183" y="f1436"/>
                </a:cubicBezTo>
                <a:lnTo>
                  <a:pt x="f184" y="f1435"/>
                </a:lnTo>
                <a:cubicBezTo>
                  <a:pt x="f185" y="f1434"/>
                  <a:pt x="f186" y="f1433"/>
                  <a:pt x="f187" y="f1432"/>
                </a:cubicBezTo>
                <a:cubicBezTo>
                  <a:pt x="f188" y="f1431"/>
                  <a:pt x="f189" y="f1430"/>
                  <a:pt x="f190" y="f1429"/>
                </a:cubicBezTo>
                <a:close/>
                <a:moveTo>
                  <a:pt x="f191" y="f1428"/>
                </a:moveTo>
                <a:lnTo>
                  <a:pt x="f192" y="f1429"/>
                </a:lnTo>
                <a:cubicBezTo>
                  <a:pt x="f193" y="f1430"/>
                  <a:pt x="f194" y="f1431"/>
                  <a:pt x="f195" y="f1432"/>
                </a:cubicBezTo>
                <a:cubicBezTo>
                  <a:pt x="f196" y="f1433"/>
                  <a:pt x="f197" y="f1434"/>
                  <a:pt x="f198" y="f1435"/>
                </a:cubicBezTo>
                <a:lnTo>
                  <a:pt x="f199" y="f1436"/>
                </a:lnTo>
                <a:cubicBezTo>
                  <a:pt x="f1536" y="f1438"/>
                  <a:pt x="f1537" y="f1440"/>
                  <a:pt x="f1538" y="f1424"/>
                </a:cubicBezTo>
                <a:cubicBezTo>
                  <a:pt x="f1539" y="f1422"/>
                  <a:pt x="f1540" y="f1420"/>
                  <a:pt x="f1541" y="f1418"/>
                </a:cubicBezTo>
                <a:lnTo>
                  <a:pt x="f1542" y="f1416"/>
                </a:lnTo>
                <a:cubicBezTo>
                  <a:pt x="f1543" y="f1414"/>
                  <a:pt x="f1544" y="f1412"/>
                  <a:pt x="f1545" y="f1411"/>
                </a:cubicBezTo>
                <a:cubicBezTo>
                  <a:pt x="f1546" y="f1410"/>
                  <a:pt x="f1547" y="f1409"/>
                  <a:pt x="f1547" y="f1408"/>
                </a:cubicBezTo>
                <a:cubicBezTo>
                  <a:pt x="f1547" y="f1407"/>
                  <a:pt x="f1548" y="f1406"/>
                  <a:pt x="f1549" y="f1404"/>
                </a:cubicBezTo>
                <a:lnTo>
                  <a:pt x="f1550" y="f1402"/>
                </a:lnTo>
                <a:lnTo>
                  <a:pt x="f1551" y="f1401"/>
                </a:lnTo>
                <a:lnTo>
                  <a:pt x="f1552" y="f1400"/>
                </a:lnTo>
                <a:cubicBezTo>
                  <a:pt x="f1553" y="f1398"/>
                  <a:pt x="f1554" y="f1396"/>
                  <a:pt x="f1555" y="f1394"/>
                </a:cubicBezTo>
                <a:cubicBezTo>
                  <a:pt x="f1556" y="f1392"/>
                  <a:pt x="f1557" y="f1390"/>
                  <a:pt x="f1558" y="f1388"/>
                </a:cubicBezTo>
                <a:lnTo>
                  <a:pt x="f1559" y="f1387"/>
                </a:lnTo>
                <a:cubicBezTo>
                  <a:pt x="f1560" y="f1464"/>
                  <a:pt x="f1561" y="f1466"/>
                  <a:pt x="f213" y="f1467"/>
                </a:cubicBezTo>
                <a:cubicBezTo>
                  <a:pt x="f214" y="f1468"/>
                  <a:pt x="f215" y="f1469"/>
                  <a:pt x="f216" y="f1470"/>
                </a:cubicBezTo>
                <a:lnTo>
                  <a:pt x="f217" y="f1471"/>
                </a:lnTo>
                <a:cubicBezTo>
                  <a:pt x="f218" y="f1472"/>
                  <a:pt x="f219" y="f1473"/>
                  <a:pt x="f220" y="f1474"/>
                </a:cubicBezTo>
                <a:cubicBezTo>
                  <a:pt x="f221" y="f1475"/>
                  <a:pt x="f222" y="f1476"/>
                  <a:pt x="f222" y="f1477"/>
                </a:cubicBezTo>
                <a:lnTo>
                  <a:pt x="f223" y="f1478"/>
                </a:lnTo>
                <a:lnTo>
                  <a:pt x="f224" y="f1479"/>
                </a:lnTo>
                <a:close/>
                <a:moveTo>
                  <a:pt x="f225" y="f1428"/>
                </a:moveTo>
                <a:lnTo>
                  <a:pt x="f226" y="f1479"/>
                </a:lnTo>
                <a:lnTo>
                  <a:pt x="f227" y="f1478"/>
                </a:lnTo>
                <a:lnTo>
                  <a:pt x="f228" y="f1477"/>
                </a:lnTo>
                <a:cubicBezTo>
                  <a:pt x="f228" y="f1476"/>
                  <a:pt x="f984" y="f1475"/>
                  <a:pt x="f983" y="f1474"/>
                </a:cubicBezTo>
                <a:cubicBezTo>
                  <a:pt x="f982" y="f1473"/>
                  <a:pt x="f232" y="f1472"/>
                  <a:pt x="f1562" y="f1471"/>
                </a:cubicBezTo>
                <a:lnTo>
                  <a:pt x="f234" y="f1470"/>
                </a:lnTo>
                <a:cubicBezTo>
                  <a:pt x="f1563" y="f1469"/>
                  <a:pt x="f236" y="f1468"/>
                  <a:pt x="f1564" y="f1467"/>
                </a:cubicBezTo>
                <a:cubicBezTo>
                  <a:pt x="f975" y="f1466"/>
                  <a:pt x="f974" y="f1464"/>
                  <a:pt x="f1565" y="f1387"/>
                </a:cubicBezTo>
                <a:lnTo>
                  <a:pt x="f972" y="f1388"/>
                </a:lnTo>
                <a:cubicBezTo>
                  <a:pt x="f1566" y="f1390"/>
                  <a:pt x="f1567" y="f1392"/>
                  <a:pt x="f1568" y="f1394"/>
                </a:cubicBezTo>
                <a:cubicBezTo>
                  <a:pt x="f1569" y="f1396"/>
                  <a:pt x="f1570" y="f1398"/>
                  <a:pt x="f1571" y="f1400"/>
                </a:cubicBezTo>
                <a:lnTo>
                  <a:pt x="f965" y="f1401"/>
                </a:lnTo>
                <a:lnTo>
                  <a:pt x="f1008" y="f1402"/>
                </a:lnTo>
                <a:lnTo>
                  <a:pt x="f1572" y="f1404"/>
                </a:lnTo>
                <a:cubicBezTo>
                  <a:pt x="f1573" y="f1406"/>
                  <a:pt x="f1006" y="f1407"/>
                  <a:pt x="f1006" y="f1408"/>
                </a:cubicBezTo>
                <a:cubicBezTo>
                  <a:pt x="f1006" y="f1409"/>
                  <a:pt x="f1005" y="f1410"/>
                  <a:pt x="f1004" y="f1411"/>
                </a:cubicBezTo>
                <a:cubicBezTo>
                  <a:pt x="f1003" y="f1412"/>
                  <a:pt x="f1574" y="f1414"/>
                  <a:pt x="f1575" y="f1416"/>
                </a:cubicBezTo>
                <a:lnTo>
                  <a:pt x="f1576" y="f1418"/>
                </a:lnTo>
                <a:cubicBezTo>
                  <a:pt x="f1577" y="f1420"/>
                  <a:pt x="f1578" y="f1422"/>
                  <a:pt x="f1579" y="f1424"/>
                </a:cubicBezTo>
                <a:cubicBezTo>
                  <a:pt x="f996" y="f1440"/>
                  <a:pt x="f995" y="f1438"/>
                  <a:pt x="f1580" y="f1436"/>
                </a:cubicBezTo>
                <a:lnTo>
                  <a:pt x="f993" y="f1435"/>
                </a:lnTo>
                <a:cubicBezTo>
                  <a:pt x="f253" y="f1434"/>
                  <a:pt x="f254" y="f1433"/>
                  <a:pt x="f255" y="f1432"/>
                </a:cubicBezTo>
                <a:cubicBezTo>
                  <a:pt x="f1581" y="f1431"/>
                  <a:pt x="f257" y="f1430"/>
                  <a:pt x="f1582" y="f1429"/>
                </a:cubicBezTo>
                <a:close/>
                <a:moveTo>
                  <a:pt x="f259" y="f1428"/>
                </a:moveTo>
                <a:lnTo>
                  <a:pt x="f260" y="f1429"/>
                </a:lnTo>
                <a:cubicBezTo>
                  <a:pt x="f261" y="f1430"/>
                  <a:pt x="f262" y="f1431"/>
                  <a:pt x="f263" y="f1432"/>
                </a:cubicBezTo>
                <a:cubicBezTo>
                  <a:pt x="f264" y="f1433"/>
                  <a:pt x="f265" y="f1434"/>
                  <a:pt x="f266" y="f1435"/>
                </a:cubicBezTo>
                <a:lnTo>
                  <a:pt x="f267" y="f1436"/>
                </a:lnTo>
                <a:cubicBezTo>
                  <a:pt x="f1583" y="f1438"/>
                  <a:pt x="f1584" y="f1440"/>
                  <a:pt x="f1585" y="f1424"/>
                </a:cubicBezTo>
                <a:cubicBezTo>
                  <a:pt x="f1586" y="f1422"/>
                  <a:pt x="f1587" y="f1420"/>
                  <a:pt x="f1588" y="f1418"/>
                </a:cubicBezTo>
                <a:lnTo>
                  <a:pt x="f1589" y="f1416"/>
                </a:lnTo>
                <a:cubicBezTo>
                  <a:pt x="f1590" y="f1414"/>
                  <a:pt x="f1591" y="f1412"/>
                  <a:pt x="f1592" y="f1411"/>
                </a:cubicBezTo>
                <a:cubicBezTo>
                  <a:pt x="f1593" y="f1410"/>
                  <a:pt x="f1594" y="f1409"/>
                  <a:pt x="f1594" y="f1408"/>
                </a:cubicBezTo>
                <a:cubicBezTo>
                  <a:pt x="f1594" y="f1407"/>
                  <a:pt x="f1595" y="f1406"/>
                  <a:pt x="f1596" y="f1404"/>
                </a:cubicBezTo>
                <a:lnTo>
                  <a:pt x="f1597" y="f1402"/>
                </a:lnTo>
                <a:lnTo>
                  <a:pt x="f1598" y="f1401"/>
                </a:lnTo>
                <a:lnTo>
                  <a:pt x="f1599" y="f1400"/>
                </a:lnTo>
                <a:cubicBezTo>
                  <a:pt x="f1600" y="f1398"/>
                  <a:pt x="f1601" y="f1396"/>
                  <a:pt x="f1602" y="f1394"/>
                </a:cubicBezTo>
                <a:cubicBezTo>
                  <a:pt x="f1603" y="f1392"/>
                  <a:pt x="f1604" y="f1390"/>
                  <a:pt x="f1605" y="f1388"/>
                </a:cubicBezTo>
                <a:lnTo>
                  <a:pt x="f1606" y="f1387"/>
                </a:lnTo>
                <a:cubicBezTo>
                  <a:pt x="f1607" y="f1464"/>
                  <a:pt x="f1608" y="f1466"/>
                  <a:pt x="f281" y="f1467"/>
                </a:cubicBezTo>
                <a:cubicBezTo>
                  <a:pt x="f282" y="f1468"/>
                  <a:pt x="f283" y="f1469"/>
                  <a:pt x="f284" y="f1470"/>
                </a:cubicBezTo>
                <a:lnTo>
                  <a:pt x="f285" y="f1471"/>
                </a:lnTo>
                <a:cubicBezTo>
                  <a:pt x="f286" y="f1472"/>
                  <a:pt x="f287" y="f1473"/>
                  <a:pt x="f288" y="f1474"/>
                </a:cubicBezTo>
                <a:cubicBezTo>
                  <a:pt x="f289" y="f1475"/>
                  <a:pt x="f290" y="f1476"/>
                  <a:pt x="f290" y="f1477"/>
                </a:cubicBezTo>
                <a:lnTo>
                  <a:pt x="f291" y="f1478"/>
                </a:lnTo>
                <a:lnTo>
                  <a:pt x="f292" y="f1479"/>
                </a:lnTo>
                <a:close/>
                <a:moveTo>
                  <a:pt x="f293" y="f1428"/>
                </a:moveTo>
                <a:lnTo>
                  <a:pt x="f294" y="f1479"/>
                </a:lnTo>
                <a:lnTo>
                  <a:pt x="f295" y="f1478"/>
                </a:lnTo>
                <a:lnTo>
                  <a:pt x="f296" y="f1477"/>
                </a:lnTo>
                <a:cubicBezTo>
                  <a:pt x="f296" y="f1476"/>
                  <a:pt x="f297" y="f1475"/>
                  <a:pt x="f298" y="f1474"/>
                </a:cubicBezTo>
                <a:cubicBezTo>
                  <a:pt x="f299" y="f1473"/>
                  <a:pt x="f300" y="f1472"/>
                  <a:pt x="f301" y="f1471"/>
                </a:cubicBezTo>
                <a:lnTo>
                  <a:pt x="f302" y="f1470"/>
                </a:lnTo>
                <a:cubicBezTo>
                  <a:pt x="f303" y="f1469"/>
                  <a:pt x="f304" y="f1468"/>
                  <a:pt x="f305" y="f1467"/>
                </a:cubicBezTo>
                <a:cubicBezTo>
                  <a:pt x="f1066" y="f1466"/>
                  <a:pt x="f1065" y="f1464"/>
                  <a:pt x="f1609" y="f1387"/>
                </a:cubicBezTo>
                <a:lnTo>
                  <a:pt x="f1063" y="f1388"/>
                </a:lnTo>
                <a:cubicBezTo>
                  <a:pt x="f1610" y="f1390"/>
                  <a:pt x="f1611" y="f1392"/>
                  <a:pt x="f1612" y="f1394"/>
                </a:cubicBezTo>
                <a:cubicBezTo>
                  <a:pt x="f1613" y="f1396"/>
                  <a:pt x="f1614" y="f1398"/>
                  <a:pt x="f1615" y="f1400"/>
                </a:cubicBezTo>
                <a:lnTo>
                  <a:pt x="f1056" y="f1401"/>
                </a:lnTo>
                <a:lnTo>
                  <a:pt x="f1095" y="f1402"/>
                </a:lnTo>
                <a:lnTo>
                  <a:pt x="f1616" y="f1404"/>
                </a:lnTo>
                <a:cubicBezTo>
                  <a:pt x="f1617" y="f1406"/>
                  <a:pt x="f1093" y="f1407"/>
                  <a:pt x="f1093" y="f1408"/>
                </a:cubicBezTo>
                <a:cubicBezTo>
                  <a:pt x="f1093" y="f1409"/>
                  <a:pt x="f1092" y="f1410"/>
                  <a:pt x="f1091" y="f1411"/>
                </a:cubicBezTo>
                <a:cubicBezTo>
                  <a:pt x="f1090" y="f1412"/>
                  <a:pt x="f1618" y="f1414"/>
                  <a:pt x="f1619" y="f1416"/>
                </a:cubicBezTo>
                <a:lnTo>
                  <a:pt x="f1620" y="f1418"/>
                </a:lnTo>
                <a:cubicBezTo>
                  <a:pt x="f1621" y="f1420"/>
                  <a:pt x="f1622" y="f1422"/>
                  <a:pt x="f1623" y="f1424"/>
                </a:cubicBezTo>
                <a:cubicBezTo>
                  <a:pt x="f1083" y="f1440"/>
                  <a:pt x="f1082" y="f1438"/>
                  <a:pt x="f319" y="f1436"/>
                </a:cubicBezTo>
                <a:lnTo>
                  <a:pt x="f320" y="f1435"/>
                </a:lnTo>
                <a:cubicBezTo>
                  <a:pt x="f321" y="f1434"/>
                  <a:pt x="f322" y="f1433"/>
                  <a:pt x="f323" y="f1432"/>
                </a:cubicBezTo>
                <a:cubicBezTo>
                  <a:pt x="f324" y="f1431"/>
                  <a:pt x="f325" y="f1430"/>
                  <a:pt x="f326" y="f1429"/>
                </a:cubicBezTo>
                <a:close/>
                <a:moveTo>
                  <a:pt x="f327" y="f1428"/>
                </a:moveTo>
                <a:lnTo>
                  <a:pt x="f328" y="f1429"/>
                </a:lnTo>
                <a:cubicBezTo>
                  <a:pt x="f329" y="f1430"/>
                  <a:pt x="f330" y="f1431"/>
                  <a:pt x="f331" y="f1432"/>
                </a:cubicBezTo>
                <a:cubicBezTo>
                  <a:pt x="f332" y="f1433"/>
                  <a:pt x="f333" y="f1434"/>
                  <a:pt x="f334" y="f1435"/>
                </a:cubicBezTo>
                <a:lnTo>
                  <a:pt x="f335" y="f1436"/>
                </a:lnTo>
                <a:cubicBezTo>
                  <a:pt x="f1624" y="f1438"/>
                  <a:pt x="f1625" y="f1440"/>
                  <a:pt x="f1626" y="f1424"/>
                </a:cubicBezTo>
                <a:cubicBezTo>
                  <a:pt x="f1627" y="f1422"/>
                  <a:pt x="f1628" y="f1420"/>
                  <a:pt x="f1629" y="f1418"/>
                </a:cubicBezTo>
                <a:lnTo>
                  <a:pt x="f1630" y="f1416"/>
                </a:lnTo>
                <a:cubicBezTo>
                  <a:pt x="f1631" y="f1414"/>
                  <a:pt x="f1632" y="f1412"/>
                  <a:pt x="f1633" y="f1411"/>
                </a:cubicBezTo>
                <a:cubicBezTo>
                  <a:pt x="f1634" y="f1410"/>
                  <a:pt x="f1635" y="f1409"/>
                  <a:pt x="f1635" y="f1408"/>
                </a:cubicBezTo>
                <a:cubicBezTo>
                  <a:pt x="f1635" y="f1407"/>
                  <a:pt x="f1636" y="f1406"/>
                  <a:pt x="f1637" y="f1404"/>
                </a:cubicBezTo>
                <a:lnTo>
                  <a:pt x="f1638" y="f1402"/>
                </a:lnTo>
                <a:lnTo>
                  <a:pt x="f1639" y="f1401"/>
                </a:lnTo>
                <a:lnTo>
                  <a:pt x="f1640" y="f1400"/>
                </a:lnTo>
                <a:cubicBezTo>
                  <a:pt x="f1641" y="f1398"/>
                  <a:pt x="f1642" y="f1396"/>
                  <a:pt x="f1643" y="f1394"/>
                </a:cubicBezTo>
                <a:cubicBezTo>
                  <a:pt x="f1644" y="f1392"/>
                  <a:pt x="f1645" y="f1390"/>
                  <a:pt x="f1646" y="f1388"/>
                </a:cubicBezTo>
                <a:lnTo>
                  <a:pt x="f1647" y="f1387"/>
                </a:lnTo>
                <a:cubicBezTo>
                  <a:pt x="f1648" y="f1464"/>
                  <a:pt x="f1649" y="f1466"/>
                  <a:pt x="f349" y="f1467"/>
                </a:cubicBezTo>
                <a:cubicBezTo>
                  <a:pt x="f350" y="f1468"/>
                  <a:pt x="f351" y="f1469"/>
                  <a:pt x="f352" y="f1470"/>
                </a:cubicBezTo>
                <a:lnTo>
                  <a:pt x="f353" y="f1471"/>
                </a:lnTo>
                <a:cubicBezTo>
                  <a:pt x="f354" y="f1472"/>
                  <a:pt x="f355" y="f1473"/>
                  <a:pt x="f356" y="f1474"/>
                </a:cubicBezTo>
                <a:cubicBezTo>
                  <a:pt x="f357" y="f1475"/>
                  <a:pt x="f358" y="f1476"/>
                  <a:pt x="f358" y="f1477"/>
                </a:cubicBezTo>
                <a:lnTo>
                  <a:pt x="f359" y="f1478"/>
                </a:lnTo>
                <a:lnTo>
                  <a:pt x="f360" y="f1479"/>
                </a:lnTo>
                <a:close/>
                <a:moveTo>
                  <a:pt x="f361" y="f1428"/>
                </a:moveTo>
                <a:lnTo>
                  <a:pt x="f362" y="f1479"/>
                </a:lnTo>
                <a:lnTo>
                  <a:pt x="f363" y="f1478"/>
                </a:lnTo>
                <a:lnTo>
                  <a:pt x="f364" y="f1477"/>
                </a:lnTo>
                <a:cubicBezTo>
                  <a:pt x="f364" y="f1476"/>
                  <a:pt x="f365" y="f1475"/>
                  <a:pt x="f366" y="f1474"/>
                </a:cubicBezTo>
                <a:cubicBezTo>
                  <a:pt x="f367" y="f1473"/>
                  <a:pt x="f368" y="f1472"/>
                  <a:pt x="f369" y="f1471"/>
                </a:cubicBezTo>
                <a:lnTo>
                  <a:pt x="f370" y="f1470"/>
                </a:lnTo>
                <a:cubicBezTo>
                  <a:pt x="f371" y="f1469"/>
                  <a:pt x="f372" y="f1468"/>
                  <a:pt x="f373" y="f1467"/>
                </a:cubicBezTo>
                <a:cubicBezTo>
                  <a:pt x="f1153" y="f1466"/>
                  <a:pt x="f1152" y="f1464"/>
                  <a:pt x="f1650" y="f1387"/>
                </a:cubicBezTo>
                <a:lnTo>
                  <a:pt x="f1150" y="f1388"/>
                </a:lnTo>
                <a:cubicBezTo>
                  <a:pt x="f1651" y="f1390"/>
                  <a:pt x="f1652" y="f1392"/>
                  <a:pt x="f1653" y="f1394"/>
                </a:cubicBezTo>
                <a:cubicBezTo>
                  <a:pt x="f1654" y="f1396"/>
                  <a:pt x="f1655" y="f1398"/>
                  <a:pt x="f1656" y="f1400"/>
                </a:cubicBezTo>
                <a:lnTo>
                  <a:pt x="f1143" y="f1401"/>
                </a:lnTo>
                <a:lnTo>
                  <a:pt x="f1182" y="f1402"/>
                </a:lnTo>
                <a:lnTo>
                  <a:pt x="f1657" y="f1404"/>
                </a:lnTo>
                <a:cubicBezTo>
                  <a:pt x="f1658" y="f1406"/>
                  <a:pt x="f1180" y="f1407"/>
                  <a:pt x="f1180" y="f1408"/>
                </a:cubicBezTo>
                <a:cubicBezTo>
                  <a:pt x="f1180" y="f1409"/>
                  <a:pt x="f1179" y="f1410"/>
                  <a:pt x="f1178" y="f1411"/>
                </a:cubicBezTo>
                <a:cubicBezTo>
                  <a:pt x="f1177" y="f1412"/>
                  <a:pt x="f1659" y="f1414"/>
                  <a:pt x="f1660" y="f1416"/>
                </a:cubicBezTo>
                <a:lnTo>
                  <a:pt x="f1661" y="f1418"/>
                </a:lnTo>
                <a:cubicBezTo>
                  <a:pt x="f1662" y="f1420"/>
                  <a:pt x="f1663" y="f1422"/>
                  <a:pt x="f1664" y="f1424"/>
                </a:cubicBezTo>
                <a:cubicBezTo>
                  <a:pt x="f1170" y="f1440"/>
                  <a:pt x="f1169" y="f1438"/>
                  <a:pt x="f387" y="f1436"/>
                </a:cubicBezTo>
                <a:lnTo>
                  <a:pt x="f388" y="f1435"/>
                </a:lnTo>
                <a:cubicBezTo>
                  <a:pt x="f389" y="f1434"/>
                  <a:pt x="f390" y="f1433"/>
                  <a:pt x="f391" y="f1432"/>
                </a:cubicBezTo>
                <a:cubicBezTo>
                  <a:pt x="f392" y="f1431"/>
                  <a:pt x="f393" y="f1430"/>
                  <a:pt x="f394" y="f1429"/>
                </a:cubicBezTo>
                <a:close/>
                <a:moveTo>
                  <a:pt x="f395" y="f1428"/>
                </a:moveTo>
                <a:lnTo>
                  <a:pt x="f396" y="f1429"/>
                </a:lnTo>
                <a:cubicBezTo>
                  <a:pt x="f397" y="f1430"/>
                  <a:pt x="f398" y="f1431"/>
                  <a:pt x="f399" y="f1432"/>
                </a:cubicBezTo>
                <a:cubicBezTo>
                  <a:pt x="f400" y="f1433"/>
                  <a:pt x="f401" y="f1434"/>
                  <a:pt x="f402" y="f1435"/>
                </a:cubicBezTo>
                <a:lnTo>
                  <a:pt x="f403" y="f1436"/>
                </a:lnTo>
                <a:cubicBezTo>
                  <a:pt x="f1665" y="f1438"/>
                  <a:pt x="f1666" y="f1440"/>
                  <a:pt x="f1667" y="f1424"/>
                </a:cubicBezTo>
                <a:cubicBezTo>
                  <a:pt x="f1668" y="f1422"/>
                  <a:pt x="f1669" y="f1420"/>
                  <a:pt x="f1670" y="f1418"/>
                </a:cubicBezTo>
                <a:lnTo>
                  <a:pt x="f1671" y="f1416"/>
                </a:lnTo>
                <a:cubicBezTo>
                  <a:pt x="f1672" y="f1414"/>
                  <a:pt x="f1673" y="f1412"/>
                  <a:pt x="f1674" y="f1411"/>
                </a:cubicBezTo>
                <a:cubicBezTo>
                  <a:pt x="f1675" y="f1410"/>
                  <a:pt x="f1676" y="f1409"/>
                  <a:pt x="f1676" y="f1408"/>
                </a:cubicBezTo>
                <a:cubicBezTo>
                  <a:pt x="f1676" y="f1407"/>
                  <a:pt x="f1677" y="f1406"/>
                  <a:pt x="f1678" y="f1404"/>
                </a:cubicBezTo>
                <a:lnTo>
                  <a:pt x="f1679" y="f1402"/>
                </a:lnTo>
                <a:lnTo>
                  <a:pt x="f1680" y="f1401"/>
                </a:lnTo>
                <a:lnTo>
                  <a:pt x="f1681" y="f1400"/>
                </a:lnTo>
                <a:cubicBezTo>
                  <a:pt x="f1682" y="f1398"/>
                  <a:pt x="f1683" y="f1396"/>
                  <a:pt x="f1684" y="f1394"/>
                </a:cubicBezTo>
                <a:cubicBezTo>
                  <a:pt x="f1685" y="f1392"/>
                  <a:pt x="f1686" y="f1390"/>
                  <a:pt x="f1687" y="f1388"/>
                </a:cubicBezTo>
                <a:lnTo>
                  <a:pt x="f1688" y="f1387"/>
                </a:lnTo>
                <a:cubicBezTo>
                  <a:pt x="f1689" y="f1464"/>
                  <a:pt x="f1690" y="f1466"/>
                  <a:pt x="f417" y="f1467"/>
                </a:cubicBezTo>
                <a:cubicBezTo>
                  <a:pt x="f418" y="f1468"/>
                  <a:pt x="f419" y="f1469"/>
                  <a:pt x="f420" y="f1470"/>
                </a:cubicBezTo>
                <a:lnTo>
                  <a:pt x="f421" y="f1471"/>
                </a:lnTo>
                <a:cubicBezTo>
                  <a:pt x="f422" y="f1472"/>
                  <a:pt x="f423" y="f1473"/>
                  <a:pt x="f424" y="f1474"/>
                </a:cubicBezTo>
                <a:cubicBezTo>
                  <a:pt x="f425" y="f1475"/>
                  <a:pt x="f426" y="f1476"/>
                  <a:pt x="f426" y="f1477"/>
                </a:cubicBezTo>
                <a:lnTo>
                  <a:pt x="f427" y="f1478"/>
                </a:lnTo>
                <a:lnTo>
                  <a:pt x="f428" y="f1479"/>
                </a:lnTo>
                <a:close/>
                <a:moveTo>
                  <a:pt x="f429" y="f1428"/>
                </a:moveTo>
                <a:lnTo>
                  <a:pt x="f430" y="f1479"/>
                </a:lnTo>
                <a:lnTo>
                  <a:pt x="f431" y="f1478"/>
                </a:lnTo>
                <a:lnTo>
                  <a:pt x="f432" y="f1477"/>
                </a:lnTo>
                <a:cubicBezTo>
                  <a:pt x="f432" y="f1476"/>
                  <a:pt x="f433" y="f1475"/>
                  <a:pt x="f434" y="f1474"/>
                </a:cubicBezTo>
                <a:cubicBezTo>
                  <a:pt x="f435" y="f1473"/>
                  <a:pt x="f436" y="f1472"/>
                  <a:pt x="f437" y="f1471"/>
                </a:cubicBezTo>
                <a:lnTo>
                  <a:pt x="f438" y="f1470"/>
                </a:lnTo>
                <a:cubicBezTo>
                  <a:pt x="f439" y="f1469"/>
                  <a:pt x="f440" y="f1468"/>
                  <a:pt x="f441" y="f1467"/>
                </a:cubicBezTo>
                <a:cubicBezTo>
                  <a:pt x="f1240" y="f1466"/>
                  <a:pt x="f1239" y="f1464"/>
                  <a:pt x="f1691" y="f1387"/>
                </a:cubicBezTo>
                <a:lnTo>
                  <a:pt x="f1237" y="f1388"/>
                </a:lnTo>
                <a:cubicBezTo>
                  <a:pt x="f1692" y="f1390"/>
                  <a:pt x="f1693" y="f1392"/>
                  <a:pt x="f1694" y="f1394"/>
                </a:cubicBezTo>
                <a:cubicBezTo>
                  <a:pt x="f1695" y="f1396"/>
                  <a:pt x="f1696" y="f1398"/>
                  <a:pt x="f1697" y="f1400"/>
                </a:cubicBezTo>
                <a:lnTo>
                  <a:pt x="f1230" y="f1401"/>
                </a:lnTo>
                <a:lnTo>
                  <a:pt x="f1269" y="f1402"/>
                </a:lnTo>
                <a:lnTo>
                  <a:pt x="f1698" y="f1404"/>
                </a:lnTo>
                <a:cubicBezTo>
                  <a:pt x="f1699" y="f1406"/>
                  <a:pt x="f1267" y="f1407"/>
                  <a:pt x="f1267" y="f1408"/>
                </a:cubicBezTo>
                <a:cubicBezTo>
                  <a:pt x="f1267" y="f1409"/>
                  <a:pt x="f1266" y="f1410"/>
                  <a:pt x="f1265" y="f1411"/>
                </a:cubicBezTo>
                <a:cubicBezTo>
                  <a:pt x="f1264" y="f1412"/>
                  <a:pt x="f1700" y="f1414"/>
                  <a:pt x="f1701" y="f1416"/>
                </a:cubicBezTo>
                <a:lnTo>
                  <a:pt x="f1702" y="f1418"/>
                </a:lnTo>
                <a:cubicBezTo>
                  <a:pt x="f1703" y="f1420"/>
                  <a:pt x="f1704" y="f1422"/>
                  <a:pt x="f1705" y="f1424"/>
                </a:cubicBezTo>
                <a:cubicBezTo>
                  <a:pt x="f1257" y="f1440"/>
                  <a:pt x="f1256" y="f1438"/>
                  <a:pt x="f455" y="f1436"/>
                </a:cubicBezTo>
                <a:lnTo>
                  <a:pt x="f456" y="f1435"/>
                </a:lnTo>
                <a:cubicBezTo>
                  <a:pt x="f457" y="f1434"/>
                  <a:pt x="f458" y="f1433"/>
                  <a:pt x="f459" y="f1432"/>
                </a:cubicBezTo>
                <a:cubicBezTo>
                  <a:pt x="f460" y="f1431"/>
                  <a:pt x="f461" y="f1430"/>
                  <a:pt x="f462" y="f1429"/>
                </a:cubicBezTo>
                <a:close/>
                <a:moveTo>
                  <a:pt x="f463" y="f1428"/>
                </a:moveTo>
                <a:lnTo>
                  <a:pt x="f464" y="f1429"/>
                </a:lnTo>
                <a:cubicBezTo>
                  <a:pt x="f465" y="f1430"/>
                  <a:pt x="f466" y="f1431"/>
                  <a:pt x="f467" y="f1432"/>
                </a:cubicBezTo>
                <a:cubicBezTo>
                  <a:pt x="f468" y="f1433"/>
                  <a:pt x="f469" y="f1434"/>
                  <a:pt x="f470" y="f1435"/>
                </a:cubicBezTo>
                <a:lnTo>
                  <a:pt x="f471" y="f1436"/>
                </a:lnTo>
                <a:cubicBezTo>
                  <a:pt x="f1706" y="f1438"/>
                  <a:pt x="f1707" y="f1440"/>
                  <a:pt x="f1708" y="f1424"/>
                </a:cubicBezTo>
                <a:cubicBezTo>
                  <a:pt x="f1709" y="f1422"/>
                  <a:pt x="f1710" y="f1420"/>
                  <a:pt x="f1711" y="f1418"/>
                </a:cubicBezTo>
                <a:lnTo>
                  <a:pt x="f1712" y="f1416"/>
                </a:lnTo>
                <a:cubicBezTo>
                  <a:pt x="f1713" y="f1414"/>
                  <a:pt x="f1714" y="f1412"/>
                  <a:pt x="f1715" y="f1411"/>
                </a:cubicBezTo>
                <a:cubicBezTo>
                  <a:pt x="f1716" y="f1410"/>
                  <a:pt x="f1717" y="f1409"/>
                  <a:pt x="f1717" y="f1408"/>
                </a:cubicBezTo>
                <a:cubicBezTo>
                  <a:pt x="f1717" y="f1407"/>
                  <a:pt x="f1718" y="f1406"/>
                  <a:pt x="f1719" y="f1404"/>
                </a:cubicBezTo>
                <a:lnTo>
                  <a:pt x="f1720" y="f1402"/>
                </a:lnTo>
                <a:lnTo>
                  <a:pt x="f1721" y="f1401"/>
                </a:lnTo>
                <a:lnTo>
                  <a:pt x="f1722" y="f1400"/>
                </a:lnTo>
                <a:cubicBezTo>
                  <a:pt x="f1723" y="f1398"/>
                  <a:pt x="f1724" y="f1396"/>
                  <a:pt x="f1725" y="f1394"/>
                </a:cubicBezTo>
                <a:cubicBezTo>
                  <a:pt x="f1726" y="f1392"/>
                  <a:pt x="f1727" y="f1390"/>
                  <a:pt x="f1728" y="f1388"/>
                </a:cubicBezTo>
                <a:lnTo>
                  <a:pt x="f1729" y="f1387"/>
                </a:lnTo>
                <a:cubicBezTo>
                  <a:pt x="f1730" y="f1464"/>
                  <a:pt x="f1731" y="f1466"/>
                  <a:pt x="f485" y="f1467"/>
                </a:cubicBezTo>
                <a:cubicBezTo>
                  <a:pt x="f486" y="f1468"/>
                  <a:pt x="f487" y="f1469"/>
                  <a:pt x="f488" y="f1470"/>
                </a:cubicBezTo>
                <a:lnTo>
                  <a:pt x="f489" y="f1471"/>
                </a:lnTo>
                <a:cubicBezTo>
                  <a:pt x="f490" y="f1472"/>
                  <a:pt x="f491" y="f1473"/>
                  <a:pt x="f492" y="f1474"/>
                </a:cubicBezTo>
                <a:cubicBezTo>
                  <a:pt x="f493" y="f1475"/>
                  <a:pt x="f494" y="f1476"/>
                  <a:pt x="f494" y="f1477"/>
                </a:cubicBezTo>
                <a:lnTo>
                  <a:pt x="f495" y="f1478"/>
                </a:lnTo>
                <a:lnTo>
                  <a:pt x="f496" y="f1479"/>
                </a:lnTo>
                <a:close/>
                <a:moveTo>
                  <a:pt x="f497" y="f1428"/>
                </a:moveTo>
                <a:lnTo>
                  <a:pt x="f498" y="f1479"/>
                </a:lnTo>
                <a:lnTo>
                  <a:pt x="f499" y="f1478"/>
                </a:lnTo>
                <a:lnTo>
                  <a:pt x="f500" y="f1477"/>
                </a:lnTo>
                <a:cubicBezTo>
                  <a:pt x="f500" y="f1476"/>
                  <a:pt x="f501" y="f1475"/>
                  <a:pt x="f502" y="f1474"/>
                </a:cubicBezTo>
                <a:cubicBezTo>
                  <a:pt x="f503" y="f1473"/>
                  <a:pt x="f504" y="f1472"/>
                  <a:pt x="f505" y="f1471"/>
                </a:cubicBezTo>
                <a:lnTo>
                  <a:pt x="f506" y="f1470"/>
                </a:lnTo>
                <a:cubicBezTo>
                  <a:pt x="f507" y="f1469"/>
                  <a:pt x="f508" y="f1468"/>
                  <a:pt x="f509" y="f1467"/>
                </a:cubicBezTo>
                <a:cubicBezTo>
                  <a:pt x="f620" y="f1732"/>
                  <a:pt x="f1733" y="f1734"/>
                  <a:pt x="f2" y="f1735"/>
                </a:cubicBezTo>
                <a:lnTo>
                  <a:pt x="f2" y="f1736"/>
                </a:lnTo>
                <a:cubicBezTo>
                  <a:pt x="f1737" y="f1738"/>
                  <a:pt x="f1739" y="f1740"/>
                  <a:pt x="f520" y="f1317"/>
                </a:cubicBezTo>
                <a:cubicBezTo>
                  <a:pt x="f521" y="f1741"/>
                  <a:pt x="f523" y="f1742"/>
                  <a:pt x="f2" y="f1743"/>
                </a:cubicBezTo>
                <a:lnTo>
                  <a:pt x="f2" y="f1744"/>
                </a:lnTo>
                <a:cubicBezTo>
                  <a:pt x="f527" y="f1745"/>
                  <a:pt x="f529" y="f1746"/>
                  <a:pt x="f531" y="f1436"/>
                </a:cubicBezTo>
                <a:lnTo>
                  <a:pt x="f532" y="f1435"/>
                </a:lnTo>
                <a:cubicBezTo>
                  <a:pt x="f533" y="f1434"/>
                  <a:pt x="f534" y="f1433"/>
                  <a:pt x="f535" y="f1432"/>
                </a:cubicBezTo>
                <a:cubicBezTo>
                  <a:pt x="f536" y="f1431"/>
                  <a:pt x="f537" y="f1430"/>
                  <a:pt x="f538" y="f1429"/>
                </a:cubicBezTo>
                <a:close/>
                <a:moveTo>
                  <a:pt x="f539" y="f1747"/>
                </a:moveTo>
                <a:cubicBezTo>
                  <a:pt x="f541" y="f1748"/>
                  <a:pt x="f543" y="f1749"/>
                  <a:pt x="f545" y="f1750"/>
                </a:cubicBezTo>
                <a:cubicBezTo>
                  <a:pt x="f547" y="f1751"/>
                  <a:pt x="f549" y="f1752"/>
                  <a:pt x="f539" y="f1747"/>
                </a:cubicBezTo>
                <a:close/>
                <a:moveTo>
                  <a:pt x="f551" y="f1747"/>
                </a:moveTo>
                <a:cubicBezTo>
                  <a:pt x="f552" y="f1752"/>
                  <a:pt x="f553" y="f1751"/>
                  <a:pt x="f108" y="f1750"/>
                </a:cubicBezTo>
                <a:cubicBezTo>
                  <a:pt x="f554" y="f1749"/>
                  <a:pt x="f555" y="f1748"/>
                  <a:pt x="f551" y="f1747"/>
                </a:cubicBezTo>
                <a:close/>
                <a:moveTo>
                  <a:pt x="f556" y="f1747"/>
                </a:moveTo>
                <a:cubicBezTo>
                  <a:pt x="f557" y="f1748"/>
                  <a:pt x="f558" y="f1749"/>
                  <a:pt x="f559" y="f1750"/>
                </a:cubicBezTo>
                <a:cubicBezTo>
                  <a:pt x="f560" y="f1751"/>
                  <a:pt x="f561" y="f1752"/>
                  <a:pt x="f556" y="f1747"/>
                </a:cubicBezTo>
                <a:close/>
                <a:moveTo>
                  <a:pt x="f562" y="f1747"/>
                </a:moveTo>
                <a:cubicBezTo>
                  <a:pt x="f563" y="f1752"/>
                  <a:pt x="f564" y="f1751"/>
                  <a:pt x="f176" y="f1750"/>
                </a:cubicBezTo>
                <a:cubicBezTo>
                  <a:pt x="f565" y="f1749"/>
                  <a:pt x="f566" y="f1748"/>
                  <a:pt x="f562" y="f1747"/>
                </a:cubicBezTo>
                <a:close/>
                <a:moveTo>
                  <a:pt x="f567" y="f1747"/>
                </a:moveTo>
                <a:cubicBezTo>
                  <a:pt x="f568" y="f1748"/>
                  <a:pt x="f569" y="f1749"/>
                  <a:pt x="f570" y="f1750"/>
                </a:cubicBezTo>
                <a:cubicBezTo>
                  <a:pt x="f571" y="f1751"/>
                  <a:pt x="f572" y="f1752"/>
                  <a:pt x="f567" y="f1747"/>
                </a:cubicBezTo>
                <a:close/>
                <a:moveTo>
                  <a:pt x="f573" y="f1747"/>
                </a:moveTo>
                <a:cubicBezTo>
                  <a:pt x="f574" y="f1752"/>
                  <a:pt x="f575" y="f1751"/>
                  <a:pt x="f244" y="f1750"/>
                </a:cubicBezTo>
                <a:cubicBezTo>
                  <a:pt x="f576" y="f1749"/>
                  <a:pt x="f577" y="f1748"/>
                  <a:pt x="f573" y="f1747"/>
                </a:cubicBezTo>
                <a:close/>
                <a:moveTo>
                  <a:pt x="f578" y="f1747"/>
                </a:moveTo>
                <a:cubicBezTo>
                  <a:pt x="f579" y="f1748"/>
                  <a:pt x="f580" y="f1749"/>
                  <a:pt x="f581" y="f1750"/>
                </a:cubicBezTo>
                <a:cubicBezTo>
                  <a:pt x="f582" y="f1751"/>
                  <a:pt x="f583" y="f1752"/>
                  <a:pt x="f578" y="f1747"/>
                </a:cubicBezTo>
                <a:close/>
                <a:moveTo>
                  <a:pt x="f584" y="f1747"/>
                </a:moveTo>
                <a:cubicBezTo>
                  <a:pt x="f585" y="f1752"/>
                  <a:pt x="f586" y="f1751"/>
                  <a:pt x="f312" y="f1750"/>
                </a:cubicBezTo>
                <a:cubicBezTo>
                  <a:pt x="f587" y="f1749"/>
                  <a:pt x="f588" y="f1748"/>
                  <a:pt x="f584" y="f1747"/>
                </a:cubicBezTo>
                <a:close/>
                <a:moveTo>
                  <a:pt x="f589" y="f1747"/>
                </a:moveTo>
                <a:cubicBezTo>
                  <a:pt x="f590" y="f1748"/>
                  <a:pt x="f591" y="f1749"/>
                  <a:pt x="f592" y="f1750"/>
                </a:cubicBezTo>
                <a:cubicBezTo>
                  <a:pt x="f593" y="f1751"/>
                  <a:pt x="f594" y="f1752"/>
                  <a:pt x="f589" y="f1747"/>
                </a:cubicBezTo>
                <a:close/>
                <a:moveTo>
                  <a:pt x="f595" y="f1747"/>
                </a:moveTo>
                <a:cubicBezTo>
                  <a:pt x="f596" y="f1752"/>
                  <a:pt x="f597" y="f1751"/>
                  <a:pt x="f380" y="f1750"/>
                </a:cubicBezTo>
                <a:cubicBezTo>
                  <a:pt x="f598" y="f1749"/>
                  <a:pt x="f599" y="f1748"/>
                  <a:pt x="f595" y="f1747"/>
                </a:cubicBezTo>
                <a:close/>
                <a:moveTo>
                  <a:pt x="f600" y="f1747"/>
                </a:moveTo>
                <a:cubicBezTo>
                  <a:pt x="f601" y="f1748"/>
                  <a:pt x="f602" y="f1749"/>
                  <a:pt x="f603" y="f1750"/>
                </a:cubicBezTo>
                <a:cubicBezTo>
                  <a:pt x="f604" y="f1751"/>
                  <a:pt x="f605" y="f1752"/>
                  <a:pt x="f600" y="f1747"/>
                </a:cubicBezTo>
                <a:close/>
                <a:moveTo>
                  <a:pt x="f606" y="f1747"/>
                </a:moveTo>
                <a:cubicBezTo>
                  <a:pt x="f607" y="f1752"/>
                  <a:pt x="f608" y="f1751"/>
                  <a:pt x="f448" y="f1750"/>
                </a:cubicBezTo>
                <a:cubicBezTo>
                  <a:pt x="f609" y="f1749"/>
                  <a:pt x="f610" y="f1748"/>
                  <a:pt x="f606" y="f1747"/>
                </a:cubicBezTo>
                <a:close/>
                <a:moveTo>
                  <a:pt x="f611" y="f1747"/>
                </a:moveTo>
                <a:cubicBezTo>
                  <a:pt x="f612" y="f1748"/>
                  <a:pt x="f613" y="f1749"/>
                  <a:pt x="f614" y="f1750"/>
                </a:cubicBezTo>
                <a:cubicBezTo>
                  <a:pt x="f615" y="f1751"/>
                  <a:pt x="f616" y="f1752"/>
                  <a:pt x="f611" y="f1747"/>
                </a:cubicBezTo>
                <a:close/>
                <a:moveTo>
                  <a:pt x="f2" y="f1753"/>
                </a:moveTo>
                <a:cubicBezTo>
                  <a:pt x="f618" y="f1754"/>
                  <a:pt x="f620" y="f1755"/>
                  <a:pt x="f622" y="f1756"/>
                </a:cubicBezTo>
                <a:cubicBezTo>
                  <a:pt x="f624" y="f1757"/>
                  <a:pt x="f626" y="f1758"/>
                  <a:pt x="f628" y="f1759"/>
                </a:cubicBezTo>
                <a:lnTo>
                  <a:pt x="f630" y="f1760"/>
                </a:lnTo>
                <a:cubicBezTo>
                  <a:pt x="f632" y="f1761"/>
                  <a:pt x="f503" y="f1762"/>
                  <a:pt x="f502" y="f1763"/>
                </a:cubicBezTo>
                <a:cubicBezTo>
                  <a:pt x="f501" y="f1764"/>
                  <a:pt x="f500" y="f1765"/>
                  <a:pt x="f500" y="f1766"/>
                </a:cubicBezTo>
                <a:cubicBezTo>
                  <a:pt x="f500" y="f1767"/>
                  <a:pt x="f640" y="f1768"/>
                  <a:pt x="f642" y="f1769"/>
                </a:cubicBezTo>
                <a:lnTo>
                  <a:pt x="f498" y="f1770"/>
                </a:lnTo>
                <a:lnTo>
                  <a:pt x="f497" y="f1771"/>
                </a:lnTo>
                <a:lnTo>
                  <a:pt x="f646" y="f1772"/>
                </a:lnTo>
                <a:cubicBezTo>
                  <a:pt x="f648" y="f1773"/>
                  <a:pt x="f650" y="f1774"/>
                  <a:pt x="f652" y="f1775"/>
                </a:cubicBezTo>
                <a:cubicBezTo>
                  <a:pt x="f654" y="f1776"/>
                  <a:pt x="f656" y="f1777"/>
                  <a:pt x="f532" y="f1778"/>
                </a:cubicBezTo>
                <a:lnTo>
                  <a:pt x="f659" y="f1779"/>
                </a:lnTo>
                <a:cubicBezTo>
                  <a:pt x="f661" y="f1780"/>
                  <a:pt x="f663" y="f1781"/>
                  <a:pt x="f2" y="f1782"/>
                </a:cubicBezTo>
                <a:lnTo>
                  <a:pt x="f2" y="f1783"/>
                </a:lnTo>
                <a:cubicBezTo>
                  <a:pt x="f667" y="f1784"/>
                  <a:pt x="f669" y="f1785"/>
                  <a:pt x="f520" y="f1750"/>
                </a:cubicBezTo>
                <a:cubicBezTo>
                  <a:pt x="f671" y="f1786"/>
                  <a:pt x="f673" y="f1787"/>
                  <a:pt x="f2" y="f1788"/>
                </a:cubicBezTo>
                <a:close/>
                <a:moveTo>
                  <a:pt x="f676" y="f1789"/>
                </a:moveTo>
                <a:lnTo>
                  <a:pt x="f678" y="f1790"/>
                </a:lnTo>
                <a:cubicBezTo>
                  <a:pt x="f680" y="f1791"/>
                  <a:pt x="f682" y="f1792"/>
                  <a:pt x="f684" y="f1793"/>
                </a:cubicBezTo>
                <a:cubicBezTo>
                  <a:pt x="f686" y="f1794"/>
                  <a:pt x="f688" y="f1795"/>
                  <a:pt x="f690" y="f1796"/>
                </a:cubicBezTo>
                <a:lnTo>
                  <a:pt x="f692" y="f1797"/>
                </a:lnTo>
                <a:cubicBezTo>
                  <a:pt x="f694" y="f1798"/>
                  <a:pt x="f696" y="f1799"/>
                  <a:pt x="f3" y="f1800"/>
                </a:cubicBezTo>
                <a:lnTo>
                  <a:pt x="f3" y="f1801"/>
                </a:lnTo>
                <a:cubicBezTo>
                  <a:pt x="f700" y="f1802"/>
                  <a:pt x="f702" y="f1803"/>
                  <a:pt x="f704" y="f1804"/>
                </a:cubicBezTo>
                <a:cubicBezTo>
                  <a:pt x="f705" y="f1805"/>
                  <a:pt x="f707" y="f1806"/>
                  <a:pt x="f3" y="f1807"/>
                </a:cubicBezTo>
                <a:lnTo>
                  <a:pt x="f3" y="f1808"/>
                </a:lnTo>
                <a:cubicBezTo>
                  <a:pt x="f711" y="f1809"/>
                  <a:pt x="f713" y="f1810"/>
                  <a:pt x="f715" y="f1811"/>
                </a:cubicBezTo>
                <a:cubicBezTo>
                  <a:pt x="f717" y="f1812"/>
                  <a:pt x="f719" y="f1813"/>
                  <a:pt x="f721" y="f1814"/>
                </a:cubicBezTo>
                <a:lnTo>
                  <a:pt x="f723" y="f1815"/>
                </a:lnTo>
                <a:cubicBezTo>
                  <a:pt x="f725" y="f1816"/>
                  <a:pt x="f727" y="f1817"/>
                  <a:pt x="f729" y="f1818"/>
                </a:cubicBezTo>
                <a:cubicBezTo>
                  <a:pt x="f731" y="f1819"/>
                  <a:pt x="f733" y="f1820"/>
                  <a:pt x="f733" y="f1821"/>
                </a:cubicBezTo>
                <a:lnTo>
                  <a:pt x="f736" y="f1822"/>
                </a:lnTo>
                <a:lnTo>
                  <a:pt x="f738" y="f1823"/>
                </a:lnTo>
                <a:close/>
                <a:moveTo>
                  <a:pt x="f740" y="f1789"/>
                </a:moveTo>
                <a:lnTo>
                  <a:pt x="f741" y="f1823"/>
                </a:lnTo>
                <a:lnTo>
                  <a:pt x="f742" y="f1824"/>
                </a:lnTo>
                <a:lnTo>
                  <a:pt x="f743" y="f1821"/>
                </a:lnTo>
                <a:cubicBezTo>
                  <a:pt x="f743" y="f1820"/>
                  <a:pt x="f744" y="f1819"/>
                  <a:pt x="f745" y="f1818"/>
                </a:cubicBezTo>
                <a:cubicBezTo>
                  <a:pt x="f746" y="f1817"/>
                  <a:pt x="f747" y="f1816"/>
                  <a:pt x="f748" y="f1815"/>
                </a:cubicBezTo>
                <a:lnTo>
                  <a:pt x="f749" y="f1814"/>
                </a:lnTo>
                <a:cubicBezTo>
                  <a:pt x="f750" y="f1813"/>
                  <a:pt x="f751" y="f1812"/>
                  <a:pt x="f752" y="f1811"/>
                </a:cubicBezTo>
                <a:cubicBezTo>
                  <a:pt x="f753" y="f1825"/>
                  <a:pt x="f755" y="f1826"/>
                  <a:pt x="f757" y="f1779"/>
                </a:cubicBezTo>
                <a:lnTo>
                  <a:pt x="f758" y="f1778"/>
                </a:lnTo>
                <a:cubicBezTo>
                  <a:pt x="f759" y="f1777"/>
                  <a:pt x="f760" y="f1776"/>
                  <a:pt x="f761" y="f1775"/>
                </a:cubicBezTo>
                <a:cubicBezTo>
                  <a:pt x="f762" y="f1774"/>
                  <a:pt x="f763" y="f1773"/>
                  <a:pt x="f764" y="f1772"/>
                </a:cubicBezTo>
                <a:lnTo>
                  <a:pt x="f765" y="f1771"/>
                </a:lnTo>
                <a:lnTo>
                  <a:pt x="f766" y="f1770"/>
                </a:lnTo>
                <a:lnTo>
                  <a:pt x="f767" y="f1769"/>
                </a:lnTo>
                <a:cubicBezTo>
                  <a:pt x="f768" y="f1768"/>
                  <a:pt x="f769" y="f1767"/>
                  <a:pt x="f769" y="f1766"/>
                </a:cubicBezTo>
                <a:cubicBezTo>
                  <a:pt x="f769" y="f1765"/>
                  <a:pt x="f770" y="f1764"/>
                  <a:pt x="f771" y="f1763"/>
                </a:cubicBezTo>
                <a:cubicBezTo>
                  <a:pt x="f772" y="f1762"/>
                  <a:pt x="f773" y="f1761"/>
                  <a:pt x="f774" y="f1760"/>
                </a:cubicBezTo>
                <a:lnTo>
                  <a:pt x="f775" y="f1759"/>
                </a:lnTo>
                <a:cubicBezTo>
                  <a:pt x="f776" y="f1758"/>
                  <a:pt x="f777" y="f1757"/>
                  <a:pt x="f778" y="f1756"/>
                </a:cubicBezTo>
                <a:cubicBezTo>
                  <a:pt x="f779" y="f1827"/>
                  <a:pt x="f781" y="f1828"/>
                  <a:pt x="f783" y="f1797"/>
                </a:cubicBezTo>
                <a:lnTo>
                  <a:pt x="f784" y="f1796"/>
                </a:lnTo>
                <a:cubicBezTo>
                  <a:pt x="f785" y="f1795"/>
                  <a:pt x="f786" y="f1794"/>
                  <a:pt x="f787" y="f1793"/>
                </a:cubicBezTo>
                <a:cubicBezTo>
                  <a:pt x="f788" y="f1792"/>
                  <a:pt x="f789" y="f1791"/>
                  <a:pt x="f790" y="f1790"/>
                </a:cubicBezTo>
                <a:close/>
                <a:moveTo>
                  <a:pt x="f791" y="f1789"/>
                </a:moveTo>
                <a:lnTo>
                  <a:pt x="f792" y="f1790"/>
                </a:lnTo>
                <a:cubicBezTo>
                  <a:pt x="f793" y="f1791"/>
                  <a:pt x="f794" y="f1792"/>
                  <a:pt x="f795" y="f1793"/>
                </a:cubicBezTo>
                <a:cubicBezTo>
                  <a:pt x="f796" y="f1794"/>
                  <a:pt x="f797" y="f1795"/>
                  <a:pt x="f798" y="f1796"/>
                </a:cubicBezTo>
                <a:lnTo>
                  <a:pt x="f799" y="f1797"/>
                </a:lnTo>
                <a:cubicBezTo>
                  <a:pt x="f800" y="f1828"/>
                  <a:pt x="f801" y="f1827"/>
                  <a:pt x="f802" y="f1756"/>
                </a:cubicBezTo>
                <a:cubicBezTo>
                  <a:pt x="f803" y="f1757"/>
                  <a:pt x="f804" y="f1758"/>
                  <a:pt x="f805" y="f1759"/>
                </a:cubicBezTo>
                <a:lnTo>
                  <a:pt x="f806" y="f1760"/>
                </a:lnTo>
                <a:cubicBezTo>
                  <a:pt x="f807" y="f1761"/>
                  <a:pt x="f94" y="f1762"/>
                  <a:pt x="f93" y="f1763"/>
                </a:cubicBezTo>
                <a:cubicBezTo>
                  <a:pt x="f92" y="f1764"/>
                  <a:pt x="f91" y="f1765"/>
                  <a:pt x="f91" y="f1766"/>
                </a:cubicBezTo>
                <a:cubicBezTo>
                  <a:pt x="f91" y="f1767"/>
                  <a:pt x="f808" y="f1768"/>
                  <a:pt x="f809" y="f1769"/>
                </a:cubicBezTo>
                <a:lnTo>
                  <a:pt x="f89" y="f1770"/>
                </a:lnTo>
                <a:lnTo>
                  <a:pt x="f88" y="f1771"/>
                </a:lnTo>
                <a:lnTo>
                  <a:pt x="f810" y="f1772"/>
                </a:lnTo>
                <a:cubicBezTo>
                  <a:pt x="f811" y="f1773"/>
                  <a:pt x="f812" y="f1774"/>
                  <a:pt x="f813" y="f1775"/>
                </a:cubicBezTo>
                <a:cubicBezTo>
                  <a:pt x="f814" y="f1776"/>
                  <a:pt x="f815" y="f1777"/>
                  <a:pt x="f116" y="f1778"/>
                </a:cubicBezTo>
                <a:lnTo>
                  <a:pt x="f816" y="f1779"/>
                </a:lnTo>
                <a:cubicBezTo>
                  <a:pt x="f817" y="f1826"/>
                  <a:pt x="f818" y="f1825"/>
                  <a:pt x="f819" y="f1811"/>
                </a:cubicBezTo>
                <a:cubicBezTo>
                  <a:pt x="f820" y="f1812"/>
                  <a:pt x="f821" y="f1813"/>
                  <a:pt x="f822" y="f1814"/>
                </a:cubicBezTo>
                <a:lnTo>
                  <a:pt x="f823" y="f1815"/>
                </a:lnTo>
                <a:cubicBezTo>
                  <a:pt x="f824" y="f1816"/>
                  <a:pt x="f825" y="f1817"/>
                  <a:pt x="f826" y="f1818"/>
                </a:cubicBezTo>
                <a:cubicBezTo>
                  <a:pt x="f827" y="f1819"/>
                  <a:pt x="f828" y="f1820"/>
                  <a:pt x="f828" y="f1821"/>
                </a:cubicBezTo>
                <a:lnTo>
                  <a:pt x="f829" y="f1824"/>
                </a:lnTo>
                <a:lnTo>
                  <a:pt x="f830" y="f1823"/>
                </a:lnTo>
                <a:close/>
                <a:moveTo>
                  <a:pt x="f831" y="f1789"/>
                </a:moveTo>
                <a:lnTo>
                  <a:pt x="f832" y="f1823"/>
                </a:lnTo>
                <a:lnTo>
                  <a:pt x="f833" y="f1824"/>
                </a:lnTo>
                <a:lnTo>
                  <a:pt x="f834" y="f1821"/>
                </a:lnTo>
                <a:cubicBezTo>
                  <a:pt x="f834" y="f1820"/>
                  <a:pt x="f835" y="f1819"/>
                  <a:pt x="f836" y="f1818"/>
                </a:cubicBezTo>
                <a:cubicBezTo>
                  <a:pt x="f837" y="f1817"/>
                  <a:pt x="f838" y="f1816"/>
                  <a:pt x="f839" y="f1815"/>
                </a:cubicBezTo>
                <a:lnTo>
                  <a:pt x="f840" y="f1814"/>
                </a:lnTo>
                <a:cubicBezTo>
                  <a:pt x="f841" y="f1813"/>
                  <a:pt x="f842" y="f1812"/>
                  <a:pt x="f843" y="f1811"/>
                </a:cubicBezTo>
                <a:cubicBezTo>
                  <a:pt x="f844" y="f1825"/>
                  <a:pt x="f845" y="f1826"/>
                  <a:pt x="f846" y="f1779"/>
                </a:cubicBezTo>
                <a:lnTo>
                  <a:pt x="f847" y="f1778"/>
                </a:lnTo>
                <a:cubicBezTo>
                  <a:pt x="f848" y="f1777"/>
                  <a:pt x="f849" y="f1776"/>
                  <a:pt x="f850" y="f1775"/>
                </a:cubicBezTo>
                <a:cubicBezTo>
                  <a:pt x="f851" y="f1774"/>
                  <a:pt x="f852" y="f1773"/>
                  <a:pt x="f853" y="f1772"/>
                </a:cubicBezTo>
                <a:lnTo>
                  <a:pt x="f854" y="f1771"/>
                </a:lnTo>
                <a:lnTo>
                  <a:pt x="f855" y="f1770"/>
                </a:lnTo>
                <a:lnTo>
                  <a:pt x="f856" y="f1769"/>
                </a:lnTo>
                <a:cubicBezTo>
                  <a:pt x="f857" y="f1768"/>
                  <a:pt x="f858" y="f1767"/>
                  <a:pt x="f858" y="f1766"/>
                </a:cubicBezTo>
                <a:cubicBezTo>
                  <a:pt x="f858" y="f1765"/>
                  <a:pt x="f859" y="f1764"/>
                  <a:pt x="f860" y="f1763"/>
                </a:cubicBezTo>
                <a:cubicBezTo>
                  <a:pt x="f861" y="f1762"/>
                  <a:pt x="f862" y="f1761"/>
                  <a:pt x="f863" y="f1760"/>
                </a:cubicBezTo>
                <a:lnTo>
                  <a:pt x="f864" y="f1759"/>
                </a:lnTo>
                <a:cubicBezTo>
                  <a:pt x="f865" y="f1758"/>
                  <a:pt x="f866" y="f1757"/>
                  <a:pt x="f867" y="f1756"/>
                </a:cubicBezTo>
                <a:cubicBezTo>
                  <a:pt x="f868" y="f1827"/>
                  <a:pt x="f869" y="f1828"/>
                  <a:pt x="f870" y="f1797"/>
                </a:cubicBezTo>
                <a:lnTo>
                  <a:pt x="f871" y="f1796"/>
                </a:lnTo>
                <a:cubicBezTo>
                  <a:pt x="f872" y="f1795"/>
                  <a:pt x="f873" y="f1794"/>
                  <a:pt x="f874" y="f1793"/>
                </a:cubicBezTo>
                <a:cubicBezTo>
                  <a:pt x="f875" y="f1792"/>
                  <a:pt x="f876" y="f1791"/>
                  <a:pt x="f877" y="f1790"/>
                </a:cubicBezTo>
                <a:close/>
                <a:moveTo>
                  <a:pt x="f878" y="f1789"/>
                </a:moveTo>
                <a:lnTo>
                  <a:pt x="f879" y="f1790"/>
                </a:lnTo>
                <a:cubicBezTo>
                  <a:pt x="f880" y="f1791"/>
                  <a:pt x="f881" y="f1792"/>
                  <a:pt x="f882" y="f1793"/>
                </a:cubicBezTo>
                <a:cubicBezTo>
                  <a:pt x="f883" y="f1794"/>
                  <a:pt x="f884" y="f1795"/>
                  <a:pt x="f885" y="f1796"/>
                </a:cubicBezTo>
                <a:lnTo>
                  <a:pt x="f886" y="f1797"/>
                </a:lnTo>
                <a:cubicBezTo>
                  <a:pt x="f887" y="f1828"/>
                  <a:pt x="f888" y="f1827"/>
                  <a:pt x="f889" y="f1756"/>
                </a:cubicBezTo>
                <a:cubicBezTo>
                  <a:pt x="f890" y="f1757"/>
                  <a:pt x="f891" y="f1758"/>
                  <a:pt x="f892" y="f1759"/>
                </a:cubicBezTo>
                <a:lnTo>
                  <a:pt x="f893" y="f1760"/>
                </a:lnTo>
                <a:cubicBezTo>
                  <a:pt x="f894" y="f1761"/>
                  <a:pt x="f163" y="f1762"/>
                  <a:pt x="f162" y="f1763"/>
                </a:cubicBezTo>
                <a:cubicBezTo>
                  <a:pt x="f161" y="f1764"/>
                  <a:pt x="f160" y="f1765"/>
                  <a:pt x="f160" y="f1766"/>
                </a:cubicBezTo>
                <a:cubicBezTo>
                  <a:pt x="f160" y="f1767"/>
                  <a:pt x="f895" y="f1768"/>
                  <a:pt x="f896" y="f1769"/>
                </a:cubicBezTo>
                <a:lnTo>
                  <a:pt x="f158" y="f1770"/>
                </a:lnTo>
                <a:lnTo>
                  <a:pt x="f157" y="f1771"/>
                </a:lnTo>
                <a:lnTo>
                  <a:pt x="f897" y="f1772"/>
                </a:lnTo>
                <a:cubicBezTo>
                  <a:pt x="f898" y="f1773"/>
                  <a:pt x="f899" y="f1774"/>
                  <a:pt x="f900" y="f1775"/>
                </a:cubicBezTo>
                <a:cubicBezTo>
                  <a:pt x="f901" y="f1776"/>
                  <a:pt x="f902" y="f1777"/>
                  <a:pt x="f184" y="f1778"/>
                </a:cubicBezTo>
                <a:lnTo>
                  <a:pt x="f903" y="f1779"/>
                </a:lnTo>
                <a:cubicBezTo>
                  <a:pt x="f904" y="f1826"/>
                  <a:pt x="f905" y="f1825"/>
                  <a:pt x="f906" y="f1811"/>
                </a:cubicBezTo>
                <a:cubicBezTo>
                  <a:pt x="f907" y="f1812"/>
                  <a:pt x="f908" y="f1813"/>
                  <a:pt x="f909" y="f1814"/>
                </a:cubicBezTo>
                <a:lnTo>
                  <a:pt x="f910" y="f1815"/>
                </a:lnTo>
                <a:cubicBezTo>
                  <a:pt x="f911" y="f1816"/>
                  <a:pt x="f912" y="f1817"/>
                  <a:pt x="f913" y="f1818"/>
                </a:cubicBezTo>
                <a:cubicBezTo>
                  <a:pt x="f914" y="f1819"/>
                  <a:pt x="f915" y="f1820"/>
                  <a:pt x="f915" y="f1821"/>
                </a:cubicBezTo>
                <a:lnTo>
                  <a:pt x="f916" y="f1824"/>
                </a:lnTo>
                <a:lnTo>
                  <a:pt x="f917" y="f1823"/>
                </a:lnTo>
                <a:close/>
                <a:moveTo>
                  <a:pt x="f918" y="f1789"/>
                </a:moveTo>
                <a:lnTo>
                  <a:pt x="f919" y="f1823"/>
                </a:lnTo>
                <a:lnTo>
                  <a:pt x="f920" y="f1824"/>
                </a:lnTo>
                <a:lnTo>
                  <a:pt x="f921" y="f1821"/>
                </a:lnTo>
                <a:cubicBezTo>
                  <a:pt x="f921" y="f1820"/>
                  <a:pt x="f922" y="f1819"/>
                  <a:pt x="f923" y="f1818"/>
                </a:cubicBezTo>
                <a:cubicBezTo>
                  <a:pt x="f924" y="f1817"/>
                  <a:pt x="f925" y="f1816"/>
                  <a:pt x="f926" y="f1815"/>
                </a:cubicBezTo>
                <a:lnTo>
                  <a:pt x="f927" y="f1814"/>
                </a:lnTo>
                <a:cubicBezTo>
                  <a:pt x="f928" y="f1813"/>
                  <a:pt x="f929" y="f1812"/>
                  <a:pt x="f930" y="f1811"/>
                </a:cubicBezTo>
                <a:cubicBezTo>
                  <a:pt x="f931" y="f1825"/>
                  <a:pt x="f932" y="f1826"/>
                  <a:pt x="f933" y="f1779"/>
                </a:cubicBezTo>
                <a:lnTo>
                  <a:pt x="f934" y="f1778"/>
                </a:lnTo>
                <a:cubicBezTo>
                  <a:pt x="f935" y="f1777"/>
                  <a:pt x="f936" y="f1776"/>
                  <a:pt x="f937" y="f1775"/>
                </a:cubicBezTo>
                <a:cubicBezTo>
                  <a:pt x="f938" y="f1774"/>
                  <a:pt x="f939" y="f1773"/>
                  <a:pt x="f940" y="f1772"/>
                </a:cubicBezTo>
                <a:lnTo>
                  <a:pt x="f941" y="f1771"/>
                </a:lnTo>
                <a:lnTo>
                  <a:pt x="f942" y="f1770"/>
                </a:lnTo>
                <a:lnTo>
                  <a:pt x="f943" y="f1769"/>
                </a:lnTo>
                <a:cubicBezTo>
                  <a:pt x="f944" y="f1768"/>
                  <a:pt x="f945" y="f1767"/>
                  <a:pt x="f945" y="f1766"/>
                </a:cubicBezTo>
                <a:cubicBezTo>
                  <a:pt x="f945" y="f1765"/>
                  <a:pt x="f946" y="f1764"/>
                  <a:pt x="f947" y="f1763"/>
                </a:cubicBezTo>
                <a:cubicBezTo>
                  <a:pt x="f948" y="f1762"/>
                  <a:pt x="f949" y="f1761"/>
                  <a:pt x="f950" y="f1760"/>
                </a:cubicBezTo>
                <a:lnTo>
                  <a:pt x="f951" y="f1759"/>
                </a:lnTo>
                <a:cubicBezTo>
                  <a:pt x="f952" y="f1758"/>
                  <a:pt x="f953" y="f1757"/>
                  <a:pt x="f954" y="f1756"/>
                </a:cubicBezTo>
                <a:cubicBezTo>
                  <a:pt x="f955" y="f1827"/>
                  <a:pt x="f956" y="f1828"/>
                  <a:pt x="f957" y="f1797"/>
                </a:cubicBezTo>
                <a:lnTo>
                  <a:pt x="f958" y="f1796"/>
                </a:lnTo>
                <a:cubicBezTo>
                  <a:pt x="f959" y="f1795"/>
                  <a:pt x="f960" y="f1794"/>
                  <a:pt x="f961" y="f1793"/>
                </a:cubicBezTo>
                <a:cubicBezTo>
                  <a:pt x="f962" y="f1792"/>
                  <a:pt x="f963" y="f1791"/>
                  <a:pt x="f964" y="f1790"/>
                </a:cubicBezTo>
                <a:close/>
                <a:moveTo>
                  <a:pt x="f965" y="f1789"/>
                </a:moveTo>
                <a:lnTo>
                  <a:pt x="f966" y="f1790"/>
                </a:lnTo>
                <a:cubicBezTo>
                  <a:pt x="f967" y="f1791"/>
                  <a:pt x="f968" y="f1792"/>
                  <a:pt x="f969" y="f1793"/>
                </a:cubicBezTo>
                <a:cubicBezTo>
                  <a:pt x="f970" y="f1794"/>
                  <a:pt x="f971" y="f1795"/>
                  <a:pt x="f972" y="f1796"/>
                </a:cubicBezTo>
                <a:lnTo>
                  <a:pt x="f973" y="f1797"/>
                </a:lnTo>
                <a:cubicBezTo>
                  <a:pt x="f974" y="f1828"/>
                  <a:pt x="f975" y="f1827"/>
                  <a:pt x="f976" y="f1756"/>
                </a:cubicBezTo>
                <a:cubicBezTo>
                  <a:pt x="f977" y="f1757"/>
                  <a:pt x="f978" y="f1758"/>
                  <a:pt x="f979" y="f1759"/>
                </a:cubicBezTo>
                <a:lnTo>
                  <a:pt x="f980" y="f1760"/>
                </a:lnTo>
                <a:cubicBezTo>
                  <a:pt x="f981" y="f1761"/>
                  <a:pt x="f982" y="f1762"/>
                  <a:pt x="f983" y="f1763"/>
                </a:cubicBezTo>
                <a:cubicBezTo>
                  <a:pt x="f984" y="f1764"/>
                  <a:pt x="f228" y="f1765"/>
                  <a:pt x="f228" y="f1766"/>
                </a:cubicBezTo>
                <a:cubicBezTo>
                  <a:pt x="f228" y="f1767"/>
                  <a:pt x="f985" y="f1768"/>
                  <a:pt x="f986" y="f1769"/>
                </a:cubicBezTo>
                <a:lnTo>
                  <a:pt x="f226" y="f1770"/>
                </a:lnTo>
                <a:lnTo>
                  <a:pt x="f225" y="f1771"/>
                </a:lnTo>
                <a:lnTo>
                  <a:pt x="f987" y="f1772"/>
                </a:lnTo>
                <a:cubicBezTo>
                  <a:pt x="f988" y="f1773"/>
                  <a:pt x="f989" y="f1774"/>
                  <a:pt x="f990" y="f1775"/>
                </a:cubicBezTo>
                <a:cubicBezTo>
                  <a:pt x="f991" y="f1776"/>
                  <a:pt x="f992" y="f1777"/>
                  <a:pt x="f993" y="f1778"/>
                </a:cubicBezTo>
                <a:lnTo>
                  <a:pt x="f994" y="f1779"/>
                </a:lnTo>
                <a:cubicBezTo>
                  <a:pt x="f995" y="f1826"/>
                  <a:pt x="f996" y="f1825"/>
                  <a:pt x="f997" y="f1811"/>
                </a:cubicBezTo>
                <a:cubicBezTo>
                  <a:pt x="f998" y="f1812"/>
                  <a:pt x="f999" y="f1813"/>
                  <a:pt x="f1000" y="f1814"/>
                </a:cubicBezTo>
                <a:lnTo>
                  <a:pt x="f1001" y="f1815"/>
                </a:lnTo>
                <a:cubicBezTo>
                  <a:pt x="f1002" y="f1816"/>
                  <a:pt x="f1003" y="f1817"/>
                  <a:pt x="f1004" y="f1818"/>
                </a:cubicBezTo>
                <a:cubicBezTo>
                  <a:pt x="f1005" y="f1819"/>
                  <a:pt x="f1006" y="f1820"/>
                  <a:pt x="f1006" y="f1821"/>
                </a:cubicBezTo>
                <a:lnTo>
                  <a:pt x="f1007" y="f1824"/>
                </a:lnTo>
                <a:lnTo>
                  <a:pt x="f1008" y="f1823"/>
                </a:lnTo>
                <a:close/>
                <a:moveTo>
                  <a:pt x="f1009" y="f1789"/>
                </a:moveTo>
                <a:lnTo>
                  <a:pt x="f1010" y="f1823"/>
                </a:lnTo>
                <a:lnTo>
                  <a:pt x="f1011" y="f1824"/>
                </a:lnTo>
                <a:lnTo>
                  <a:pt x="f1012" y="f1821"/>
                </a:lnTo>
                <a:cubicBezTo>
                  <a:pt x="f1012" y="f1820"/>
                  <a:pt x="f1013" y="f1819"/>
                  <a:pt x="f1014" y="f1818"/>
                </a:cubicBezTo>
                <a:cubicBezTo>
                  <a:pt x="f1015" y="f1817"/>
                  <a:pt x="f1016" y="f1816"/>
                  <a:pt x="f1017" y="f1815"/>
                </a:cubicBezTo>
                <a:lnTo>
                  <a:pt x="f1018" y="f1814"/>
                </a:lnTo>
                <a:cubicBezTo>
                  <a:pt x="f1019" y="f1813"/>
                  <a:pt x="f1020" y="f1812"/>
                  <a:pt x="f1021" y="f1811"/>
                </a:cubicBezTo>
                <a:cubicBezTo>
                  <a:pt x="f1022" y="f1825"/>
                  <a:pt x="f1023" y="f1826"/>
                  <a:pt x="f1024" y="f1779"/>
                </a:cubicBezTo>
                <a:lnTo>
                  <a:pt x="f1025" y="f1778"/>
                </a:lnTo>
                <a:cubicBezTo>
                  <a:pt x="f1026" y="f1777"/>
                  <a:pt x="f1027" y="f1776"/>
                  <a:pt x="f1028" y="f1775"/>
                </a:cubicBezTo>
                <a:cubicBezTo>
                  <a:pt x="f1029" y="f1774"/>
                  <a:pt x="f1030" y="f1773"/>
                  <a:pt x="f1031" y="f1772"/>
                </a:cubicBezTo>
                <a:lnTo>
                  <a:pt x="f1032" y="f1771"/>
                </a:lnTo>
                <a:lnTo>
                  <a:pt x="f1033" y="f1770"/>
                </a:lnTo>
                <a:lnTo>
                  <a:pt x="f1034" y="f1769"/>
                </a:lnTo>
                <a:cubicBezTo>
                  <a:pt x="f1035" y="f1768"/>
                  <a:pt x="f1036" y="f1767"/>
                  <a:pt x="f1036" y="f1766"/>
                </a:cubicBezTo>
                <a:cubicBezTo>
                  <a:pt x="f1036" y="f1765"/>
                  <a:pt x="f1037" y="f1764"/>
                  <a:pt x="f1038" y="f1763"/>
                </a:cubicBezTo>
                <a:cubicBezTo>
                  <a:pt x="f1039" y="f1762"/>
                  <a:pt x="f1040" y="f1761"/>
                  <a:pt x="f1041" y="f1760"/>
                </a:cubicBezTo>
                <a:lnTo>
                  <a:pt x="f1042" y="f1759"/>
                </a:lnTo>
                <a:cubicBezTo>
                  <a:pt x="f1043" y="f1758"/>
                  <a:pt x="f1044" y="f1757"/>
                  <a:pt x="f1045" y="f1756"/>
                </a:cubicBezTo>
                <a:cubicBezTo>
                  <a:pt x="f1046" y="f1827"/>
                  <a:pt x="f1047" y="f1828"/>
                  <a:pt x="f1048" y="f1797"/>
                </a:cubicBezTo>
                <a:lnTo>
                  <a:pt x="f1049" y="f1796"/>
                </a:lnTo>
                <a:cubicBezTo>
                  <a:pt x="f1050" y="f1795"/>
                  <a:pt x="f1051" y="f1794"/>
                  <a:pt x="f1052" y="f1793"/>
                </a:cubicBezTo>
                <a:cubicBezTo>
                  <a:pt x="f1053" y="f1792"/>
                  <a:pt x="f1054" y="f1791"/>
                  <a:pt x="f1055" y="f1790"/>
                </a:cubicBezTo>
                <a:close/>
                <a:moveTo>
                  <a:pt x="f1056" y="f1789"/>
                </a:moveTo>
                <a:lnTo>
                  <a:pt x="f1057" y="f1790"/>
                </a:lnTo>
                <a:cubicBezTo>
                  <a:pt x="f1058" y="f1791"/>
                  <a:pt x="f1059" y="f1792"/>
                  <a:pt x="f1060" y="f1793"/>
                </a:cubicBezTo>
                <a:cubicBezTo>
                  <a:pt x="f1061" y="f1794"/>
                  <a:pt x="f1062" y="f1795"/>
                  <a:pt x="f1063" y="f1796"/>
                </a:cubicBezTo>
                <a:lnTo>
                  <a:pt x="f1064" y="f1797"/>
                </a:lnTo>
                <a:cubicBezTo>
                  <a:pt x="f1065" y="f1828"/>
                  <a:pt x="f1066" y="f1827"/>
                  <a:pt x="f1067" y="f1756"/>
                </a:cubicBezTo>
                <a:cubicBezTo>
                  <a:pt x="f1068" y="f1757"/>
                  <a:pt x="f1069" y="f1758"/>
                  <a:pt x="f1070" y="f1759"/>
                </a:cubicBezTo>
                <a:lnTo>
                  <a:pt x="f1071" y="f1760"/>
                </a:lnTo>
                <a:cubicBezTo>
                  <a:pt x="f1072" y="f1761"/>
                  <a:pt x="f299" y="f1762"/>
                  <a:pt x="f298" y="f1763"/>
                </a:cubicBezTo>
                <a:cubicBezTo>
                  <a:pt x="f297" y="f1764"/>
                  <a:pt x="f296" y="f1765"/>
                  <a:pt x="f296" y="f1766"/>
                </a:cubicBezTo>
                <a:cubicBezTo>
                  <a:pt x="f296" y="f1767"/>
                  <a:pt x="f1073" y="f1768"/>
                  <a:pt x="f1074" y="f1769"/>
                </a:cubicBezTo>
                <a:lnTo>
                  <a:pt x="f294" y="f1770"/>
                </a:lnTo>
                <a:lnTo>
                  <a:pt x="f293" y="f1771"/>
                </a:lnTo>
                <a:lnTo>
                  <a:pt x="f1075" y="f1772"/>
                </a:lnTo>
                <a:cubicBezTo>
                  <a:pt x="f1076" y="f1773"/>
                  <a:pt x="f1077" y="f1774"/>
                  <a:pt x="f1078" y="f1775"/>
                </a:cubicBezTo>
                <a:cubicBezTo>
                  <a:pt x="f1079" y="f1776"/>
                  <a:pt x="f1080" y="f1777"/>
                  <a:pt x="f320" y="f1778"/>
                </a:cubicBezTo>
                <a:lnTo>
                  <a:pt x="f1081" y="f1779"/>
                </a:lnTo>
                <a:cubicBezTo>
                  <a:pt x="f1082" y="f1826"/>
                  <a:pt x="f1083" y="f1825"/>
                  <a:pt x="f1084" y="f1811"/>
                </a:cubicBezTo>
                <a:cubicBezTo>
                  <a:pt x="f1085" y="f1812"/>
                  <a:pt x="f1086" y="f1813"/>
                  <a:pt x="f1087" y="f1814"/>
                </a:cubicBezTo>
                <a:lnTo>
                  <a:pt x="f1088" y="f1815"/>
                </a:lnTo>
                <a:cubicBezTo>
                  <a:pt x="f1089" y="f1816"/>
                  <a:pt x="f1090" y="f1817"/>
                  <a:pt x="f1091" y="f1818"/>
                </a:cubicBezTo>
                <a:cubicBezTo>
                  <a:pt x="f1092" y="f1819"/>
                  <a:pt x="f1093" y="f1820"/>
                  <a:pt x="f1093" y="f1821"/>
                </a:cubicBezTo>
                <a:lnTo>
                  <a:pt x="f1094" y="f1824"/>
                </a:lnTo>
                <a:lnTo>
                  <a:pt x="f1095" y="f1823"/>
                </a:lnTo>
                <a:close/>
                <a:moveTo>
                  <a:pt x="f1096" y="f1789"/>
                </a:moveTo>
                <a:lnTo>
                  <a:pt x="f1097" y="f1823"/>
                </a:lnTo>
                <a:lnTo>
                  <a:pt x="f1098" y="f1824"/>
                </a:lnTo>
                <a:lnTo>
                  <a:pt x="f1099" y="f1821"/>
                </a:lnTo>
                <a:cubicBezTo>
                  <a:pt x="f1099" y="f1820"/>
                  <a:pt x="f1100" y="f1819"/>
                  <a:pt x="f1101" y="f1818"/>
                </a:cubicBezTo>
                <a:cubicBezTo>
                  <a:pt x="f1102" y="f1817"/>
                  <a:pt x="f1103" y="f1816"/>
                  <a:pt x="f1104" y="f1815"/>
                </a:cubicBezTo>
                <a:lnTo>
                  <a:pt x="f1105" y="f1814"/>
                </a:lnTo>
                <a:cubicBezTo>
                  <a:pt x="f1106" y="f1813"/>
                  <a:pt x="f1107" y="f1812"/>
                  <a:pt x="f1108" y="f1811"/>
                </a:cubicBezTo>
                <a:cubicBezTo>
                  <a:pt x="f1109" y="f1825"/>
                  <a:pt x="f1110" y="f1826"/>
                  <a:pt x="f1111" y="f1779"/>
                </a:cubicBezTo>
                <a:lnTo>
                  <a:pt x="f1112" y="f1778"/>
                </a:lnTo>
                <a:cubicBezTo>
                  <a:pt x="f1113" y="f1777"/>
                  <a:pt x="f1114" y="f1776"/>
                  <a:pt x="f1115" y="f1775"/>
                </a:cubicBezTo>
                <a:cubicBezTo>
                  <a:pt x="f1116" y="f1774"/>
                  <a:pt x="f1117" y="f1773"/>
                  <a:pt x="f1118" y="f1772"/>
                </a:cubicBezTo>
                <a:lnTo>
                  <a:pt x="f1119" y="f1771"/>
                </a:lnTo>
                <a:lnTo>
                  <a:pt x="f1120" y="f1770"/>
                </a:lnTo>
                <a:lnTo>
                  <a:pt x="f1121" y="f1769"/>
                </a:lnTo>
                <a:cubicBezTo>
                  <a:pt x="f1122" y="f1768"/>
                  <a:pt x="f1123" y="f1767"/>
                  <a:pt x="f1123" y="f1766"/>
                </a:cubicBezTo>
                <a:cubicBezTo>
                  <a:pt x="f1123" y="f1765"/>
                  <a:pt x="f1124" y="f1764"/>
                  <a:pt x="f1125" y="f1763"/>
                </a:cubicBezTo>
                <a:cubicBezTo>
                  <a:pt x="f1126" y="f1762"/>
                  <a:pt x="f1127" y="f1761"/>
                  <a:pt x="f1128" y="f1760"/>
                </a:cubicBezTo>
                <a:lnTo>
                  <a:pt x="f1129" y="f1759"/>
                </a:lnTo>
                <a:cubicBezTo>
                  <a:pt x="f1130" y="f1758"/>
                  <a:pt x="f1131" y="f1757"/>
                  <a:pt x="f1132" y="f1756"/>
                </a:cubicBezTo>
                <a:cubicBezTo>
                  <a:pt x="f1133" y="f1827"/>
                  <a:pt x="f1134" y="f1828"/>
                  <a:pt x="f1135" y="f1797"/>
                </a:cubicBezTo>
                <a:lnTo>
                  <a:pt x="f1136" y="f1796"/>
                </a:lnTo>
                <a:cubicBezTo>
                  <a:pt x="f1137" y="f1795"/>
                  <a:pt x="f1138" y="f1794"/>
                  <a:pt x="f1139" y="f1793"/>
                </a:cubicBezTo>
                <a:cubicBezTo>
                  <a:pt x="f1140" y="f1792"/>
                  <a:pt x="f1141" y="f1791"/>
                  <a:pt x="f1142" y="f1790"/>
                </a:cubicBezTo>
                <a:close/>
                <a:moveTo>
                  <a:pt x="f1143" y="f1789"/>
                </a:moveTo>
                <a:lnTo>
                  <a:pt x="f1144" y="f1790"/>
                </a:lnTo>
                <a:cubicBezTo>
                  <a:pt x="f1145" y="f1791"/>
                  <a:pt x="f1146" y="f1792"/>
                  <a:pt x="f1147" y="f1793"/>
                </a:cubicBezTo>
                <a:cubicBezTo>
                  <a:pt x="f1148" y="f1794"/>
                  <a:pt x="f1149" y="f1795"/>
                  <a:pt x="f1150" y="f1796"/>
                </a:cubicBezTo>
                <a:lnTo>
                  <a:pt x="f1151" y="f1797"/>
                </a:lnTo>
                <a:cubicBezTo>
                  <a:pt x="f1152" y="f1828"/>
                  <a:pt x="f1153" y="f1827"/>
                  <a:pt x="f1154" y="f1756"/>
                </a:cubicBezTo>
                <a:cubicBezTo>
                  <a:pt x="f1155" y="f1757"/>
                  <a:pt x="f1156" y="f1758"/>
                  <a:pt x="f1157" y="f1759"/>
                </a:cubicBezTo>
                <a:lnTo>
                  <a:pt x="f1158" y="f1760"/>
                </a:lnTo>
                <a:cubicBezTo>
                  <a:pt x="f1159" y="f1761"/>
                  <a:pt x="f367" y="f1762"/>
                  <a:pt x="f366" y="f1763"/>
                </a:cubicBezTo>
                <a:cubicBezTo>
                  <a:pt x="f365" y="f1764"/>
                  <a:pt x="f364" y="f1765"/>
                  <a:pt x="f364" y="f1766"/>
                </a:cubicBezTo>
                <a:cubicBezTo>
                  <a:pt x="f364" y="f1767"/>
                  <a:pt x="f1160" y="f1768"/>
                  <a:pt x="f1161" y="f1769"/>
                </a:cubicBezTo>
                <a:lnTo>
                  <a:pt x="f362" y="f1770"/>
                </a:lnTo>
                <a:lnTo>
                  <a:pt x="f361" y="f1771"/>
                </a:lnTo>
                <a:lnTo>
                  <a:pt x="f1162" y="f1772"/>
                </a:lnTo>
                <a:cubicBezTo>
                  <a:pt x="f1163" y="f1773"/>
                  <a:pt x="f1164" y="f1774"/>
                  <a:pt x="f1165" y="f1775"/>
                </a:cubicBezTo>
                <a:cubicBezTo>
                  <a:pt x="f1166" y="f1776"/>
                  <a:pt x="f1167" y="f1777"/>
                  <a:pt x="f388" y="f1778"/>
                </a:cubicBezTo>
                <a:lnTo>
                  <a:pt x="f1168" y="f1779"/>
                </a:lnTo>
                <a:cubicBezTo>
                  <a:pt x="f1169" y="f1826"/>
                  <a:pt x="f1170" y="f1825"/>
                  <a:pt x="f1171" y="f1811"/>
                </a:cubicBezTo>
                <a:cubicBezTo>
                  <a:pt x="f1172" y="f1812"/>
                  <a:pt x="f1173" y="f1813"/>
                  <a:pt x="f1174" y="f1814"/>
                </a:cubicBezTo>
                <a:lnTo>
                  <a:pt x="f1175" y="f1815"/>
                </a:lnTo>
                <a:cubicBezTo>
                  <a:pt x="f1176" y="f1816"/>
                  <a:pt x="f1177" y="f1817"/>
                  <a:pt x="f1178" y="f1818"/>
                </a:cubicBezTo>
                <a:cubicBezTo>
                  <a:pt x="f1179" y="f1819"/>
                  <a:pt x="f1180" y="f1820"/>
                  <a:pt x="f1180" y="f1821"/>
                </a:cubicBezTo>
                <a:lnTo>
                  <a:pt x="f1181" y="f1824"/>
                </a:lnTo>
                <a:lnTo>
                  <a:pt x="f1182" y="f1823"/>
                </a:lnTo>
                <a:close/>
                <a:moveTo>
                  <a:pt x="f1183" y="f1789"/>
                </a:moveTo>
                <a:lnTo>
                  <a:pt x="f1184" y="f1823"/>
                </a:lnTo>
                <a:lnTo>
                  <a:pt x="f1185" y="f1824"/>
                </a:lnTo>
                <a:lnTo>
                  <a:pt x="f1186" y="f1821"/>
                </a:lnTo>
                <a:cubicBezTo>
                  <a:pt x="f1186" y="f1820"/>
                  <a:pt x="f1187" y="f1819"/>
                  <a:pt x="f1188" y="f1818"/>
                </a:cubicBezTo>
                <a:cubicBezTo>
                  <a:pt x="f1189" y="f1817"/>
                  <a:pt x="f1190" y="f1816"/>
                  <a:pt x="f1191" y="f1815"/>
                </a:cubicBezTo>
                <a:lnTo>
                  <a:pt x="f1192" y="f1814"/>
                </a:lnTo>
                <a:cubicBezTo>
                  <a:pt x="f1193" y="f1813"/>
                  <a:pt x="f1194" y="f1812"/>
                  <a:pt x="f1195" y="f1811"/>
                </a:cubicBezTo>
                <a:cubicBezTo>
                  <a:pt x="f1196" y="f1825"/>
                  <a:pt x="f1197" y="f1826"/>
                  <a:pt x="f1198" y="f1779"/>
                </a:cubicBezTo>
                <a:lnTo>
                  <a:pt x="f1199" y="f1778"/>
                </a:lnTo>
                <a:cubicBezTo>
                  <a:pt x="f1200" y="f1777"/>
                  <a:pt x="f1201" y="f1776"/>
                  <a:pt x="f1202" y="f1775"/>
                </a:cubicBezTo>
                <a:cubicBezTo>
                  <a:pt x="f1203" y="f1774"/>
                  <a:pt x="f1204" y="f1773"/>
                  <a:pt x="f1205" y="f1772"/>
                </a:cubicBezTo>
                <a:lnTo>
                  <a:pt x="f1206" y="f1771"/>
                </a:lnTo>
                <a:lnTo>
                  <a:pt x="f1207" y="f1770"/>
                </a:lnTo>
                <a:lnTo>
                  <a:pt x="f1208" y="f1769"/>
                </a:lnTo>
                <a:cubicBezTo>
                  <a:pt x="f1209" y="f1768"/>
                  <a:pt x="f1210" y="f1767"/>
                  <a:pt x="f1210" y="f1766"/>
                </a:cubicBezTo>
                <a:cubicBezTo>
                  <a:pt x="f1210" y="f1765"/>
                  <a:pt x="f1211" y="f1764"/>
                  <a:pt x="f1212" y="f1763"/>
                </a:cubicBezTo>
                <a:cubicBezTo>
                  <a:pt x="f1213" y="f1762"/>
                  <a:pt x="f1214" y="f1761"/>
                  <a:pt x="f1215" y="f1760"/>
                </a:cubicBezTo>
                <a:lnTo>
                  <a:pt x="f1216" y="f1759"/>
                </a:lnTo>
                <a:cubicBezTo>
                  <a:pt x="f1217" y="f1758"/>
                  <a:pt x="f1218" y="f1757"/>
                  <a:pt x="f1219" y="f1756"/>
                </a:cubicBezTo>
                <a:cubicBezTo>
                  <a:pt x="f1220" y="f1827"/>
                  <a:pt x="f1221" y="f1828"/>
                  <a:pt x="f1222" y="f1797"/>
                </a:cubicBezTo>
                <a:lnTo>
                  <a:pt x="f1223" y="f1796"/>
                </a:lnTo>
                <a:cubicBezTo>
                  <a:pt x="f1224" y="f1795"/>
                  <a:pt x="f1225" y="f1794"/>
                  <a:pt x="f1226" y="f1793"/>
                </a:cubicBezTo>
                <a:cubicBezTo>
                  <a:pt x="f1227" y="f1792"/>
                  <a:pt x="f1228" y="f1791"/>
                  <a:pt x="f1229" y="f1790"/>
                </a:cubicBezTo>
                <a:close/>
                <a:moveTo>
                  <a:pt x="f1230" y="f1789"/>
                </a:moveTo>
                <a:lnTo>
                  <a:pt x="f1231" y="f1790"/>
                </a:lnTo>
                <a:cubicBezTo>
                  <a:pt x="f1232" y="f1791"/>
                  <a:pt x="f1233" y="f1792"/>
                  <a:pt x="f1234" y="f1793"/>
                </a:cubicBezTo>
                <a:cubicBezTo>
                  <a:pt x="f1235" y="f1794"/>
                  <a:pt x="f1236" y="f1795"/>
                  <a:pt x="f1237" y="f1796"/>
                </a:cubicBezTo>
                <a:lnTo>
                  <a:pt x="f1238" y="f1797"/>
                </a:lnTo>
                <a:cubicBezTo>
                  <a:pt x="f1239" y="f1828"/>
                  <a:pt x="f1240" y="f1827"/>
                  <a:pt x="f1241" y="f1756"/>
                </a:cubicBezTo>
                <a:cubicBezTo>
                  <a:pt x="f1242" y="f1757"/>
                  <a:pt x="f1243" y="f1758"/>
                  <a:pt x="f1244" y="f1759"/>
                </a:cubicBezTo>
                <a:lnTo>
                  <a:pt x="f1245" y="f1760"/>
                </a:lnTo>
                <a:cubicBezTo>
                  <a:pt x="f1246" y="f1761"/>
                  <a:pt x="f435" y="f1762"/>
                  <a:pt x="f434" y="f1763"/>
                </a:cubicBezTo>
                <a:cubicBezTo>
                  <a:pt x="f433" y="f1764"/>
                  <a:pt x="f432" y="f1765"/>
                  <a:pt x="f432" y="f1766"/>
                </a:cubicBezTo>
                <a:cubicBezTo>
                  <a:pt x="f432" y="f1767"/>
                  <a:pt x="f1247" y="f1768"/>
                  <a:pt x="f1248" y="f1769"/>
                </a:cubicBezTo>
                <a:lnTo>
                  <a:pt x="f430" y="f1770"/>
                </a:lnTo>
                <a:lnTo>
                  <a:pt x="f429" y="f1771"/>
                </a:lnTo>
                <a:lnTo>
                  <a:pt x="f1249" y="f1772"/>
                </a:lnTo>
                <a:cubicBezTo>
                  <a:pt x="f1250" y="f1773"/>
                  <a:pt x="f1251" y="f1774"/>
                  <a:pt x="f1252" y="f1775"/>
                </a:cubicBezTo>
                <a:cubicBezTo>
                  <a:pt x="f1253" y="f1776"/>
                  <a:pt x="f1254" y="f1777"/>
                  <a:pt x="f456" y="f1778"/>
                </a:cubicBezTo>
                <a:lnTo>
                  <a:pt x="f1255" y="f1779"/>
                </a:lnTo>
                <a:cubicBezTo>
                  <a:pt x="f1256" y="f1826"/>
                  <a:pt x="f1257" y="f1825"/>
                  <a:pt x="f1258" y="f1811"/>
                </a:cubicBezTo>
                <a:cubicBezTo>
                  <a:pt x="f1259" y="f1812"/>
                  <a:pt x="f1260" y="f1813"/>
                  <a:pt x="f1261" y="f1814"/>
                </a:cubicBezTo>
                <a:lnTo>
                  <a:pt x="f1262" y="f1815"/>
                </a:lnTo>
                <a:cubicBezTo>
                  <a:pt x="f1263" y="f1816"/>
                  <a:pt x="f1264" y="f1817"/>
                  <a:pt x="f1265" y="f1818"/>
                </a:cubicBezTo>
                <a:cubicBezTo>
                  <a:pt x="f1266" y="f1819"/>
                  <a:pt x="f1267" y="f1820"/>
                  <a:pt x="f1267" y="f1821"/>
                </a:cubicBezTo>
                <a:lnTo>
                  <a:pt x="f1268" y="f1824"/>
                </a:lnTo>
                <a:lnTo>
                  <a:pt x="f1269" y="f1823"/>
                </a:lnTo>
                <a:close/>
                <a:moveTo>
                  <a:pt x="f1270" y="f1789"/>
                </a:moveTo>
                <a:lnTo>
                  <a:pt x="f1271" y="f1823"/>
                </a:lnTo>
                <a:lnTo>
                  <a:pt x="f1272" y="f1824"/>
                </a:lnTo>
                <a:lnTo>
                  <a:pt x="f1273" y="f1821"/>
                </a:lnTo>
                <a:cubicBezTo>
                  <a:pt x="f1273" y="f1820"/>
                  <a:pt x="f1274" y="f1819"/>
                  <a:pt x="f1275" y="f1818"/>
                </a:cubicBezTo>
                <a:cubicBezTo>
                  <a:pt x="f1276" y="f1817"/>
                  <a:pt x="f1277" y="f1816"/>
                  <a:pt x="f1278" y="f1815"/>
                </a:cubicBezTo>
                <a:lnTo>
                  <a:pt x="f1279" y="f1814"/>
                </a:lnTo>
                <a:cubicBezTo>
                  <a:pt x="f1280" y="f1813"/>
                  <a:pt x="f1281" y="f1812"/>
                  <a:pt x="f1282" y="f1811"/>
                </a:cubicBezTo>
                <a:cubicBezTo>
                  <a:pt x="f1283" y="f1825"/>
                  <a:pt x="f1284" y="f1826"/>
                  <a:pt x="f1285" y="f1779"/>
                </a:cubicBezTo>
                <a:lnTo>
                  <a:pt x="f1286" y="f1778"/>
                </a:lnTo>
                <a:cubicBezTo>
                  <a:pt x="f1287" y="f1777"/>
                  <a:pt x="f1288" y="f1776"/>
                  <a:pt x="f1289" y="f1775"/>
                </a:cubicBezTo>
                <a:cubicBezTo>
                  <a:pt x="f1290" y="f1774"/>
                  <a:pt x="f1291" y="f1773"/>
                  <a:pt x="f1292" y="f1772"/>
                </a:cubicBezTo>
                <a:lnTo>
                  <a:pt x="f1293" y="f1771"/>
                </a:lnTo>
                <a:lnTo>
                  <a:pt x="f1294" y="f1770"/>
                </a:lnTo>
                <a:lnTo>
                  <a:pt x="f1295" y="f1769"/>
                </a:lnTo>
                <a:cubicBezTo>
                  <a:pt x="f1296" y="f1768"/>
                  <a:pt x="f1297" y="f1767"/>
                  <a:pt x="f1297" y="f1766"/>
                </a:cubicBezTo>
                <a:cubicBezTo>
                  <a:pt x="f1297" y="f1765"/>
                  <a:pt x="f1298" y="f1764"/>
                  <a:pt x="f1299" y="f1763"/>
                </a:cubicBezTo>
                <a:cubicBezTo>
                  <a:pt x="f1300" y="f1762"/>
                  <a:pt x="f1301" y="f1761"/>
                  <a:pt x="f1302" y="f1760"/>
                </a:cubicBezTo>
                <a:lnTo>
                  <a:pt x="f1303" y="f1759"/>
                </a:lnTo>
                <a:cubicBezTo>
                  <a:pt x="f1304" y="f1758"/>
                  <a:pt x="f1305" y="f1757"/>
                  <a:pt x="f1306" y="f1756"/>
                </a:cubicBezTo>
                <a:cubicBezTo>
                  <a:pt x="f1307" y="f1827"/>
                  <a:pt x="f1308" y="f1828"/>
                  <a:pt x="f1309" y="f1797"/>
                </a:cubicBezTo>
                <a:lnTo>
                  <a:pt x="f1310" y="f1796"/>
                </a:lnTo>
                <a:cubicBezTo>
                  <a:pt x="f1311" y="f1795"/>
                  <a:pt x="f1312" y="f1794"/>
                  <a:pt x="f1313" y="f1793"/>
                </a:cubicBezTo>
                <a:cubicBezTo>
                  <a:pt x="f1314" y="f1792"/>
                  <a:pt x="f1315" y="f1791"/>
                  <a:pt x="f1316" y="f1790"/>
                </a:cubicBezTo>
                <a:close/>
                <a:moveTo>
                  <a:pt x="f51" y="f1829"/>
                </a:moveTo>
                <a:cubicBezTo>
                  <a:pt x="f1318" y="f1830"/>
                  <a:pt x="f1320" y="f1831"/>
                  <a:pt x="f1322" y="f1832"/>
                </a:cubicBezTo>
                <a:cubicBezTo>
                  <a:pt x="f1324" y="f1833"/>
                  <a:pt x="f1326" y="f1834"/>
                  <a:pt x="f51" y="f1829"/>
                </a:cubicBezTo>
                <a:close/>
                <a:moveTo>
                  <a:pt x="f108" y="f1829"/>
                </a:moveTo>
                <a:cubicBezTo>
                  <a:pt x="f553" y="f1834"/>
                  <a:pt x="f1328" y="f1833"/>
                  <a:pt x="f551" y="f1832"/>
                </a:cubicBezTo>
                <a:cubicBezTo>
                  <a:pt x="f555" y="f1831"/>
                  <a:pt x="f1329" y="f1830"/>
                  <a:pt x="f108" y="f1829"/>
                </a:cubicBezTo>
                <a:close/>
                <a:moveTo>
                  <a:pt x="f138" y="f1829"/>
                </a:moveTo>
                <a:cubicBezTo>
                  <a:pt x="f1330" y="f1830"/>
                  <a:pt x="f1331" y="f1831"/>
                  <a:pt x="f1332" y="f1832"/>
                </a:cubicBezTo>
                <a:cubicBezTo>
                  <a:pt x="f1333" y="f1833"/>
                  <a:pt x="f1334" y="f1834"/>
                  <a:pt x="f138" y="f1829"/>
                </a:cubicBezTo>
                <a:close/>
                <a:moveTo>
                  <a:pt x="f176" y="f1829"/>
                </a:moveTo>
                <a:cubicBezTo>
                  <a:pt x="f564" y="f1834"/>
                  <a:pt x="f1335" y="f1833"/>
                  <a:pt x="f562" y="f1832"/>
                </a:cubicBezTo>
                <a:cubicBezTo>
                  <a:pt x="f566" y="f1831"/>
                  <a:pt x="f1336" y="f1830"/>
                  <a:pt x="f176" y="f1829"/>
                </a:cubicBezTo>
                <a:close/>
                <a:moveTo>
                  <a:pt x="f206" y="f1829"/>
                </a:moveTo>
                <a:cubicBezTo>
                  <a:pt x="f1337" y="f1830"/>
                  <a:pt x="f1338" y="f1831"/>
                  <a:pt x="f1339" y="f1832"/>
                </a:cubicBezTo>
                <a:cubicBezTo>
                  <a:pt x="f1340" y="f1833"/>
                  <a:pt x="f1341" y="f1834"/>
                  <a:pt x="f206" y="f1829"/>
                </a:cubicBezTo>
                <a:close/>
                <a:moveTo>
                  <a:pt x="f244" y="f1829"/>
                </a:moveTo>
                <a:cubicBezTo>
                  <a:pt x="f575" y="f1834"/>
                  <a:pt x="f1342" y="f1833"/>
                  <a:pt x="f573" y="f1832"/>
                </a:cubicBezTo>
                <a:cubicBezTo>
                  <a:pt x="f577" y="f1831"/>
                  <a:pt x="f1343" y="f1830"/>
                  <a:pt x="f244" y="f1829"/>
                </a:cubicBezTo>
                <a:close/>
                <a:moveTo>
                  <a:pt x="f274" y="f1829"/>
                </a:moveTo>
                <a:cubicBezTo>
                  <a:pt x="f1344" y="f1830"/>
                  <a:pt x="f1345" y="f1831"/>
                  <a:pt x="f1346" y="f1832"/>
                </a:cubicBezTo>
                <a:cubicBezTo>
                  <a:pt x="f1347" y="f1833"/>
                  <a:pt x="f1348" y="f1834"/>
                  <a:pt x="f274" y="f1829"/>
                </a:cubicBezTo>
                <a:close/>
                <a:moveTo>
                  <a:pt x="f312" y="f1829"/>
                </a:moveTo>
                <a:cubicBezTo>
                  <a:pt x="f586" y="f1834"/>
                  <a:pt x="f1349" y="f1833"/>
                  <a:pt x="f584" y="f1832"/>
                </a:cubicBezTo>
                <a:cubicBezTo>
                  <a:pt x="f588" y="f1831"/>
                  <a:pt x="f1350" y="f1830"/>
                  <a:pt x="f312" y="f1829"/>
                </a:cubicBezTo>
                <a:close/>
                <a:moveTo>
                  <a:pt x="f342" y="f1829"/>
                </a:moveTo>
                <a:cubicBezTo>
                  <a:pt x="f1351" y="f1830"/>
                  <a:pt x="f1352" y="f1831"/>
                  <a:pt x="f1353" y="f1832"/>
                </a:cubicBezTo>
                <a:cubicBezTo>
                  <a:pt x="f1354" y="f1833"/>
                  <a:pt x="f1355" y="f1834"/>
                  <a:pt x="f342" y="f1829"/>
                </a:cubicBezTo>
                <a:close/>
                <a:moveTo>
                  <a:pt x="f380" y="f1829"/>
                </a:moveTo>
                <a:cubicBezTo>
                  <a:pt x="f597" y="f1834"/>
                  <a:pt x="f1356" y="f1833"/>
                  <a:pt x="f595" y="f1832"/>
                </a:cubicBezTo>
                <a:cubicBezTo>
                  <a:pt x="f599" y="f1831"/>
                  <a:pt x="f1357" y="f1830"/>
                  <a:pt x="f380" y="f1829"/>
                </a:cubicBezTo>
                <a:close/>
                <a:moveTo>
                  <a:pt x="f410" y="f1829"/>
                </a:moveTo>
                <a:cubicBezTo>
                  <a:pt x="f1358" y="f1830"/>
                  <a:pt x="f1359" y="f1831"/>
                  <a:pt x="f1360" y="f1832"/>
                </a:cubicBezTo>
                <a:cubicBezTo>
                  <a:pt x="f1361" y="f1833"/>
                  <a:pt x="f1362" y="f1834"/>
                  <a:pt x="f410" y="f1829"/>
                </a:cubicBezTo>
                <a:close/>
                <a:moveTo>
                  <a:pt x="f448" y="f1829"/>
                </a:moveTo>
                <a:cubicBezTo>
                  <a:pt x="f608" y="f1834"/>
                  <a:pt x="f1363" y="f1833"/>
                  <a:pt x="f606" y="f1832"/>
                </a:cubicBezTo>
                <a:cubicBezTo>
                  <a:pt x="f610" y="f1831"/>
                  <a:pt x="f1364" y="f1830"/>
                  <a:pt x="f448" y="f1829"/>
                </a:cubicBezTo>
                <a:close/>
                <a:moveTo>
                  <a:pt x="f478" y="f1829"/>
                </a:moveTo>
                <a:cubicBezTo>
                  <a:pt x="f1365" y="f1830"/>
                  <a:pt x="f1366" y="f1831"/>
                  <a:pt x="f1367" y="f1832"/>
                </a:cubicBezTo>
                <a:cubicBezTo>
                  <a:pt x="f1368" y="f1833"/>
                  <a:pt x="f1369" y="f1834"/>
                  <a:pt x="f478" y="f1829"/>
                </a:cubicBezTo>
                <a:close/>
                <a:moveTo>
                  <a:pt x="f3" y="f1835"/>
                </a:moveTo>
                <a:lnTo>
                  <a:pt x="f3" y="f1836"/>
                </a:lnTo>
                <a:cubicBezTo>
                  <a:pt x="f1372" y="f1837"/>
                  <a:pt x="f1374" y="f1838"/>
                  <a:pt x="f704" y="f1832"/>
                </a:cubicBezTo>
                <a:cubicBezTo>
                  <a:pt x="f1376" y="f1839"/>
                  <a:pt x="f1378" y="f1840"/>
                  <a:pt x="f3" y="f1841"/>
                </a:cubicBezTo>
                <a:lnTo>
                  <a:pt x="f3" y="f1842"/>
                </a:lnTo>
                <a:cubicBezTo>
                  <a:pt x="f1382" y="f1843"/>
                  <a:pt x="f1384" y="f1844"/>
                  <a:pt x="f1386" y="f1845"/>
                </a:cubicBezTo>
                <a:lnTo>
                  <a:pt x="f690" y="f1846"/>
                </a:lnTo>
                <a:cubicBezTo>
                  <a:pt x="f1389" y="f1847"/>
                  <a:pt x="f1391" y="f1848"/>
                  <a:pt x="f1393" y="f1849"/>
                </a:cubicBezTo>
                <a:cubicBezTo>
                  <a:pt x="f1395" y="f1850"/>
                  <a:pt x="f1397" y="f1851"/>
                  <a:pt x="f1399" y="f1852"/>
                </a:cubicBezTo>
                <a:lnTo>
                  <a:pt x="f676" y="f1853"/>
                </a:lnTo>
                <a:lnTo>
                  <a:pt x="f738" y="f1854"/>
                </a:lnTo>
                <a:lnTo>
                  <a:pt x="f1403" y="f1855"/>
                </a:lnTo>
                <a:cubicBezTo>
                  <a:pt x="f1405" y="f1856"/>
                  <a:pt x="f733" y="f1857"/>
                  <a:pt x="f733" y="f1858"/>
                </a:cubicBezTo>
                <a:cubicBezTo>
                  <a:pt x="f733" y="f1859"/>
                  <a:pt x="f731" y="f1860"/>
                  <a:pt x="f729" y="f1861"/>
                </a:cubicBezTo>
                <a:cubicBezTo>
                  <a:pt x="f727" y="f1862"/>
                  <a:pt x="f1413" y="f1863"/>
                  <a:pt x="f1415" y="f1864"/>
                </a:cubicBezTo>
                <a:lnTo>
                  <a:pt x="f1417" y="f1865"/>
                </a:lnTo>
                <a:cubicBezTo>
                  <a:pt x="f1419" y="f1866"/>
                  <a:pt x="f1421" y="f1867"/>
                  <a:pt x="f1423" y="f1868"/>
                </a:cubicBezTo>
                <a:cubicBezTo>
                  <a:pt x="f713" y="f1869"/>
                  <a:pt x="f1426" y="f1870"/>
                  <a:pt x="f3" y="f1835"/>
                </a:cubicBezTo>
                <a:close/>
                <a:moveTo>
                  <a:pt x="f23" y="f1871"/>
                </a:moveTo>
                <a:lnTo>
                  <a:pt x="f25" y="f1872"/>
                </a:lnTo>
                <a:cubicBezTo>
                  <a:pt x="f27" y="f1873"/>
                  <a:pt x="f29" y="f1874"/>
                  <a:pt x="f31" y="f1875"/>
                </a:cubicBezTo>
                <a:cubicBezTo>
                  <a:pt x="f33" y="f1876"/>
                  <a:pt x="f35" y="f1877"/>
                  <a:pt x="f37" y="f1878"/>
                </a:cubicBezTo>
                <a:lnTo>
                  <a:pt x="f39" y="f1879"/>
                </a:lnTo>
                <a:cubicBezTo>
                  <a:pt x="f1437" y="f1880"/>
                  <a:pt x="f1439" y="f1881"/>
                  <a:pt x="f1441" y="f1868"/>
                </a:cubicBezTo>
                <a:cubicBezTo>
                  <a:pt x="f1442" y="f1867"/>
                  <a:pt x="f1443" y="f1866"/>
                  <a:pt x="f1444" y="f1865"/>
                </a:cubicBezTo>
                <a:lnTo>
                  <a:pt x="f1445" y="f1864"/>
                </a:lnTo>
                <a:cubicBezTo>
                  <a:pt x="f1446" y="f1863"/>
                  <a:pt x="f1447" y="f1862"/>
                  <a:pt x="f1448" y="f1861"/>
                </a:cubicBezTo>
                <a:cubicBezTo>
                  <a:pt x="f1449" y="f1860"/>
                  <a:pt x="f1450" y="f1859"/>
                  <a:pt x="f1450" y="f1858"/>
                </a:cubicBezTo>
                <a:cubicBezTo>
                  <a:pt x="f1450" y="f1857"/>
                  <a:pt x="f1451" y="f1856"/>
                  <a:pt x="f1452" y="f1855"/>
                </a:cubicBezTo>
                <a:lnTo>
                  <a:pt x="f1453" y="f1854"/>
                </a:lnTo>
                <a:lnTo>
                  <a:pt x="f1454" y="f1853"/>
                </a:lnTo>
                <a:lnTo>
                  <a:pt x="f1455" y="f1852"/>
                </a:lnTo>
                <a:cubicBezTo>
                  <a:pt x="f1456" y="f1851"/>
                  <a:pt x="f1457" y="f1850"/>
                  <a:pt x="f1458" y="f1849"/>
                </a:cubicBezTo>
                <a:cubicBezTo>
                  <a:pt x="f1459" y="f1848"/>
                  <a:pt x="f1460" y="f1847"/>
                  <a:pt x="f1461" y="f1846"/>
                </a:cubicBezTo>
                <a:lnTo>
                  <a:pt x="f1462" y="f1845"/>
                </a:lnTo>
                <a:cubicBezTo>
                  <a:pt x="f1463" y="f1882"/>
                  <a:pt x="f1465" y="f1883"/>
                  <a:pt x="f63" y="f1884"/>
                </a:cubicBezTo>
                <a:cubicBezTo>
                  <a:pt x="f65" y="f1885"/>
                  <a:pt x="f67" y="f1886"/>
                  <a:pt x="f69" y="f1887"/>
                </a:cubicBezTo>
                <a:lnTo>
                  <a:pt x="f71" y="f1888"/>
                </a:lnTo>
                <a:cubicBezTo>
                  <a:pt x="f73" y="f1889"/>
                  <a:pt x="f75" y="f1890"/>
                  <a:pt x="f77" y="f1891"/>
                </a:cubicBezTo>
                <a:cubicBezTo>
                  <a:pt x="f79" y="f1892"/>
                  <a:pt x="f81" y="f1893"/>
                  <a:pt x="f81" y="f1894"/>
                </a:cubicBezTo>
                <a:lnTo>
                  <a:pt x="f84" y="f1895"/>
                </a:lnTo>
                <a:lnTo>
                  <a:pt x="f86" y="f1896"/>
                </a:lnTo>
                <a:close/>
                <a:moveTo>
                  <a:pt x="f88" y="f1871"/>
                </a:moveTo>
                <a:lnTo>
                  <a:pt x="f89" y="f1896"/>
                </a:lnTo>
                <a:lnTo>
                  <a:pt x="f90" y="f1895"/>
                </a:lnTo>
                <a:lnTo>
                  <a:pt x="f91" y="f1894"/>
                </a:lnTo>
                <a:cubicBezTo>
                  <a:pt x="f91" y="f1893"/>
                  <a:pt x="f92" y="f1892"/>
                  <a:pt x="f93" y="f1891"/>
                </a:cubicBezTo>
                <a:cubicBezTo>
                  <a:pt x="f94" y="f1890"/>
                  <a:pt x="f95" y="f1889"/>
                  <a:pt x="f96" y="f1888"/>
                </a:cubicBezTo>
                <a:lnTo>
                  <a:pt x="f97" y="f1887"/>
                </a:lnTo>
                <a:cubicBezTo>
                  <a:pt x="f98" y="f1886"/>
                  <a:pt x="f99" y="f1885"/>
                  <a:pt x="f100" y="f1884"/>
                </a:cubicBezTo>
                <a:cubicBezTo>
                  <a:pt x="f801" y="f1883"/>
                  <a:pt x="f800" y="f1882"/>
                  <a:pt x="f1480" y="f1845"/>
                </a:cubicBezTo>
                <a:lnTo>
                  <a:pt x="f798" y="f1846"/>
                </a:lnTo>
                <a:cubicBezTo>
                  <a:pt x="f1481" y="f1847"/>
                  <a:pt x="f1482" y="f1848"/>
                  <a:pt x="f1483" y="f1849"/>
                </a:cubicBezTo>
                <a:cubicBezTo>
                  <a:pt x="f1484" y="f1850"/>
                  <a:pt x="f1485" y="f1851"/>
                  <a:pt x="f1486" y="f1852"/>
                </a:cubicBezTo>
                <a:lnTo>
                  <a:pt x="f791" y="f1853"/>
                </a:lnTo>
                <a:lnTo>
                  <a:pt x="f830" y="f1854"/>
                </a:lnTo>
                <a:lnTo>
                  <a:pt x="f1487" y="f1855"/>
                </a:lnTo>
                <a:cubicBezTo>
                  <a:pt x="f1488" y="f1856"/>
                  <a:pt x="f828" y="f1857"/>
                  <a:pt x="f828" y="f1858"/>
                </a:cubicBezTo>
                <a:cubicBezTo>
                  <a:pt x="f828" y="f1859"/>
                  <a:pt x="f827" y="f1860"/>
                  <a:pt x="f826" y="f1861"/>
                </a:cubicBezTo>
                <a:cubicBezTo>
                  <a:pt x="f825" y="f1862"/>
                  <a:pt x="f1489" y="f1863"/>
                  <a:pt x="f1490" y="f1864"/>
                </a:cubicBezTo>
                <a:lnTo>
                  <a:pt x="f1491" y="f1865"/>
                </a:lnTo>
                <a:cubicBezTo>
                  <a:pt x="f1492" y="f1866"/>
                  <a:pt x="f1493" y="f1867"/>
                  <a:pt x="f1494" y="f1868"/>
                </a:cubicBezTo>
                <a:cubicBezTo>
                  <a:pt x="f818" y="f1881"/>
                  <a:pt x="f817" y="f1880"/>
                  <a:pt x="f115" y="f1879"/>
                </a:cubicBezTo>
                <a:lnTo>
                  <a:pt x="f116" y="f1878"/>
                </a:lnTo>
                <a:cubicBezTo>
                  <a:pt x="f117" y="f1877"/>
                  <a:pt x="f118" y="f1876"/>
                  <a:pt x="f119" y="f1875"/>
                </a:cubicBezTo>
                <a:cubicBezTo>
                  <a:pt x="f120" y="f1874"/>
                  <a:pt x="f121" y="f1873"/>
                  <a:pt x="f122" y="f1872"/>
                </a:cubicBezTo>
                <a:close/>
                <a:moveTo>
                  <a:pt x="f123" y="f1871"/>
                </a:moveTo>
                <a:lnTo>
                  <a:pt x="f124" y="f1872"/>
                </a:lnTo>
                <a:cubicBezTo>
                  <a:pt x="f125" y="f1873"/>
                  <a:pt x="f126" y="f1874"/>
                  <a:pt x="f127" y="f1875"/>
                </a:cubicBezTo>
                <a:cubicBezTo>
                  <a:pt x="f128" y="f1876"/>
                  <a:pt x="f129" y="f1877"/>
                  <a:pt x="f130" y="f1878"/>
                </a:cubicBezTo>
                <a:lnTo>
                  <a:pt x="f131" y="f1879"/>
                </a:lnTo>
                <a:cubicBezTo>
                  <a:pt x="f1495" y="f1880"/>
                  <a:pt x="f1496" y="f1881"/>
                  <a:pt x="f1497" y="f1868"/>
                </a:cubicBezTo>
                <a:cubicBezTo>
                  <a:pt x="f1498" y="f1867"/>
                  <a:pt x="f1499" y="f1866"/>
                  <a:pt x="f1500" y="f1865"/>
                </a:cubicBezTo>
                <a:lnTo>
                  <a:pt x="f1501" y="f1864"/>
                </a:lnTo>
                <a:cubicBezTo>
                  <a:pt x="f1502" y="f1863"/>
                  <a:pt x="f1503" y="f1862"/>
                  <a:pt x="f1504" y="f1861"/>
                </a:cubicBezTo>
                <a:cubicBezTo>
                  <a:pt x="f1505" y="f1860"/>
                  <a:pt x="f1506" y="f1859"/>
                  <a:pt x="f1506" y="f1858"/>
                </a:cubicBezTo>
                <a:cubicBezTo>
                  <a:pt x="f1506" y="f1857"/>
                  <a:pt x="f1507" y="f1856"/>
                  <a:pt x="f1508" y="f1855"/>
                </a:cubicBezTo>
                <a:lnTo>
                  <a:pt x="f1509" y="f1854"/>
                </a:lnTo>
                <a:lnTo>
                  <a:pt x="f1510" y="f1853"/>
                </a:lnTo>
                <a:lnTo>
                  <a:pt x="f1511" y="f1852"/>
                </a:lnTo>
                <a:cubicBezTo>
                  <a:pt x="f1512" y="f1851"/>
                  <a:pt x="f1513" y="f1850"/>
                  <a:pt x="f1514" y="f1849"/>
                </a:cubicBezTo>
                <a:cubicBezTo>
                  <a:pt x="f1515" y="f1848"/>
                  <a:pt x="f1516" y="f1847"/>
                  <a:pt x="f1517" y="f1846"/>
                </a:cubicBezTo>
                <a:lnTo>
                  <a:pt x="f1518" y="f1845"/>
                </a:lnTo>
                <a:cubicBezTo>
                  <a:pt x="f1519" y="f1882"/>
                  <a:pt x="f1520" y="f1883"/>
                  <a:pt x="f145" y="f1884"/>
                </a:cubicBezTo>
                <a:cubicBezTo>
                  <a:pt x="f146" y="f1885"/>
                  <a:pt x="f147" y="f1886"/>
                  <a:pt x="f148" y="f1887"/>
                </a:cubicBezTo>
                <a:lnTo>
                  <a:pt x="f149" y="f1888"/>
                </a:lnTo>
                <a:cubicBezTo>
                  <a:pt x="f150" y="f1889"/>
                  <a:pt x="f151" y="f1890"/>
                  <a:pt x="f152" y="f1891"/>
                </a:cubicBezTo>
                <a:cubicBezTo>
                  <a:pt x="f153" y="f1892"/>
                  <a:pt x="f154" y="f1893"/>
                  <a:pt x="f154" y="f1894"/>
                </a:cubicBezTo>
                <a:lnTo>
                  <a:pt x="f155" y="f1895"/>
                </a:lnTo>
                <a:lnTo>
                  <a:pt x="f156" y="f1896"/>
                </a:lnTo>
                <a:close/>
                <a:moveTo>
                  <a:pt x="f157" y="f1871"/>
                </a:moveTo>
                <a:lnTo>
                  <a:pt x="f158" y="f1896"/>
                </a:lnTo>
                <a:lnTo>
                  <a:pt x="f159" y="f1895"/>
                </a:lnTo>
                <a:lnTo>
                  <a:pt x="f160" y="f1894"/>
                </a:lnTo>
                <a:cubicBezTo>
                  <a:pt x="f160" y="f1893"/>
                  <a:pt x="f161" y="f1892"/>
                  <a:pt x="f162" y="f1891"/>
                </a:cubicBezTo>
                <a:cubicBezTo>
                  <a:pt x="f163" y="f1890"/>
                  <a:pt x="f164" y="f1889"/>
                  <a:pt x="f165" y="f1888"/>
                </a:cubicBezTo>
                <a:lnTo>
                  <a:pt x="f166" y="f1887"/>
                </a:lnTo>
                <a:cubicBezTo>
                  <a:pt x="f167" y="f1886"/>
                  <a:pt x="f168" y="f1885"/>
                  <a:pt x="f169" y="f1884"/>
                </a:cubicBezTo>
                <a:cubicBezTo>
                  <a:pt x="f888" y="f1883"/>
                  <a:pt x="f887" y="f1882"/>
                  <a:pt x="f1521" y="f1845"/>
                </a:cubicBezTo>
                <a:lnTo>
                  <a:pt x="f885" y="f1846"/>
                </a:lnTo>
                <a:cubicBezTo>
                  <a:pt x="f1522" y="f1847"/>
                  <a:pt x="f1523" y="f1848"/>
                  <a:pt x="f1524" y="f1849"/>
                </a:cubicBezTo>
                <a:cubicBezTo>
                  <a:pt x="f1525" y="f1850"/>
                  <a:pt x="f1526" y="f1851"/>
                  <a:pt x="f1527" y="f1852"/>
                </a:cubicBezTo>
                <a:lnTo>
                  <a:pt x="f878" y="f1853"/>
                </a:lnTo>
                <a:lnTo>
                  <a:pt x="f917" y="f1854"/>
                </a:lnTo>
                <a:lnTo>
                  <a:pt x="f1528" y="f1855"/>
                </a:lnTo>
                <a:cubicBezTo>
                  <a:pt x="f1529" y="f1856"/>
                  <a:pt x="f915" y="f1857"/>
                  <a:pt x="f915" y="f1858"/>
                </a:cubicBezTo>
                <a:cubicBezTo>
                  <a:pt x="f915" y="f1859"/>
                  <a:pt x="f914" y="f1860"/>
                  <a:pt x="f913" y="f1861"/>
                </a:cubicBezTo>
                <a:cubicBezTo>
                  <a:pt x="f912" y="f1862"/>
                  <a:pt x="f1530" y="f1863"/>
                  <a:pt x="f1531" y="f1864"/>
                </a:cubicBezTo>
                <a:lnTo>
                  <a:pt x="f1532" y="f1865"/>
                </a:lnTo>
                <a:cubicBezTo>
                  <a:pt x="f1533" y="f1866"/>
                  <a:pt x="f1534" y="f1867"/>
                  <a:pt x="f1535" y="f1868"/>
                </a:cubicBezTo>
                <a:cubicBezTo>
                  <a:pt x="f905" y="f1881"/>
                  <a:pt x="f904" y="f1880"/>
                  <a:pt x="f183" y="f1879"/>
                </a:cubicBezTo>
                <a:lnTo>
                  <a:pt x="f184" y="f1878"/>
                </a:lnTo>
                <a:cubicBezTo>
                  <a:pt x="f185" y="f1877"/>
                  <a:pt x="f186" y="f1876"/>
                  <a:pt x="f187" y="f1875"/>
                </a:cubicBezTo>
                <a:cubicBezTo>
                  <a:pt x="f188" y="f1874"/>
                  <a:pt x="f189" y="f1873"/>
                  <a:pt x="f190" y="f1872"/>
                </a:cubicBezTo>
                <a:close/>
                <a:moveTo>
                  <a:pt x="f191" y="f1871"/>
                </a:moveTo>
                <a:lnTo>
                  <a:pt x="f192" y="f1872"/>
                </a:lnTo>
                <a:cubicBezTo>
                  <a:pt x="f193" y="f1873"/>
                  <a:pt x="f194" y="f1874"/>
                  <a:pt x="f195" y="f1875"/>
                </a:cubicBezTo>
                <a:cubicBezTo>
                  <a:pt x="f196" y="f1876"/>
                  <a:pt x="f197" y="f1877"/>
                  <a:pt x="f198" y="f1878"/>
                </a:cubicBezTo>
                <a:lnTo>
                  <a:pt x="f199" y="f1879"/>
                </a:lnTo>
                <a:cubicBezTo>
                  <a:pt x="f1536" y="f1880"/>
                  <a:pt x="f1537" y="f1881"/>
                  <a:pt x="f1538" y="f1868"/>
                </a:cubicBezTo>
                <a:cubicBezTo>
                  <a:pt x="f1539" y="f1867"/>
                  <a:pt x="f1540" y="f1866"/>
                  <a:pt x="f1541" y="f1865"/>
                </a:cubicBezTo>
                <a:lnTo>
                  <a:pt x="f1542" y="f1864"/>
                </a:lnTo>
                <a:cubicBezTo>
                  <a:pt x="f1543" y="f1863"/>
                  <a:pt x="f1544" y="f1862"/>
                  <a:pt x="f1545" y="f1861"/>
                </a:cubicBezTo>
                <a:cubicBezTo>
                  <a:pt x="f1546" y="f1860"/>
                  <a:pt x="f1547" y="f1859"/>
                  <a:pt x="f1547" y="f1858"/>
                </a:cubicBezTo>
                <a:cubicBezTo>
                  <a:pt x="f1547" y="f1857"/>
                  <a:pt x="f1548" y="f1856"/>
                  <a:pt x="f1549" y="f1855"/>
                </a:cubicBezTo>
                <a:lnTo>
                  <a:pt x="f1550" y="f1854"/>
                </a:lnTo>
                <a:lnTo>
                  <a:pt x="f1551" y="f1853"/>
                </a:lnTo>
                <a:lnTo>
                  <a:pt x="f1552" y="f1852"/>
                </a:lnTo>
                <a:cubicBezTo>
                  <a:pt x="f1553" y="f1851"/>
                  <a:pt x="f1554" y="f1850"/>
                  <a:pt x="f1555" y="f1849"/>
                </a:cubicBezTo>
                <a:cubicBezTo>
                  <a:pt x="f1556" y="f1848"/>
                  <a:pt x="f1557" y="f1847"/>
                  <a:pt x="f1558" y="f1846"/>
                </a:cubicBezTo>
                <a:lnTo>
                  <a:pt x="f1559" y="f1845"/>
                </a:lnTo>
                <a:cubicBezTo>
                  <a:pt x="f1560" y="f1882"/>
                  <a:pt x="f1561" y="f1883"/>
                  <a:pt x="f213" y="f1884"/>
                </a:cubicBezTo>
                <a:cubicBezTo>
                  <a:pt x="f214" y="f1885"/>
                  <a:pt x="f215" y="f1886"/>
                  <a:pt x="f216" y="f1887"/>
                </a:cubicBezTo>
                <a:lnTo>
                  <a:pt x="f217" y="f1888"/>
                </a:lnTo>
                <a:cubicBezTo>
                  <a:pt x="f218" y="f1889"/>
                  <a:pt x="f219" y="f1890"/>
                  <a:pt x="f220" y="f1891"/>
                </a:cubicBezTo>
                <a:cubicBezTo>
                  <a:pt x="f221" y="f1892"/>
                  <a:pt x="f222" y="f1893"/>
                  <a:pt x="f222" y="f1894"/>
                </a:cubicBezTo>
                <a:lnTo>
                  <a:pt x="f223" y="f1895"/>
                </a:lnTo>
                <a:lnTo>
                  <a:pt x="f224" y="f1896"/>
                </a:lnTo>
                <a:close/>
                <a:moveTo>
                  <a:pt x="f259" y="f1871"/>
                </a:moveTo>
                <a:lnTo>
                  <a:pt x="f260" y="f1872"/>
                </a:lnTo>
                <a:cubicBezTo>
                  <a:pt x="f261" y="f1873"/>
                  <a:pt x="f262" y="f1874"/>
                  <a:pt x="f263" y="f1875"/>
                </a:cubicBezTo>
                <a:cubicBezTo>
                  <a:pt x="f264" y="f1876"/>
                  <a:pt x="f265" y="f1877"/>
                  <a:pt x="f266" y="f1878"/>
                </a:cubicBezTo>
                <a:lnTo>
                  <a:pt x="f267" y="f1879"/>
                </a:lnTo>
                <a:cubicBezTo>
                  <a:pt x="f1583" y="f1880"/>
                  <a:pt x="f1584" y="f1881"/>
                  <a:pt x="f1585" y="f1868"/>
                </a:cubicBezTo>
                <a:cubicBezTo>
                  <a:pt x="f1586" y="f1867"/>
                  <a:pt x="f1587" y="f1866"/>
                  <a:pt x="f1588" y="f1865"/>
                </a:cubicBezTo>
                <a:lnTo>
                  <a:pt x="f1589" y="f1864"/>
                </a:lnTo>
                <a:cubicBezTo>
                  <a:pt x="f1590" y="f1863"/>
                  <a:pt x="f1591" y="f1862"/>
                  <a:pt x="f1592" y="f1861"/>
                </a:cubicBezTo>
                <a:cubicBezTo>
                  <a:pt x="f1593" y="f1860"/>
                  <a:pt x="f1594" y="f1859"/>
                  <a:pt x="f1594" y="f1858"/>
                </a:cubicBezTo>
                <a:cubicBezTo>
                  <a:pt x="f1594" y="f1857"/>
                  <a:pt x="f1595" y="f1856"/>
                  <a:pt x="f1596" y="f1855"/>
                </a:cubicBezTo>
                <a:lnTo>
                  <a:pt x="f1597" y="f1854"/>
                </a:lnTo>
                <a:lnTo>
                  <a:pt x="f1598" y="f1853"/>
                </a:lnTo>
                <a:lnTo>
                  <a:pt x="f1599" y="f1852"/>
                </a:lnTo>
                <a:cubicBezTo>
                  <a:pt x="f1600" y="f1851"/>
                  <a:pt x="f1601" y="f1850"/>
                  <a:pt x="f1602" y="f1849"/>
                </a:cubicBezTo>
                <a:cubicBezTo>
                  <a:pt x="f1603" y="f1848"/>
                  <a:pt x="f1604" y="f1847"/>
                  <a:pt x="f1605" y="f1846"/>
                </a:cubicBezTo>
                <a:lnTo>
                  <a:pt x="f1606" y="f1845"/>
                </a:lnTo>
                <a:cubicBezTo>
                  <a:pt x="f1607" y="f1882"/>
                  <a:pt x="f1608" y="f1883"/>
                  <a:pt x="f281" y="f1884"/>
                </a:cubicBezTo>
                <a:cubicBezTo>
                  <a:pt x="f282" y="f1885"/>
                  <a:pt x="f283" y="f1886"/>
                  <a:pt x="f284" y="f1887"/>
                </a:cubicBezTo>
                <a:lnTo>
                  <a:pt x="f285" y="f1888"/>
                </a:lnTo>
                <a:cubicBezTo>
                  <a:pt x="f286" y="f1889"/>
                  <a:pt x="f287" y="f1890"/>
                  <a:pt x="f288" y="f1891"/>
                </a:cubicBezTo>
                <a:cubicBezTo>
                  <a:pt x="f289" y="f1892"/>
                  <a:pt x="f290" y="f1893"/>
                  <a:pt x="f290" y="f1894"/>
                </a:cubicBezTo>
                <a:lnTo>
                  <a:pt x="f291" y="f1895"/>
                </a:lnTo>
                <a:lnTo>
                  <a:pt x="f292" y="f1896"/>
                </a:lnTo>
                <a:close/>
                <a:moveTo>
                  <a:pt x="f293" y="f1871"/>
                </a:moveTo>
                <a:lnTo>
                  <a:pt x="f294" y="f1896"/>
                </a:lnTo>
                <a:lnTo>
                  <a:pt x="f295" y="f1895"/>
                </a:lnTo>
                <a:lnTo>
                  <a:pt x="f296" y="f1894"/>
                </a:lnTo>
                <a:cubicBezTo>
                  <a:pt x="f296" y="f1893"/>
                  <a:pt x="f297" y="f1892"/>
                  <a:pt x="f298" y="f1891"/>
                </a:cubicBezTo>
                <a:cubicBezTo>
                  <a:pt x="f299" y="f1890"/>
                  <a:pt x="f300" y="f1889"/>
                  <a:pt x="f301" y="f1888"/>
                </a:cubicBezTo>
                <a:lnTo>
                  <a:pt x="f302" y="f1887"/>
                </a:lnTo>
                <a:cubicBezTo>
                  <a:pt x="f303" y="f1886"/>
                  <a:pt x="f304" y="f1885"/>
                  <a:pt x="f305" y="f1884"/>
                </a:cubicBezTo>
                <a:cubicBezTo>
                  <a:pt x="f1066" y="f1883"/>
                  <a:pt x="f1065" y="f1882"/>
                  <a:pt x="f1609" y="f1845"/>
                </a:cubicBezTo>
                <a:lnTo>
                  <a:pt x="f1063" y="f1846"/>
                </a:lnTo>
                <a:cubicBezTo>
                  <a:pt x="f1610" y="f1847"/>
                  <a:pt x="f1611" y="f1848"/>
                  <a:pt x="f1612" y="f1849"/>
                </a:cubicBezTo>
                <a:cubicBezTo>
                  <a:pt x="f1613" y="f1850"/>
                  <a:pt x="f1614" y="f1851"/>
                  <a:pt x="f1615" y="f1852"/>
                </a:cubicBezTo>
                <a:lnTo>
                  <a:pt x="f1056" y="f1853"/>
                </a:lnTo>
                <a:lnTo>
                  <a:pt x="f1095" y="f1854"/>
                </a:lnTo>
                <a:lnTo>
                  <a:pt x="f1616" y="f1855"/>
                </a:lnTo>
                <a:cubicBezTo>
                  <a:pt x="f1617" y="f1856"/>
                  <a:pt x="f1093" y="f1857"/>
                  <a:pt x="f1093" y="f1858"/>
                </a:cubicBezTo>
                <a:cubicBezTo>
                  <a:pt x="f1093" y="f1859"/>
                  <a:pt x="f1092" y="f1860"/>
                  <a:pt x="f1091" y="f1861"/>
                </a:cubicBezTo>
                <a:cubicBezTo>
                  <a:pt x="f1090" y="f1862"/>
                  <a:pt x="f1618" y="f1863"/>
                  <a:pt x="f1619" y="f1864"/>
                </a:cubicBezTo>
                <a:lnTo>
                  <a:pt x="f1620" y="f1865"/>
                </a:lnTo>
                <a:cubicBezTo>
                  <a:pt x="f1621" y="f1866"/>
                  <a:pt x="f1622" y="f1867"/>
                  <a:pt x="f1623" y="f1868"/>
                </a:cubicBezTo>
                <a:cubicBezTo>
                  <a:pt x="f1083" y="f1881"/>
                  <a:pt x="f1082" y="f1880"/>
                  <a:pt x="f319" y="f1879"/>
                </a:cubicBezTo>
                <a:lnTo>
                  <a:pt x="f320" y="f1878"/>
                </a:lnTo>
                <a:cubicBezTo>
                  <a:pt x="f321" y="f1877"/>
                  <a:pt x="f322" y="f1876"/>
                  <a:pt x="f323" y="f1875"/>
                </a:cubicBezTo>
                <a:cubicBezTo>
                  <a:pt x="f324" y="f1874"/>
                  <a:pt x="f325" y="f1873"/>
                  <a:pt x="f326" y="f1872"/>
                </a:cubicBezTo>
                <a:close/>
                <a:moveTo>
                  <a:pt x="f327" y="f1871"/>
                </a:moveTo>
                <a:lnTo>
                  <a:pt x="f328" y="f1872"/>
                </a:lnTo>
                <a:cubicBezTo>
                  <a:pt x="f329" y="f1873"/>
                  <a:pt x="f330" y="f1874"/>
                  <a:pt x="f331" y="f1875"/>
                </a:cubicBezTo>
                <a:cubicBezTo>
                  <a:pt x="f332" y="f1876"/>
                  <a:pt x="f333" y="f1877"/>
                  <a:pt x="f334" y="f1878"/>
                </a:cubicBezTo>
                <a:lnTo>
                  <a:pt x="f335" y="f1879"/>
                </a:lnTo>
                <a:cubicBezTo>
                  <a:pt x="f1624" y="f1880"/>
                  <a:pt x="f1625" y="f1881"/>
                  <a:pt x="f1626" y="f1868"/>
                </a:cubicBezTo>
                <a:cubicBezTo>
                  <a:pt x="f1627" y="f1867"/>
                  <a:pt x="f1628" y="f1866"/>
                  <a:pt x="f1629" y="f1865"/>
                </a:cubicBezTo>
                <a:lnTo>
                  <a:pt x="f1630" y="f1864"/>
                </a:lnTo>
                <a:cubicBezTo>
                  <a:pt x="f1631" y="f1863"/>
                  <a:pt x="f1632" y="f1862"/>
                  <a:pt x="f1633" y="f1861"/>
                </a:cubicBezTo>
                <a:cubicBezTo>
                  <a:pt x="f1634" y="f1860"/>
                  <a:pt x="f1635" y="f1859"/>
                  <a:pt x="f1635" y="f1858"/>
                </a:cubicBezTo>
                <a:cubicBezTo>
                  <a:pt x="f1635" y="f1857"/>
                  <a:pt x="f1636" y="f1856"/>
                  <a:pt x="f1637" y="f1855"/>
                </a:cubicBezTo>
                <a:lnTo>
                  <a:pt x="f1638" y="f1854"/>
                </a:lnTo>
                <a:lnTo>
                  <a:pt x="f1639" y="f1853"/>
                </a:lnTo>
                <a:lnTo>
                  <a:pt x="f1640" y="f1852"/>
                </a:lnTo>
                <a:cubicBezTo>
                  <a:pt x="f1641" y="f1851"/>
                  <a:pt x="f1642" y="f1850"/>
                  <a:pt x="f1643" y="f1849"/>
                </a:cubicBezTo>
                <a:cubicBezTo>
                  <a:pt x="f1644" y="f1848"/>
                  <a:pt x="f1645" y="f1847"/>
                  <a:pt x="f1646" y="f1846"/>
                </a:cubicBezTo>
                <a:lnTo>
                  <a:pt x="f1647" y="f1845"/>
                </a:lnTo>
                <a:cubicBezTo>
                  <a:pt x="f1648" y="f1882"/>
                  <a:pt x="f1649" y="f1883"/>
                  <a:pt x="f349" y="f1884"/>
                </a:cubicBezTo>
                <a:cubicBezTo>
                  <a:pt x="f350" y="f1885"/>
                  <a:pt x="f351" y="f1886"/>
                  <a:pt x="f352" y="f1887"/>
                </a:cubicBezTo>
                <a:lnTo>
                  <a:pt x="f353" y="f1888"/>
                </a:lnTo>
                <a:cubicBezTo>
                  <a:pt x="f354" y="f1889"/>
                  <a:pt x="f355" y="f1890"/>
                  <a:pt x="f356" y="f1891"/>
                </a:cubicBezTo>
                <a:cubicBezTo>
                  <a:pt x="f357" y="f1892"/>
                  <a:pt x="f358" y="f1893"/>
                  <a:pt x="f358" y="f1894"/>
                </a:cubicBezTo>
                <a:lnTo>
                  <a:pt x="f359" y="f1895"/>
                </a:lnTo>
                <a:lnTo>
                  <a:pt x="f360" y="f1896"/>
                </a:lnTo>
                <a:close/>
                <a:moveTo>
                  <a:pt x="f361" y="f1871"/>
                </a:moveTo>
                <a:lnTo>
                  <a:pt x="f362" y="f1896"/>
                </a:lnTo>
                <a:lnTo>
                  <a:pt x="f363" y="f1895"/>
                </a:lnTo>
                <a:lnTo>
                  <a:pt x="f364" y="f1894"/>
                </a:lnTo>
                <a:cubicBezTo>
                  <a:pt x="f364" y="f1893"/>
                  <a:pt x="f365" y="f1892"/>
                  <a:pt x="f366" y="f1891"/>
                </a:cubicBezTo>
                <a:cubicBezTo>
                  <a:pt x="f367" y="f1890"/>
                  <a:pt x="f368" y="f1889"/>
                  <a:pt x="f369" y="f1888"/>
                </a:cubicBezTo>
                <a:lnTo>
                  <a:pt x="f370" y="f1887"/>
                </a:lnTo>
                <a:cubicBezTo>
                  <a:pt x="f371" y="f1886"/>
                  <a:pt x="f372" y="f1885"/>
                  <a:pt x="f373" y="f1884"/>
                </a:cubicBezTo>
                <a:cubicBezTo>
                  <a:pt x="f1153" y="f1883"/>
                  <a:pt x="f1152" y="f1882"/>
                  <a:pt x="f1650" y="f1845"/>
                </a:cubicBezTo>
                <a:lnTo>
                  <a:pt x="f1150" y="f1846"/>
                </a:lnTo>
                <a:cubicBezTo>
                  <a:pt x="f1651" y="f1847"/>
                  <a:pt x="f1652" y="f1848"/>
                  <a:pt x="f1653" y="f1849"/>
                </a:cubicBezTo>
                <a:cubicBezTo>
                  <a:pt x="f1654" y="f1850"/>
                  <a:pt x="f1655" y="f1851"/>
                  <a:pt x="f1656" y="f1852"/>
                </a:cubicBezTo>
                <a:lnTo>
                  <a:pt x="f1143" y="f1853"/>
                </a:lnTo>
                <a:lnTo>
                  <a:pt x="f1182" y="f1854"/>
                </a:lnTo>
                <a:lnTo>
                  <a:pt x="f1657" y="f1855"/>
                </a:lnTo>
                <a:cubicBezTo>
                  <a:pt x="f1658" y="f1856"/>
                  <a:pt x="f1180" y="f1857"/>
                  <a:pt x="f1180" y="f1858"/>
                </a:cubicBezTo>
                <a:cubicBezTo>
                  <a:pt x="f1180" y="f1859"/>
                  <a:pt x="f1179" y="f1860"/>
                  <a:pt x="f1178" y="f1861"/>
                </a:cubicBezTo>
                <a:cubicBezTo>
                  <a:pt x="f1177" y="f1862"/>
                  <a:pt x="f1659" y="f1863"/>
                  <a:pt x="f1660" y="f1864"/>
                </a:cubicBezTo>
                <a:lnTo>
                  <a:pt x="f1661" y="f1865"/>
                </a:lnTo>
                <a:cubicBezTo>
                  <a:pt x="f1662" y="f1866"/>
                  <a:pt x="f1663" y="f1867"/>
                  <a:pt x="f1664" y="f1868"/>
                </a:cubicBezTo>
                <a:cubicBezTo>
                  <a:pt x="f1170" y="f1881"/>
                  <a:pt x="f1169" y="f1880"/>
                  <a:pt x="f387" y="f1879"/>
                </a:cubicBezTo>
                <a:lnTo>
                  <a:pt x="f388" y="f1878"/>
                </a:lnTo>
                <a:cubicBezTo>
                  <a:pt x="f389" y="f1877"/>
                  <a:pt x="f390" y="f1876"/>
                  <a:pt x="f391" y="f1875"/>
                </a:cubicBezTo>
                <a:cubicBezTo>
                  <a:pt x="f392" y="f1874"/>
                  <a:pt x="f393" y="f1873"/>
                  <a:pt x="f394" y="f1872"/>
                </a:cubicBezTo>
                <a:close/>
                <a:moveTo>
                  <a:pt x="f395" y="f1871"/>
                </a:moveTo>
                <a:lnTo>
                  <a:pt x="f396" y="f1872"/>
                </a:lnTo>
                <a:cubicBezTo>
                  <a:pt x="f397" y="f1873"/>
                  <a:pt x="f398" y="f1874"/>
                  <a:pt x="f399" y="f1875"/>
                </a:cubicBezTo>
                <a:cubicBezTo>
                  <a:pt x="f400" y="f1876"/>
                  <a:pt x="f401" y="f1877"/>
                  <a:pt x="f402" y="f1878"/>
                </a:cubicBezTo>
                <a:lnTo>
                  <a:pt x="f403" y="f1879"/>
                </a:lnTo>
                <a:cubicBezTo>
                  <a:pt x="f1665" y="f1880"/>
                  <a:pt x="f1666" y="f1881"/>
                  <a:pt x="f1667" y="f1868"/>
                </a:cubicBezTo>
                <a:cubicBezTo>
                  <a:pt x="f1668" y="f1867"/>
                  <a:pt x="f1669" y="f1866"/>
                  <a:pt x="f1670" y="f1865"/>
                </a:cubicBezTo>
                <a:lnTo>
                  <a:pt x="f1671" y="f1864"/>
                </a:lnTo>
                <a:cubicBezTo>
                  <a:pt x="f1672" y="f1863"/>
                  <a:pt x="f1673" y="f1862"/>
                  <a:pt x="f1674" y="f1861"/>
                </a:cubicBezTo>
                <a:cubicBezTo>
                  <a:pt x="f1675" y="f1860"/>
                  <a:pt x="f1676" y="f1859"/>
                  <a:pt x="f1676" y="f1858"/>
                </a:cubicBezTo>
                <a:cubicBezTo>
                  <a:pt x="f1676" y="f1857"/>
                  <a:pt x="f1677" y="f1856"/>
                  <a:pt x="f1678" y="f1855"/>
                </a:cubicBezTo>
                <a:lnTo>
                  <a:pt x="f1679" y="f1854"/>
                </a:lnTo>
                <a:lnTo>
                  <a:pt x="f1680" y="f1853"/>
                </a:lnTo>
                <a:lnTo>
                  <a:pt x="f1681" y="f1852"/>
                </a:lnTo>
                <a:cubicBezTo>
                  <a:pt x="f1682" y="f1851"/>
                  <a:pt x="f1683" y="f1850"/>
                  <a:pt x="f1684" y="f1849"/>
                </a:cubicBezTo>
                <a:cubicBezTo>
                  <a:pt x="f1685" y="f1848"/>
                  <a:pt x="f1686" y="f1847"/>
                  <a:pt x="f1687" y="f1846"/>
                </a:cubicBezTo>
                <a:lnTo>
                  <a:pt x="f1688" y="f1845"/>
                </a:lnTo>
                <a:cubicBezTo>
                  <a:pt x="f1689" y="f1882"/>
                  <a:pt x="f1690" y="f1883"/>
                  <a:pt x="f417" y="f1884"/>
                </a:cubicBezTo>
                <a:cubicBezTo>
                  <a:pt x="f418" y="f1885"/>
                  <a:pt x="f419" y="f1886"/>
                  <a:pt x="f420" y="f1887"/>
                </a:cubicBezTo>
                <a:lnTo>
                  <a:pt x="f421" y="f1888"/>
                </a:lnTo>
                <a:cubicBezTo>
                  <a:pt x="f422" y="f1889"/>
                  <a:pt x="f423" y="f1890"/>
                  <a:pt x="f424" y="f1891"/>
                </a:cubicBezTo>
                <a:cubicBezTo>
                  <a:pt x="f425" y="f1892"/>
                  <a:pt x="f426" y="f1893"/>
                  <a:pt x="f426" y="f1894"/>
                </a:cubicBezTo>
                <a:lnTo>
                  <a:pt x="f427" y="f1895"/>
                </a:lnTo>
                <a:lnTo>
                  <a:pt x="f428" y="f1896"/>
                </a:lnTo>
                <a:close/>
                <a:moveTo>
                  <a:pt x="f429" y="f1871"/>
                </a:moveTo>
                <a:lnTo>
                  <a:pt x="f430" y="f1896"/>
                </a:lnTo>
                <a:lnTo>
                  <a:pt x="f431" y="f1895"/>
                </a:lnTo>
                <a:lnTo>
                  <a:pt x="f432" y="f1894"/>
                </a:lnTo>
                <a:cubicBezTo>
                  <a:pt x="f432" y="f1893"/>
                  <a:pt x="f433" y="f1892"/>
                  <a:pt x="f434" y="f1891"/>
                </a:cubicBezTo>
                <a:cubicBezTo>
                  <a:pt x="f435" y="f1890"/>
                  <a:pt x="f436" y="f1889"/>
                  <a:pt x="f437" y="f1888"/>
                </a:cubicBezTo>
                <a:lnTo>
                  <a:pt x="f438" y="f1887"/>
                </a:lnTo>
                <a:cubicBezTo>
                  <a:pt x="f439" y="f1886"/>
                  <a:pt x="f440" y="f1885"/>
                  <a:pt x="f441" y="f1884"/>
                </a:cubicBezTo>
                <a:cubicBezTo>
                  <a:pt x="f1240" y="f1883"/>
                  <a:pt x="f1239" y="f1882"/>
                  <a:pt x="f1691" y="f1845"/>
                </a:cubicBezTo>
                <a:lnTo>
                  <a:pt x="f1237" y="f1846"/>
                </a:lnTo>
                <a:cubicBezTo>
                  <a:pt x="f1692" y="f1847"/>
                  <a:pt x="f1693" y="f1848"/>
                  <a:pt x="f1694" y="f1849"/>
                </a:cubicBezTo>
                <a:cubicBezTo>
                  <a:pt x="f1695" y="f1850"/>
                  <a:pt x="f1696" y="f1851"/>
                  <a:pt x="f1697" y="f1852"/>
                </a:cubicBezTo>
                <a:lnTo>
                  <a:pt x="f1230" y="f1853"/>
                </a:lnTo>
                <a:lnTo>
                  <a:pt x="f1269" y="f1854"/>
                </a:lnTo>
                <a:lnTo>
                  <a:pt x="f1698" y="f1855"/>
                </a:lnTo>
                <a:cubicBezTo>
                  <a:pt x="f1699" y="f1856"/>
                  <a:pt x="f1267" y="f1857"/>
                  <a:pt x="f1267" y="f1858"/>
                </a:cubicBezTo>
                <a:cubicBezTo>
                  <a:pt x="f1267" y="f1859"/>
                  <a:pt x="f1266" y="f1860"/>
                  <a:pt x="f1265" y="f1861"/>
                </a:cubicBezTo>
                <a:cubicBezTo>
                  <a:pt x="f1264" y="f1862"/>
                  <a:pt x="f1700" y="f1863"/>
                  <a:pt x="f1701" y="f1864"/>
                </a:cubicBezTo>
                <a:lnTo>
                  <a:pt x="f1702" y="f1865"/>
                </a:lnTo>
                <a:cubicBezTo>
                  <a:pt x="f1703" y="f1866"/>
                  <a:pt x="f1704" y="f1867"/>
                  <a:pt x="f1705" y="f1868"/>
                </a:cubicBezTo>
                <a:cubicBezTo>
                  <a:pt x="f1257" y="f1881"/>
                  <a:pt x="f1256" y="f1880"/>
                  <a:pt x="f455" y="f1879"/>
                </a:cubicBezTo>
                <a:lnTo>
                  <a:pt x="f456" y="f1878"/>
                </a:lnTo>
                <a:cubicBezTo>
                  <a:pt x="f457" y="f1877"/>
                  <a:pt x="f458" y="f1876"/>
                  <a:pt x="f459" y="f1875"/>
                </a:cubicBezTo>
                <a:cubicBezTo>
                  <a:pt x="f460" y="f1874"/>
                  <a:pt x="f461" y="f1873"/>
                  <a:pt x="f462" y="f1872"/>
                </a:cubicBezTo>
                <a:close/>
                <a:moveTo>
                  <a:pt x="f463" y="f1871"/>
                </a:moveTo>
                <a:lnTo>
                  <a:pt x="f464" y="f1872"/>
                </a:lnTo>
                <a:cubicBezTo>
                  <a:pt x="f465" y="f1873"/>
                  <a:pt x="f466" y="f1874"/>
                  <a:pt x="f467" y="f1875"/>
                </a:cubicBezTo>
                <a:cubicBezTo>
                  <a:pt x="f468" y="f1876"/>
                  <a:pt x="f469" y="f1877"/>
                  <a:pt x="f470" y="f1878"/>
                </a:cubicBezTo>
                <a:lnTo>
                  <a:pt x="f471" y="f1879"/>
                </a:lnTo>
                <a:cubicBezTo>
                  <a:pt x="f1706" y="f1880"/>
                  <a:pt x="f1707" y="f1881"/>
                  <a:pt x="f1708" y="f1868"/>
                </a:cubicBezTo>
                <a:cubicBezTo>
                  <a:pt x="f1709" y="f1867"/>
                  <a:pt x="f1710" y="f1866"/>
                  <a:pt x="f1711" y="f1865"/>
                </a:cubicBezTo>
                <a:lnTo>
                  <a:pt x="f1712" y="f1864"/>
                </a:lnTo>
                <a:cubicBezTo>
                  <a:pt x="f1713" y="f1863"/>
                  <a:pt x="f1714" y="f1862"/>
                  <a:pt x="f1715" y="f1861"/>
                </a:cubicBezTo>
                <a:cubicBezTo>
                  <a:pt x="f1716" y="f1860"/>
                  <a:pt x="f1717" y="f1859"/>
                  <a:pt x="f1717" y="f1858"/>
                </a:cubicBezTo>
                <a:cubicBezTo>
                  <a:pt x="f1717" y="f1857"/>
                  <a:pt x="f1718" y="f1856"/>
                  <a:pt x="f1719" y="f1855"/>
                </a:cubicBezTo>
                <a:lnTo>
                  <a:pt x="f1720" y="f1854"/>
                </a:lnTo>
                <a:lnTo>
                  <a:pt x="f1721" y="f1853"/>
                </a:lnTo>
                <a:lnTo>
                  <a:pt x="f1722" y="f1852"/>
                </a:lnTo>
                <a:cubicBezTo>
                  <a:pt x="f1723" y="f1851"/>
                  <a:pt x="f1724" y="f1850"/>
                  <a:pt x="f1725" y="f1849"/>
                </a:cubicBezTo>
                <a:cubicBezTo>
                  <a:pt x="f1726" y="f1848"/>
                  <a:pt x="f1727" y="f1847"/>
                  <a:pt x="f1728" y="f1846"/>
                </a:cubicBezTo>
                <a:lnTo>
                  <a:pt x="f1729" y="f1845"/>
                </a:lnTo>
                <a:cubicBezTo>
                  <a:pt x="f1730" y="f1882"/>
                  <a:pt x="f1731" y="f1883"/>
                  <a:pt x="f485" y="f1884"/>
                </a:cubicBezTo>
                <a:cubicBezTo>
                  <a:pt x="f486" y="f1885"/>
                  <a:pt x="f487" y="f1886"/>
                  <a:pt x="f488" y="f1887"/>
                </a:cubicBezTo>
                <a:lnTo>
                  <a:pt x="f489" y="f1888"/>
                </a:lnTo>
                <a:cubicBezTo>
                  <a:pt x="f490" y="f1889"/>
                  <a:pt x="f491" y="f1890"/>
                  <a:pt x="f492" y="f1891"/>
                </a:cubicBezTo>
                <a:cubicBezTo>
                  <a:pt x="f493" y="f1892"/>
                  <a:pt x="f494" y="f1893"/>
                  <a:pt x="f494" y="f1894"/>
                </a:cubicBezTo>
                <a:lnTo>
                  <a:pt x="f495" y="f1895"/>
                </a:lnTo>
                <a:lnTo>
                  <a:pt x="f496" y="f1896"/>
                </a:lnTo>
                <a:close/>
                <a:moveTo>
                  <a:pt x="f225" y="f1871"/>
                </a:moveTo>
                <a:lnTo>
                  <a:pt x="f226" y="f1896"/>
                </a:lnTo>
                <a:lnTo>
                  <a:pt x="f227" y="f1895"/>
                </a:lnTo>
                <a:lnTo>
                  <a:pt x="f228" y="f1894"/>
                </a:lnTo>
                <a:cubicBezTo>
                  <a:pt x="f228" y="f1893"/>
                  <a:pt x="f984" y="f1892"/>
                  <a:pt x="f983" y="f1891"/>
                </a:cubicBezTo>
                <a:cubicBezTo>
                  <a:pt x="f982" y="f1890"/>
                  <a:pt x="f232" y="f1889"/>
                  <a:pt x="f1562" y="f1888"/>
                </a:cubicBezTo>
                <a:lnTo>
                  <a:pt x="f234" y="f1887"/>
                </a:lnTo>
                <a:cubicBezTo>
                  <a:pt x="f1563" y="f1886"/>
                  <a:pt x="f236" y="f1885"/>
                  <a:pt x="f1564" y="f1884"/>
                </a:cubicBezTo>
                <a:cubicBezTo>
                  <a:pt x="f975" y="f1883"/>
                  <a:pt x="f974" y="f1882"/>
                  <a:pt x="f1565" y="f1845"/>
                </a:cubicBezTo>
                <a:lnTo>
                  <a:pt x="f972" y="f1846"/>
                </a:lnTo>
                <a:cubicBezTo>
                  <a:pt x="f1566" y="f1847"/>
                  <a:pt x="f1567" y="f1848"/>
                  <a:pt x="f1568" y="f1849"/>
                </a:cubicBezTo>
                <a:cubicBezTo>
                  <a:pt x="f1569" y="f1850"/>
                  <a:pt x="f1570" y="f1851"/>
                  <a:pt x="f1571" y="f1852"/>
                </a:cubicBezTo>
                <a:lnTo>
                  <a:pt x="f965" y="f1853"/>
                </a:lnTo>
                <a:lnTo>
                  <a:pt x="f1008" y="f1854"/>
                </a:lnTo>
                <a:lnTo>
                  <a:pt x="f1572" y="f1855"/>
                </a:lnTo>
                <a:cubicBezTo>
                  <a:pt x="f1573" y="f1856"/>
                  <a:pt x="f1006" y="f1857"/>
                  <a:pt x="f1006" y="f1858"/>
                </a:cubicBezTo>
                <a:cubicBezTo>
                  <a:pt x="f1006" y="f1859"/>
                  <a:pt x="f1005" y="f1860"/>
                  <a:pt x="f1004" y="f1861"/>
                </a:cubicBezTo>
                <a:cubicBezTo>
                  <a:pt x="f1003" y="f1862"/>
                  <a:pt x="f1574" y="f1863"/>
                  <a:pt x="f1575" y="f1864"/>
                </a:cubicBezTo>
                <a:lnTo>
                  <a:pt x="f1576" y="f1865"/>
                </a:lnTo>
                <a:cubicBezTo>
                  <a:pt x="f1577" y="f1866"/>
                  <a:pt x="f1578" y="f1867"/>
                  <a:pt x="f1579" y="f1868"/>
                </a:cubicBezTo>
                <a:cubicBezTo>
                  <a:pt x="f996" y="f1881"/>
                  <a:pt x="f995" y="f1880"/>
                  <a:pt x="f1580" y="f1879"/>
                </a:cubicBezTo>
                <a:lnTo>
                  <a:pt x="f993" y="f1878"/>
                </a:lnTo>
                <a:cubicBezTo>
                  <a:pt x="f253" y="f1877"/>
                  <a:pt x="f254" y="f1876"/>
                  <a:pt x="f255" y="f1875"/>
                </a:cubicBezTo>
                <a:cubicBezTo>
                  <a:pt x="f1581" y="f1874"/>
                  <a:pt x="f257" y="f1873"/>
                  <a:pt x="f1582" y="f1872"/>
                </a:cubicBezTo>
                <a:close/>
                <a:moveTo>
                  <a:pt x="f497" y="f1871"/>
                </a:moveTo>
                <a:lnTo>
                  <a:pt x="f498" y="f1896"/>
                </a:lnTo>
                <a:lnTo>
                  <a:pt x="f499" y="f1895"/>
                </a:lnTo>
                <a:lnTo>
                  <a:pt x="f500" y="f1894"/>
                </a:lnTo>
                <a:cubicBezTo>
                  <a:pt x="f500" y="f1893"/>
                  <a:pt x="f501" y="f1892"/>
                  <a:pt x="f502" y="f1891"/>
                </a:cubicBezTo>
                <a:cubicBezTo>
                  <a:pt x="f503" y="f1890"/>
                  <a:pt x="f504" y="f1889"/>
                  <a:pt x="f505" y="f1888"/>
                </a:cubicBezTo>
                <a:lnTo>
                  <a:pt x="f506" y="f1887"/>
                </a:lnTo>
                <a:cubicBezTo>
                  <a:pt x="f507" y="f1886"/>
                  <a:pt x="f508" y="f1885"/>
                  <a:pt x="f509" y="f1884"/>
                </a:cubicBezTo>
                <a:cubicBezTo>
                  <a:pt x="f620" y="f1897"/>
                  <a:pt x="f1733" y="f1898"/>
                  <a:pt x="f2" y="f1899"/>
                </a:cubicBezTo>
                <a:lnTo>
                  <a:pt x="f2" y="f1900"/>
                </a:lnTo>
                <a:cubicBezTo>
                  <a:pt x="f1737" y="f1901"/>
                  <a:pt x="f1739" y="f1902"/>
                  <a:pt x="f520" y="f1829"/>
                </a:cubicBezTo>
                <a:cubicBezTo>
                  <a:pt x="f521" y="f1903"/>
                  <a:pt x="f523" y="f1904"/>
                  <a:pt x="f2" y="f1905"/>
                </a:cubicBezTo>
                <a:lnTo>
                  <a:pt x="f2" y="f1906"/>
                </a:lnTo>
                <a:cubicBezTo>
                  <a:pt x="f527" y="f1907"/>
                  <a:pt x="f529" y="f1908"/>
                  <a:pt x="f531" y="f1879"/>
                </a:cubicBezTo>
                <a:lnTo>
                  <a:pt x="f532" y="f1878"/>
                </a:lnTo>
                <a:cubicBezTo>
                  <a:pt x="f533" y="f1877"/>
                  <a:pt x="f534" y="f1876"/>
                  <a:pt x="f535" y="f1875"/>
                </a:cubicBezTo>
                <a:cubicBezTo>
                  <a:pt x="f536" y="f1874"/>
                  <a:pt x="f537" y="f1873"/>
                  <a:pt x="f538" y="f1872"/>
                </a:cubicBezTo>
                <a:close/>
                <a:moveTo>
                  <a:pt x="f1909" y="f2"/>
                </a:moveTo>
                <a:lnTo>
                  <a:pt x="f1910" y="f2"/>
                </a:lnTo>
                <a:cubicBezTo>
                  <a:pt x="f1911" y="f1912"/>
                  <a:pt x="f1913" y="f1914"/>
                  <a:pt x="f3" y="f1915"/>
                </a:cubicBezTo>
                <a:lnTo>
                  <a:pt x="f3" y="f1916"/>
                </a:lnTo>
                <a:cubicBezTo>
                  <a:pt x="f1917" y="f1918"/>
                  <a:pt x="f1919" y="f1920"/>
                  <a:pt x="f1909" y="f2"/>
                </a:cubicBezTo>
                <a:close/>
                <a:moveTo>
                  <a:pt x="f1921" y="f2"/>
                </a:moveTo>
                <a:lnTo>
                  <a:pt x="f1922" y="f2"/>
                </a:lnTo>
                <a:cubicBezTo>
                  <a:pt x="f1923" y="f1924"/>
                  <a:pt x="f1925" y="f1926"/>
                  <a:pt x="f3" y="f1927"/>
                </a:cubicBezTo>
                <a:lnTo>
                  <a:pt x="f3" y="f1928"/>
                </a:lnTo>
                <a:cubicBezTo>
                  <a:pt x="f1929" y="f1930"/>
                  <a:pt x="f1931" y="f1932"/>
                  <a:pt x="f1921" y="f2"/>
                </a:cubicBezTo>
                <a:close/>
                <a:moveTo>
                  <a:pt x="f1933" y="f2"/>
                </a:moveTo>
                <a:lnTo>
                  <a:pt x="f1934" y="f2"/>
                </a:lnTo>
                <a:cubicBezTo>
                  <a:pt x="f1935" y="f1936"/>
                  <a:pt x="f1937" y="f1938"/>
                  <a:pt x="f545" y="f1939"/>
                </a:cubicBezTo>
                <a:cubicBezTo>
                  <a:pt x="f1940" y="f1941"/>
                  <a:pt x="f1942" y="f1943"/>
                  <a:pt x="f1944" y="f2"/>
                </a:cubicBezTo>
                <a:lnTo>
                  <a:pt x="f1945" y="f2"/>
                </a:lnTo>
                <a:cubicBezTo>
                  <a:pt x="f1946" y="f1947"/>
                  <a:pt x="f1948" y="f1949"/>
                  <a:pt x="f757" y="f1950"/>
                </a:cubicBezTo>
                <a:lnTo>
                  <a:pt x="f758" y="f1951"/>
                </a:lnTo>
                <a:cubicBezTo>
                  <a:pt x="f759" y="f1952"/>
                  <a:pt x="f760" y="f1953"/>
                  <a:pt x="f761" y="f1954"/>
                </a:cubicBezTo>
                <a:cubicBezTo>
                  <a:pt x="f762" y="f1955"/>
                  <a:pt x="f763" y="f1956"/>
                  <a:pt x="f764" y="f1957"/>
                </a:cubicBezTo>
                <a:lnTo>
                  <a:pt x="f765" y="f1958"/>
                </a:lnTo>
                <a:lnTo>
                  <a:pt x="f766" y="f1959"/>
                </a:lnTo>
                <a:lnTo>
                  <a:pt x="f767" y="f1960"/>
                </a:lnTo>
                <a:cubicBezTo>
                  <a:pt x="f768" y="f1961"/>
                  <a:pt x="f769" y="f1962"/>
                  <a:pt x="f769" y="f1963"/>
                </a:cubicBezTo>
                <a:cubicBezTo>
                  <a:pt x="f769" y="f1964"/>
                  <a:pt x="f770" y="f1965"/>
                  <a:pt x="f771" y="f1966"/>
                </a:cubicBezTo>
                <a:cubicBezTo>
                  <a:pt x="f772" y="f1967"/>
                  <a:pt x="f773" y="f1968"/>
                  <a:pt x="f774" y="f1969"/>
                </a:cubicBezTo>
                <a:lnTo>
                  <a:pt x="f775" y="f1970"/>
                </a:lnTo>
                <a:cubicBezTo>
                  <a:pt x="f776" y="f1971"/>
                  <a:pt x="f777" y="f1972"/>
                  <a:pt x="f778" y="f1973"/>
                </a:cubicBezTo>
                <a:cubicBezTo>
                  <a:pt x="f1974" y="f1975"/>
                  <a:pt x="f1976" y="f1977"/>
                  <a:pt x="f1933" y="f2"/>
                </a:cubicBezTo>
                <a:close/>
                <a:moveTo>
                  <a:pt x="f1978" y="f2"/>
                </a:moveTo>
                <a:lnTo>
                  <a:pt x="f1979" y="f2"/>
                </a:lnTo>
                <a:cubicBezTo>
                  <a:pt x="f1980" y="f1943"/>
                  <a:pt x="f1981" y="f1941"/>
                  <a:pt x="f108" y="f1939"/>
                </a:cubicBezTo>
                <a:cubicBezTo>
                  <a:pt x="f1982" y="f1938"/>
                  <a:pt x="f1983" y="f1936"/>
                  <a:pt x="f1984" y="f2"/>
                </a:cubicBezTo>
                <a:lnTo>
                  <a:pt x="f1985" y="f2"/>
                </a:lnTo>
                <a:cubicBezTo>
                  <a:pt x="f1986" y="f1977"/>
                  <a:pt x="f1987" y="f1975"/>
                  <a:pt x="f802" y="f1973"/>
                </a:cubicBezTo>
                <a:cubicBezTo>
                  <a:pt x="f803" y="f1972"/>
                  <a:pt x="f804" y="f1971"/>
                  <a:pt x="f805" y="f1970"/>
                </a:cubicBezTo>
                <a:lnTo>
                  <a:pt x="f806" y="f1969"/>
                </a:lnTo>
                <a:cubicBezTo>
                  <a:pt x="f807" y="f1968"/>
                  <a:pt x="f94" y="f1967"/>
                  <a:pt x="f93" y="f1966"/>
                </a:cubicBezTo>
                <a:cubicBezTo>
                  <a:pt x="f92" y="f1965"/>
                  <a:pt x="f91" y="f1964"/>
                  <a:pt x="f91" y="f1963"/>
                </a:cubicBezTo>
                <a:cubicBezTo>
                  <a:pt x="f91" y="f1962"/>
                  <a:pt x="f808" y="f1961"/>
                  <a:pt x="f809" y="f1960"/>
                </a:cubicBezTo>
                <a:lnTo>
                  <a:pt x="f89" y="f1959"/>
                </a:lnTo>
                <a:lnTo>
                  <a:pt x="f88" y="f1958"/>
                </a:lnTo>
                <a:lnTo>
                  <a:pt x="f810" y="f1957"/>
                </a:lnTo>
                <a:cubicBezTo>
                  <a:pt x="f811" y="f1956"/>
                  <a:pt x="f812" y="f1955"/>
                  <a:pt x="f813" y="f1954"/>
                </a:cubicBezTo>
                <a:cubicBezTo>
                  <a:pt x="f814" y="f1953"/>
                  <a:pt x="f815" y="f1952"/>
                  <a:pt x="f116" y="f1951"/>
                </a:cubicBezTo>
                <a:lnTo>
                  <a:pt x="f816" y="f1950"/>
                </a:lnTo>
                <a:cubicBezTo>
                  <a:pt x="f1988" y="f1949"/>
                  <a:pt x="f1989" y="f1947"/>
                  <a:pt x="f1978" y="f2"/>
                </a:cubicBezTo>
                <a:close/>
                <a:moveTo>
                  <a:pt x="f1990" y="f2"/>
                </a:moveTo>
                <a:lnTo>
                  <a:pt x="f1991" y="f2"/>
                </a:lnTo>
                <a:cubicBezTo>
                  <a:pt x="f1992" y="f1936"/>
                  <a:pt x="f1993" y="f1938"/>
                  <a:pt x="f559" y="f1939"/>
                </a:cubicBezTo>
                <a:cubicBezTo>
                  <a:pt x="f1994" y="f1941"/>
                  <a:pt x="f1995" y="f1943"/>
                  <a:pt x="f1996" y="f2"/>
                </a:cubicBezTo>
                <a:lnTo>
                  <a:pt x="f1997" y="f2"/>
                </a:lnTo>
                <a:cubicBezTo>
                  <a:pt x="f1998" y="f1947"/>
                  <a:pt x="f1999" y="f1949"/>
                  <a:pt x="f846" y="f1950"/>
                </a:cubicBezTo>
                <a:lnTo>
                  <a:pt x="f847" y="f1951"/>
                </a:lnTo>
                <a:cubicBezTo>
                  <a:pt x="f848" y="f1952"/>
                  <a:pt x="f849" y="f1953"/>
                  <a:pt x="f850" y="f1954"/>
                </a:cubicBezTo>
                <a:cubicBezTo>
                  <a:pt x="f851" y="f1955"/>
                  <a:pt x="f852" y="f1956"/>
                  <a:pt x="f853" y="f1957"/>
                </a:cubicBezTo>
                <a:lnTo>
                  <a:pt x="f854" y="f1958"/>
                </a:lnTo>
                <a:lnTo>
                  <a:pt x="f855" y="f1959"/>
                </a:lnTo>
                <a:lnTo>
                  <a:pt x="f856" y="f1960"/>
                </a:lnTo>
                <a:cubicBezTo>
                  <a:pt x="f857" y="f1961"/>
                  <a:pt x="f858" y="f1962"/>
                  <a:pt x="f858" y="f1963"/>
                </a:cubicBezTo>
                <a:cubicBezTo>
                  <a:pt x="f858" y="f1964"/>
                  <a:pt x="f859" y="f1965"/>
                  <a:pt x="f860" y="f1966"/>
                </a:cubicBezTo>
                <a:cubicBezTo>
                  <a:pt x="f861" y="f1967"/>
                  <a:pt x="f862" y="f1968"/>
                  <a:pt x="f863" y="f1969"/>
                </a:cubicBezTo>
                <a:lnTo>
                  <a:pt x="f864" y="f1970"/>
                </a:lnTo>
                <a:cubicBezTo>
                  <a:pt x="f865" y="f1971"/>
                  <a:pt x="f866" y="f1972"/>
                  <a:pt x="f867" y="f1973"/>
                </a:cubicBezTo>
                <a:cubicBezTo>
                  <a:pt x="f2000" y="f1975"/>
                  <a:pt x="f2001" y="f1977"/>
                  <a:pt x="f1990" y="f2"/>
                </a:cubicBezTo>
                <a:close/>
                <a:moveTo>
                  <a:pt x="f2002" y="f2"/>
                </a:moveTo>
                <a:lnTo>
                  <a:pt x="f2003" y="f2"/>
                </a:lnTo>
                <a:cubicBezTo>
                  <a:pt x="f2004" y="f1943"/>
                  <a:pt x="f2005" y="f1941"/>
                  <a:pt x="f176" y="f1939"/>
                </a:cubicBezTo>
                <a:cubicBezTo>
                  <a:pt x="f2006" y="f1938"/>
                  <a:pt x="f2007" y="f1936"/>
                  <a:pt x="f2008" y="f2"/>
                </a:cubicBezTo>
                <a:lnTo>
                  <a:pt x="f2009" y="f2"/>
                </a:lnTo>
                <a:cubicBezTo>
                  <a:pt x="f2010" y="f1977"/>
                  <a:pt x="f2011" y="f1975"/>
                  <a:pt x="f889" y="f1973"/>
                </a:cubicBezTo>
                <a:cubicBezTo>
                  <a:pt x="f890" y="f1972"/>
                  <a:pt x="f891" y="f1971"/>
                  <a:pt x="f892" y="f1970"/>
                </a:cubicBezTo>
                <a:lnTo>
                  <a:pt x="f893" y="f1969"/>
                </a:lnTo>
                <a:cubicBezTo>
                  <a:pt x="f894" y="f1968"/>
                  <a:pt x="f163" y="f1967"/>
                  <a:pt x="f162" y="f1966"/>
                </a:cubicBezTo>
                <a:cubicBezTo>
                  <a:pt x="f161" y="f1965"/>
                  <a:pt x="f160" y="f1964"/>
                  <a:pt x="f160" y="f1963"/>
                </a:cubicBezTo>
                <a:cubicBezTo>
                  <a:pt x="f160" y="f1962"/>
                  <a:pt x="f895" y="f1961"/>
                  <a:pt x="f896" y="f1960"/>
                </a:cubicBezTo>
                <a:lnTo>
                  <a:pt x="f158" y="f1959"/>
                </a:lnTo>
                <a:lnTo>
                  <a:pt x="f157" y="f1958"/>
                </a:lnTo>
                <a:lnTo>
                  <a:pt x="f897" y="f1957"/>
                </a:lnTo>
                <a:cubicBezTo>
                  <a:pt x="f898" y="f1956"/>
                  <a:pt x="f899" y="f1955"/>
                  <a:pt x="f900" y="f1954"/>
                </a:cubicBezTo>
                <a:cubicBezTo>
                  <a:pt x="f901" y="f1953"/>
                  <a:pt x="f902" y="f1952"/>
                  <a:pt x="f184" y="f1951"/>
                </a:cubicBezTo>
                <a:lnTo>
                  <a:pt x="f903" y="f1950"/>
                </a:lnTo>
                <a:cubicBezTo>
                  <a:pt x="f2012" y="f1949"/>
                  <a:pt x="f2013" y="f1947"/>
                  <a:pt x="f2002" y="f2"/>
                </a:cubicBezTo>
                <a:close/>
                <a:moveTo>
                  <a:pt x="f2014" y="f2"/>
                </a:moveTo>
                <a:lnTo>
                  <a:pt x="f2015" y="f2"/>
                </a:lnTo>
                <a:cubicBezTo>
                  <a:pt x="f2016" y="f1936"/>
                  <a:pt x="f2017" y="f1938"/>
                  <a:pt x="f570" y="f1939"/>
                </a:cubicBezTo>
                <a:cubicBezTo>
                  <a:pt x="f2018" y="f1941"/>
                  <a:pt x="f2019" y="f1943"/>
                  <a:pt x="f2020" y="f2"/>
                </a:cubicBezTo>
                <a:lnTo>
                  <a:pt x="f2021" y="f2"/>
                </a:lnTo>
                <a:cubicBezTo>
                  <a:pt x="f2022" y="f1947"/>
                  <a:pt x="f2023" y="f1949"/>
                  <a:pt x="f933" y="f1950"/>
                </a:cubicBezTo>
                <a:lnTo>
                  <a:pt x="f934" y="f1951"/>
                </a:lnTo>
                <a:cubicBezTo>
                  <a:pt x="f935" y="f1952"/>
                  <a:pt x="f936" y="f1953"/>
                  <a:pt x="f937" y="f1954"/>
                </a:cubicBezTo>
                <a:cubicBezTo>
                  <a:pt x="f938" y="f1955"/>
                  <a:pt x="f939" y="f1956"/>
                  <a:pt x="f940" y="f1957"/>
                </a:cubicBezTo>
                <a:lnTo>
                  <a:pt x="f941" y="f1958"/>
                </a:lnTo>
                <a:lnTo>
                  <a:pt x="f942" y="f1959"/>
                </a:lnTo>
                <a:lnTo>
                  <a:pt x="f943" y="f1960"/>
                </a:lnTo>
                <a:cubicBezTo>
                  <a:pt x="f944" y="f1961"/>
                  <a:pt x="f945" y="f1962"/>
                  <a:pt x="f945" y="f1963"/>
                </a:cubicBezTo>
                <a:cubicBezTo>
                  <a:pt x="f945" y="f1964"/>
                  <a:pt x="f946" y="f1965"/>
                  <a:pt x="f947" y="f1966"/>
                </a:cubicBezTo>
                <a:cubicBezTo>
                  <a:pt x="f948" y="f1967"/>
                  <a:pt x="f949" y="f1968"/>
                  <a:pt x="f950" y="f1969"/>
                </a:cubicBezTo>
                <a:lnTo>
                  <a:pt x="f951" y="f1970"/>
                </a:lnTo>
                <a:cubicBezTo>
                  <a:pt x="f952" y="f1971"/>
                  <a:pt x="f953" y="f1972"/>
                  <a:pt x="f954" y="f1973"/>
                </a:cubicBezTo>
                <a:cubicBezTo>
                  <a:pt x="f2024" y="f1975"/>
                  <a:pt x="f2025" y="f2026"/>
                  <a:pt x="f2014" y="f2"/>
                </a:cubicBezTo>
                <a:close/>
                <a:moveTo>
                  <a:pt x="f2027" y="f2"/>
                </a:moveTo>
                <a:lnTo>
                  <a:pt x="f2028" y="f2"/>
                </a:lnTo>
                <a:cubicBezTo>
                  <a:pt x="f2029" y="f1943"/>
                  <a:pt x="f2030" y="f1941"/>
                  <a:pt x="f244" y="f1939"/>
                </a:cubicBezTo>
                <a:cubicBezTo>
                  <a:pt x="f2031" y="f1938"/>
                  <a:pt x="f2032" y="f1936"/>
                  <a:pt x="f2033" y="f2"/>
                </a:cubicBezTo>
                <a:lnTo>
                  <a:pt x="f2034" y="f2"/>
                </a:lnTo>
                <a:cubicBezTo>
                  <a:pt x="f2035" y="f1977"/>
                  <a:pt x="f2036" y="f1975"/>
                  <a:pt x="f976" y="f1973"/>
                </a:cubicBezTo>
                <a:cubicBezTo>
                  <a:pt x="f977" y="f1972"/>
                  <a:pt x="f978" y="f1971"/>
                  <a:pt x="f979" y="f1970"/>
                </a:cubicBezTo>
                <a:lnTo>
                  <a:pt x="f980" y="f1969"/>
                </a:lnTo>
                <a:cubicBezTo>
                  <a:pt x="f981" y="f1968"/>
                  <a:pt x="f982" y="f1967"/>
                  <a:pt x="f983" y="f1966"/>
                </a:cubicBezTo>
                <a:cubicBezTo>
                  <a:pt x="f984" y="f1965"/>
                  <a:pt x="f228" y="f1964"/>
                  <a:pt x="f228" y="f1963"/>
                </a:cubicBezTo>
                <a:cubicBezTo>
                  <a:pt x="f228" y="f1962"/>
                  <a:pt x="f985" y="f1961"/>
                  <a:pt x="f986" y="f1960"/>
                </a:cubicBezTo>
                <a:lnTo>
                  <a:pt x="f226" y="f1959"/>
                </a:lnTo>
                <a:lnTo>
                  <a:pt x="f225" y="f1958"/>
                </a:lnTo>
                <a:lnTo>
                  <a:pt x="f987" y="f1957"/>
                </a:lnTo>
                <a:cubicBezTo>
                  <a:pt x="f988" y="f1956"/>
                  <a:pt x="f989" y="f1955"/>
                  <a:pt x="f990" y="f1954"/>
                </a:cubicBezTo>
                <a:cubicBezTo>
                  <a:pt x="f991" y="f1953"/>
                  <a:pt x="f992" y="f1952"/>
                  <a:pt x="f993" y="f1951"/>
                </a:cubicBezTo>
                <a:lnTo>
                  <a:pt x="f994" y="f1950"/>
                </a:lnTo>
                <a:cubicBezTo>
                  <a:pt x="f2037" y="f1949"/>
                  <a:pt x="f2038" y="f1947"/>
                  <a:pt x="f2027" y="f2"/>
                </a:cubicBezTo>
                <a:close/>
                <a:moveTo>
                  <a:pt x="f2039" y="f2"/>
                </a:moveTo>
                <a:lnTo>
                  <a:pt x="f2040" y="f2"/>
                </a:lnTo>
                <a:cubicBezTo>
                  <a:pt x="f2041" y="f1936"/>
                  <a:pt x="f2042" y="f1938"/>
                  <a:pt x="f581" y="f1939"/>
                </a:cubicBezTo>
                <a:cubicBezTo>
                  <a:pt x="f2043" y="f1941"/>
                  <a:pt x="f2044" y="f1943"/>
                  <a:pt x="f2045" y="f2"/>
                </a:cubicBezTo>
                <a:lnTo>
                  <a:pt x="f2046" y="f2"/>
                </a:lnTo>
                <a:cubicBezTo>
                  <a:pt x="f2047" y="f1947"/>
                  <a:pt x="f2048" y="f1949"/>
                  <a:pt x="f1024" y="f1950"/>
                </a:cubicBezTo>
                <a:lnTo>
                  <a:pt x="f1025" y="f1951"/>
                </a:lnTo>
                <a:cubicBezTo>
                  <a:pt x="f1026" y="f1952"/>
                  <a:pt x="f1027" y="f1953"/>
                  <a:pt x="f1028" y="f1954"/>
                </a:cubicBezTo>
                <a:cubicBezTo>
                  <a:pt x="f1029" y="f1955"/>
                  <a:pt x="f1030" y="f1956"/>
                  <a:pt x="f1031" y="f1957"/>
                </a:cubicBezTo>
                <a:lnTo>
                  <a:pt x="f1032" y="f1958"/>
                </a:lnTo>
                <a:lnTo>
                  <a:pt x="f1033" y="f1959"/>
                </a:lnTo>
                <a:lnTo>
                  <a:pt x="f1034" y="f1960"/>
                </a:lnTo>
                <a:cubicBezTo>
                  <a:pt x="f1035" y="f1961"/>
                  <a:pt x="f1036" y="f1962"/>
                  <a:pt x="f1036" y="f1963"/>
                </a:cubicBezTo>
                <a:cubicBezTo>
                  <a:pt x="f1036" y="f1964"/>
                  <a:pt x="f1037" y="f1965"/>
                  <a:pt x="f1038" y="f1966"/>
                </a:cubicBezTo>
                <a:cubicBezTo>
                  <a:pt x="f1039" y="f1967"/>
                  <a:pt x="f1040" y="f1968"/>
                  <a:pt x="f1041" y="f1969"/>
                </a:cubicBezTo>
                <a:lnTo>
                  <a:pt x="f1042" y="f1970"/>
                </a:lnTo>
                <a:cubicBezTo>
                  <a:pt x="f1043" y="f1971"/>
                  <a:pt x="f1044" y="f1972"/>
                  <a:pt x="f1045" y="f1973"/>
                </a:cubicBezTo>
                <a:cubicBezTo>
                  <a:pt x="f2049" y="f1975"/>
                  <a:pt x="f2050" y="f1977"/>
                  <a:pt x="f2039" y="f2"/>
                </a:cubicBezTo>
                <a:close/>
                <a:moveTo>
                  <a:pt x="f2051" y="f2"/>
                </a:moveTo>
                <a:lnTo>
                  <a:pt x="f2052" y="f2"/>
                </a:lnTo>
                <a:cubicBezTo>
                  <a:pt x="f2053" y="f2054"/>
                  <a:pt x="f2055" y="f1941"/>
                  <a:pt x="f312" y="f1939"/>
                </a:cubicBezTo>
                <a:cubicBezTo>
                  <a:pt x="f2056" y="f1938"/>
                  <a:pt x="f2057" y="f1936"/>
                  <a:pt x="f2058" y="f2"/>
                </a:cubicBezTo>
                <a:lnTo>
                  <a:pt x="f2059" y="f2"/>
                </a:lnTo>
                <a:cubicBezTo>
                  <a:pt x="f2060" y="f2026"/>
                  <a:pt x="f2061" y="f1975"/>
                  <a:pt x="f1067" y="f1973"/>
                </a:cubicBezTo>
                <a:cubicBezTo>
                  <a:pt x="f1068" y="f1972"/>
                  <a:pt x="f1069" y="f1971"/>
                  <a:pt x="f1070" y="f2062"/>
                </a:cubicBezTo>
                <a:lnTo>
                  <a:pt x="f1071" y="f1969"/>
                </a:lnTo>
                <a:cubicBezTo>
                  <a:pt x="f1072" y="f1968"/>
                  <a:pt x="f299" y="f1967"/>
                  <a:pt x="f298" y="f1966"/>
                </a:cubicBezTo>
                <a:cubicBezTo>
                  <a:pt x="f297" y="f1965"/>
                  <a:pt x="f296" y="f1964"/>
                  <a:pt x="f296" y="f1963"/>
                </a:cubicBezTo>
                <a:cubicBezTo>
                  <a:pt x="f296" y="f2063"/>
                  <a:pt x="f1073" y="f1961"/>
                  <a:pt x="f1074" y="f1960"/>
                </a:cubicBezTo>
                <a:lnTo>
                  <a:pt x="f294" y="f1959"/>
                </a:lnTo>
                <a:lnTo>
                  <a:pt x="f293" y="f1958"/>
                </a:lnTo>
                <a:lnTo>
                  <a:pt x="f1075" y="f1957"/>
                </a:lnTo>
                <a:cubicBezTo>
                  <a:pt x="f1076" y="f1956"/>
                  <a:pt x="f1077" y="f1955"/>
                  <a:pt x="f1078" y="f1954"/>
                </a:cubicBezTo>
                <a:cubicBezTo>
                  <a:pt x="f1079" y="f1953"/>
                  <a:pt x="f1080" y="f1952"/>
                  <a:pt x="f320" y="f1951"/>
                </a:cubicBezTo>
                <a:lnTo>
                  <a:pt x="f1081" y="f1950"/>
                </a:lnTo>
                <a:cubicBezTo>
                  <a:pt x="f2064" y="f1949"/>
                  <a:pt x="f2065" y="f1947"/>
                  <a:pt x="f2051" y="f2"/>
                </a:cubicBezTo>
                <a:close/>
                <a:moveTo>
                  <a:pt x="f2066" y="f2"/>
                </a:moveTo>
                <a:lnTo>
                  <a:pt x="f2067" y="f2"/>
                </a:lnTo>
                <a:cubicBezTo>
                  <a:pt x="f2068" y="f1936"/>
                  <a:pt x="f2069" y="f1938"/>
                  <a:pt x="f592" y="f1939"/>
                </a:cubicBezTo>
                <a:cubicBezTo>
                  <a:pt x="f2070" y="f1941"/>
                  <a:pt x="f2071" y="f2054"/>
                  <a:pt x="f2072" y="f2"/>
                </a:cubicBezTo>
                <a:lnTo>
                  <a:pt x="f2073" y="f2"/>
                </a:lnTo>
                <a:cubicBezTo>
                  <a:pt x="f2074" y="f1947"/>
                  <a:pt x="f2075" y="f1949"/>
                  <a:pt x="f1111" y="f1950"/>
                </a:cubicBezTo>
                <a:lnTo>
                  <a:pt x="f1112" y="f1951"/>
                </a:lnTo>
                <a:cubicBezTo>
                  <a:pt x="f1113" y="f1952"/>
                  <a:pt x="f1114" y="f1953"/>
                  <a:pt x="f1115" y="f1954"/>
                </a:cubicBezTo>
                <a:cubicBezTo>
                  <a:pt x="f1116" y="f1955"/>
                  <a:pt x="f1117" y="f1956"/>
                  <a:pt x="f1118" y="f1957"/>
                </a:cubicBezTo>
                <a:lnTo>
                  <a:pt x="f1119" y="f1958"/>
                </a:lnTo>
                <a:lnTo>
                  <a:pt x="f1120" y="f1959"/>
                </a:lnTo>
                <a:lnTo>
                  <a:pt x="f1121" y="f1960"/>
                </a:lnTo>
                <a:cubicBezTo>
                  <a:pt x="f1122" y="f1961"/>
                  <a:pt x="f1123" y="f1962"/>
                  <a:pt x="f1123" y="f1963"/>
                </a:cubicBezTo>
                <a:cubicBezTo>
                  <a:pt x="f1123" y="f1964"/>
                  <a:pt x="f1124" y="f1965"/>
                  <a:pt x="f1125" y="f1966"/>
                </a:cubicBezTo>
                <a:cubicBezTo>
                  <a:pt x="f1126" y="f1967"/>
                  <a:pt x="f1127" y="f1968"/>
                  <a:pt x="f1128" y="f1969"/>
                </a:cubicBezTo>
                <a:lnTo>
                  <a:pt x="f1129" y="f2062"/>
                </a:lnTo>
                <a:cubicBezTo>
                  <a:pt x="f1130" y="f1971"/>
                  <a:pt x="f1131" y="f1972"/>
                  <a:pt x="f1132" y="f1973"/>
                </a:cubicBezTo>
                <a:cubicBezTo>
                  <a:pt x="f2076" y="f1975"/>
                  <a:pt x="f2077" y="f2026"/>
                  <a:pt x="f2066" y="f2"/>
                </a:cubicBezTo>
                <a:close/>
                <a:moveTo>
                  <a:pt x="f2078" y="f2"/>
                </a:moveTo>
                <a:lnTo>
                  <a:pt x="f2079" y="f2"/>
                </a:lnTo>
                <a:cubicBezTo>
                  <a:pt x="f2080" y="f2054"/>
                  <a:pt x="f2081" y="f1941"/>
                  <a:pt x="f380" y="f1939"/>
                </a:cubicBezTo>
                <a:cubicBezTo>
                  <a:pt x="f2082" y="f1938"/>
                  <a:pt x="f2083" y="f1936"/>
                  <a:pt x="f2084" y="f2"/>
                </a:cubicBezTo>
                <a:lnTo>
                  <a:pt x="f2085" y="f2"/>
                </a:lnTo>
                <a:cubicBezTo>
                  <a:pt x="f2086" y="f2026"/>
                  <a:pt x="f2087" y="f1975"/>
                  <a:pt x="f1154" y="f1973"/>
                </a:cubicBezTo>
                <a:cubicBezTo>
                  <a:pt x="f1155" y="f1972"/>
                  <a:pt x="f1156" y="f1971"/>
                  <a:pt x="f1157" y="f2062"/>
                </a:cubicBezTo>
                <a:lnTo>
                  <a:pt x="f1158" y="f1969"/>
                </a:lnTo>
                <a:cubicBezTo>
                  <a:pt x="f1159" y="f1968"/>
                  <a:pt x="f367" y="f1967"/>
                  <a:pt x="f366" y="f1966"/>
                </a:cubicBezTo>
                <a:cubicBezTo>
                  <a:pt x="f365" y="f1965"/>
                  <a:pt x="f364" y="f1964"/>
                  <a:pt x="f364" y="f1963"/>
                </a:cubicBezTo>
                <a:cubicBezTo>
                  <a:pt x="f364" y="f2063"/>
                  <a:pt x="f1160" y="f1961"/>
                  <a:pt x="f1161" y="f1960"/>
                </a:cubicBezTo>
                <a:lnTo>
                  <a:pt x="f362" y="f1959"/>
                </a:lnTo>
                <a:lnTo>
                  <a:pt x="f361" y="f1958"/>
                </a:lnTo>
                <a:lnTo>
                  <a:pt x="f1162" y="f1957"/>
                </a:lnTo>
                <a:cubicBezTo>
                  <a:pt x="f1163" y="f1956"/>
                  <a:pt x="f1164" y="f1955"/>
                  <a:pt x="f1165" y="f1954"/>
                </a:cubicBezTo>
                <a:cubicBezTo>
                  <a:pt x="f1166" y="f1953"/>
                  <a:pt x="f1167" y="f1952"/>
                  <a:pt x="f388" y="f1951"/>
                </a:cubicBezTo>
                <a:lnTo>
                  <a:pt x="f1168" y="f1950"/>
                </a:lnTo>
                <a:cubicBezTo>
                  <a:pt x="f2088" y="f1949"/>
                  <a:pt x="f2089" y="f1947"/>
                  <a:pt x="f2078" y="f2"/>
                </a:cubicBezTo>
                <a:close/>
                <a:moveTo>
                  <a:pt x="f2090" y="f2"/>
                </a:moveTo>
                <a:lnTo>
                  <a:pt x="f2091" y="f2"/>
                </a:lnTo>
                <a:cubicBezTo>
                  <a:pt x="f2092" y="f1936"/>
                  <a:pt x="f2093" y="f1938"/>
                  <a:pt x="f603" y="f1939"/>
                </a:cubicBezTo>
                <a:cubicBezTo>
                  <a:pt x="f2094" y="f1941"/>
                  <a:pt x="f2095" y="f2054"/>
                  <a:pt x="f2096" y="f2"/>
                </a:cubicBezTo>
                <a:lnTo>
                  <a:pt x="f2097" y="f2"/>
                </a:lnTo>
                <a:cubicBezTo>
                  <a:pt x="f2098" y="f1947"/>
                  <a:pt x="f2099" y="f1949"/>
                  <a:pt x="f1198" y="f1950"/>
                </a:cubicBezTo>
                <a:lnTo>
                  <a:pt x="f1199" y="f1951"/>
                </a:lnTo>
                <a:cubicBezTo>
                  <a:pt x="f1200" y="f1952"/>
                  <a:pt x="f1201" y="f1953"/>
                  <a:pt x="f1202" y="f1954"/>
                </a:cubicBezTo>
                <a:cubicBezTo>
                  <a:pt x="f1203" y="f1955"/>
                  <a:pt x="f1204" y="f1956"/>
                  <a:pt x="f1205" y="f1957"/>
                </a:cubicBezTo>
                <a:lnTo>
                  <a:pt x="f1206" y="f1958"/>
                </a:lnTo>
                <a:lnTo>
                  <a:pt x="f1207" y="f1959"/>
                </a:lnTo>
                <a:lnTo>
                  <a:pt x="f1208" y="f1960"/>
                </a:lnTo>
                <a:cubicBezTo>
                  <a:pt x="f1209" y="f1961"/>
                  <a:pt x="f1210" y="f1962"/>
                  <a:pt x="f1210" y="f1963"/>
                </a:cubicBezTo>
                <a:cubicBezTo>
                  <a:pt x="f1210" y="f1964"/>
                  <a:pt x="f1211" y="f1965"/>
                  <a:pt x="f1212" y="f1966"/>
                </a:cubicBezTo>
                <a:cubicBezTo>
                  <a:pt x="f1213" y="f1967"/>
                  <a:pt x="f1214" y="f1968"/>
                  <a:pt x="f1215" y="f1969"/>
                </a:cubicBezTo>
                <a:lnTo>
                  <a:pt x="f1216" y="f2062"/>
                </a:lnTo>
                <a:cubicBezTo>
                  <a:pt x="f1217" y="f1971"/>
                  <a:pt x="f1218" y="f1972"/>
                  <a:pt x="f1219" y="f1973"/>
                </a:cubicBezTo>
                <a:cubicBezTo>
                  <a:pt x="f2100" y="f1975"/>
                  <a:pt x="f2101" y="f1977"/>
                  <a:pt x="f2090" y="f2"/>
                </a:cubicBezTo>
                <a:close/>
                <a:moveTo>
                  <a:pt x="f2102" y="f2"/>
                </a:moveTo>
                <a:lnTo>
                  <a:pt x="f2103" y="f2"/>
                </a:lnTo>
                <a:cubicBezTo>
                  <a:pt x="f2104" y="f1943"/>
                  <a:pt x="f2105" y="f1941"/>
                  <a:pt x="f448" y="f1939"/>
                </a:cubicBezTo>
                <a:cubicBezTo>
                  <a:pt x="f2106" y="f1938"/>
                  <a:pt x="f2107" y="f1936"/>
                  <a:pt x="f2108" y="f2"/>
                </a:cubicBezTo>
                <a:lnTo>
                  <a:pt x="f2109" y="f2"/>
                </a:lnTo>
                <a:cubicBezTo>
                  <a:pt x="f2110" y="f2026"/>
                  <a:pt x="f2111" y="f1975"/>
                  <a:pt x="f1241" y="f1973"/>
                </a:cubicBezTo>
                <a:cubicBezTo>
                  <a:pt x="f1242" y="f1972"/>
                  <a:pt x="f1243" y="f1971"/>
                  <a:pt x="f1244" y="f1970"/>
                </a:cubicBezTo>
                <a:lnTo>
                  <a:pt x="f1245" y="f1969"/>
                </a:lnTo>
                <a:cubicBezTo>
                  <a:pt x="f1246" y="f1968"/>
                  <a:pt x="f435" y="f1967"/>
                  <a:pt x="f434" y="f1966"/>
                </a:cubicBezTo>
                <a:cubicBezTo>
                  <a:pt x="f433" y="f1965"/>
                  <a:pt x="f432" y="f1964"/>
                  <a:pt x="f432" y="f1963"/>
                </a:cubicBezTo>
                <a:cubicBezTo>
                  <a:pt x="f432" y="f2063"/>
                  <a:pt x="f1247" y="f1961"/>
                  <a:pt x="f1248" y="f1960"/>
                </a:cubicBezTo>
                <a:lnTo>
                  <a:pt x="f430" y="f1959"/>
                </a:lnTo>
                <a:lnTo>
                  <a:pt x="f429" y="f1958"/>
                </a:lnTo>
                <a:lnTo>
                  <a:pt x="f1249" y="f1957"/>
                </a:lnTo>
                <a:cubicBezTo>
                  <a:pt x="f1250" y="f1956"/>
                  <a:pt x="f1251" y="f1955"/>
                  <a:pt x="f1252" y="f1954"/>
                </a:cubicBezTo>
                <a:cubicBezTo>
                  <a:pt x="f1253" y="f1953"/>
                  <a:pt x="f1254" y="f1952"/>
                  <a:pt x="f456" y="f1951"/>
                </a:cubicBezTo>
                <a:lnTo>
                  <a:pt x="f1255" y="f1950"/>
                </a:lnTo>
                <a:cubicBezTo>
                  <a:pt x="f2112" y="f1949"/>
                  <a:pt x="f2113" y="f1947"/>
                  <a:pt x="f2102" y="f2"/>
                </a:cubicBezTo>
                <a:close/>
                <a:moveTo>
                  <a:pt x="f2114" y="f2"/>
                </a:moveTo>
                <a:lnTo>
                  <a:pt x="f2115" y="f2"/>
                </a:lnTo>
                <a:cubicBezTo>
                  <a:pt x="f2116" y="f1936"/>
                  <a:pt x="f2117" y="f1938"/>
                  <a:pt x="f614" y="f1939"/>
                </a:cubicBezTo>
                <a:cubicBezTo>
                  <a:pt x="f2118" y="f1941"/>
                  <a:pt x="f2119" y="f2054"/>
                  <a:pt x="f2120" y="f2"/>
                </a:cubicBezTo>
                <a:lnTo>
                  <a:pt x="f2121" y="f2"/>
                </a:lnTo>
                <a:cubicBezTo>
                  <a:pt x="f2122" y="f1947"/>
                  <a:pt x="f2123" y="f1949"/>
                  <a:pt x="f2124" y="f1950"/>
                </a:cubicBezTo>
                <a:lnTo>
                  <a:pt x="f1286" y="f1951"/>
                </a:lnTo>
                <a:cubicBezTo>
                  <a:pt x="f1287" y="f1952"/>
                  <a:pt x="f1288" y="f1953"/>
                  <a:pt x="f1289" y="f1954"/>
                </a:cubicBezTo>
                <a:cubicBezTo>
                  <a:pt x="f1290" y="f1955"/>
                  <a:pt x="f1291" y="f1956"/>
                  <a:pt x="f1292" y="f1957"/>
                </a:cubicBezTo>
                <a:lnTo>
                  <a:pt x="f1293" y="f1958"/>
                </a:lnTo>
                <a:lnTo>
                  <a:pt x="f1294" y="f1959"/>
                </a:lnTo>
                <a:lnTo>
                  <a:pt x="f1295" y="f1960"/>
                </a:lnTo>
                <a:cubicBezTo>
                  <a:pt x="f1296" y="f1961"/>
                  <a:pt x="f1297" y="f1962"/>
                  <a:pt x="f1297" y="f1963"/>
                </a:cubicBezTo>
                <a:cubicBezTo>
                  <a:pt x="f1297" y="f1964"/>
                  <a:pt x="f1298" y="f1965"/>
                  <a:pt x="f1299" y="f1966"/>
                </a:cubicBezTo>
                <a:cubicBezTo>
                  <a:pt x="f1300" y="f1967"/>
                  <a:pt x="f1301" y="f1968"/>
                  <a:pt x="f2125" y="f1969"/>
                </a:cubicBezTo>
                <a:lnTo>
                  <a:pt x="f1303" y="f2062"/>
                </a:lnTo>
                <a:cubicBezTo>
                  <a:pt x="f1304" y="f1971"/>
                  <a:pt x="f1305" y="f1972"/>
                  <a:pt x="f1306" y="f1973"/>
                </a:cubicBezTo>
                <a:cubicBezTo>
                  <a:pt x="f2126" y="f1975"/>
                  <a:pt x="f2127" y="f2026"/>
                  <a:pt x="f2114" y="f2"/>
                </a:cubicBezTo>
                <a:close/>
                <a:moveTo>
                  <a:pt x="f2128" y="f2"/>
                </a:moveTo>
                <a:lnTo>
                  <a:pt x="f2129" y="f2"/>
                </a:lnTo>
                <a:cubicBezTo>
                  <a:pt x="f2130" y="f2131"/>
                  <a:pt x="f2132" y="f2133"/>
                  <a:pt x="f622" y="f1973"/>
                </a:cubicBezTo>
                <a:cubicBezTo>
                  <a:pt x="f624" y="f1972"/>
                  <a:pt x="f626" y="f1971"/>
                  <a:pt x="f628" y="f2062"/>
                </a:cubicBezTo>
                <a:lnTo>
                  <a:pt x="f630" y="f1969"/>
                </a:lnTo>
                <a:cubicBezTo>
                  <a:pt x="f632" y="f1968"/>
                  <a:pt x="f503" y="f1967"/>
                  <a:pt x="f502" y="f1966"/>
                </a:cubicBezTo>
                <a:cubicBezTo>
                  <a:pt x="f501" y="f1965"/>
                  <a:pt x="f500" y="f1964"/>
                  <a:pt x="f500" y="f1963"/>
                </a:cubicBezTo>
                <a:cubicBezTo>
                  <a:pt x="f500" y="f1962"/>
                  <a:pt x="f640" y="f1961"/>
                  <a:pt x="f642" y="f1960"/>
                </a:cubicBezTo>
                <a:lnTo>
                  <a:pt x="f498" y="f1959"/>
                </a:lnTo>
                <a:lnTo>
                  <a:pt x="f497" y="f1958"/>
                </a:lnTo>
                <a:lnTo>
                  <a:pt x="f646" y="f1957"/>
                </a:lnTo>
                <a:cubicBezTo>
                  <a:pt x="f648" y="f1956"/>
                  <a:pt x="f650" y="f1955"/>
                  <a:pt x="f652" y="f1954"/>
                </a:cubicBezTo>
                <a:cubicBezTo>
                  <a:pt x="f654" y="f1953"/>
                  <a:pt x="f656" y="f1952"/>
                  <a:pt x="f532" y="f1951"/>
                </a:cubicBezTo>
                <a:lnTo>
                  <a:pt x="f659" y="f1950"/>
                </a:lnTo>
                <a:cubicBezTo>
                  <a:pt x="f661" y="f2134"/>
                  <a:pt x="f663" y="f2135"/>
                  <a:pt x="f2" y="f2136"/>
                </a:cubicBezTo>
                <a:lnTo>
                  <a:pt x="f2" y="f2137"/>
                </a:lnTo>
                <a:cubicBezTo>
                  <a:pt x="f667" y="f2138"/>
                  <a:pt x="f669" y="f2139"/>
                  <a:pt x="f520" y="f1939"/>
                </a:cubicBezTo>
                <a:cubicBezTo>
                  <a:pt x="f2140" y="f2141"/>
                  <a:pt x="f2142" y="f2143"/>
                  <a:pt x="f2128" y="f2"/>
                </a:cubicBezTo>
                <a:close/>
              </a:path>
            </a:pathLst>
          </a:custGeom>
          <a:solidFill>
            <a:srgbClr val="FFFFFF"/>
          </a:solidFill>
          <a:ln cap="flat">
            <a:noFill/>
            <a:prstDash val="solid"/>
          </a:ln>
        </p:spPr>
        <p:txBody>
          <a:bodyPr lIns="0" tIns="0" rIns="0" bIns="0"/>
          <a:lstStyle/>
          <a:p>
            <a:endParaRPr lang="en-GB"/>
          </a:p>
        </p:txBody>
      </p:sp>
      <p:sp>
        <p:nvSpPr>
          <p:cNvPr id="4" name="Title 1">
            <a:extLst>
              <a:ext uri="{FF2B5EF4-FFF2-40B4-BE49-F238E27FC236}">
                <a16:creationId xmlns="" xmlns:a16="http://schemas.microsoft.com/office/drawing/2014/main" id="{78483B81-37DC-8F5C-EF8E-8C7437C33D4D}"/>
              </a:ext>
            </a:extLst>
          </p:cNvPr>
          <p:cNvSpPr txBox="1">
            <a:spLocks noGrp="1"/>
          </p:cNvSpPr>
          <p:nvPr>
            <p:ph type="ctrTitle"/>
          </p:nvPr>
        </p:nvSpPr>
        <p:spPr>
          <a:xfrm>
            <a:off x="457200" y="4960135"/>
            <a:ext cx="7772400" cy="1463040"/>
          </a:xfrm>
        </p:spPr>
        <p:txBody>
          <a:bodyPr/>
          <a:lstStyle>
            <a:lvl1pPr algn="r">
              <a:defRPr spc="200"/>
            </a:lvl1pPr>
          </a:lstStyle>
          <a:p>
            <a:pPr lvl="0"/>
            <a:r>
              <a:rPr lang="en-US"/>
              <a:t>Click to edit Master title style</a:t>
            </a:r>
          </a:p>
        </p:txBody>
      </p:sp>
      <p:sp>
        <p:nvSpPr>
          <p:cNvPr id="5" name="Subtitle 2">
            <a:extLst>
              <a:ext uri="{FF2B5EF4-FFF2-40B4-BE49-F238E27FC236}">
                <a16:creationId xmlns="" xmlns:a16="http://schemas.microsoft.com/office/drawing/2014/main" id="{DE397951-B315-FD5B-BE9A-DE96AE3250B2}"/>
              </a:ext>
            </a:extLst>
          </p:cNvPr>
          <p:cNvSpPr txBox="1">
            <a:spLocks noGrp="1"/>
          </p:cNvSpPr>
          <p:nvPr>
            <p:ph type="subTitle" idx="1"/>
          </p:nvPr>
        </p:nvSpPr>
        <p:spPr>
          <a:xfrm>
            <a:off x="8610603" y="4960135"/>
            <a:ext cx="3200400" cy="1463040"/>
          </a:xfrm>
        </p:spPr>
        <p:txBody>
          <a:bodyPr lIns="91440" rIns="91440" anchor="ctr"/>
          <a:lstStyle>
            <a:lvl1pPr marL="0" indent="0">
              <a:lnSpc>
                <a:spcPct val="100000"/>
              </a:lnSpc>
              <a:spcBef>
                <a:spcPts val="0"/>
              </a:spcBef>
              <a:buNone/>
              <a:defRPr sz="1800">
                <a:solidFill>
                  <a:srgbClr val="0D0D0D"/>
                </a:solidFill>
              </a:defRPr>
            </a:lvl1pPr>
          </a:lstStyle>
          <a:p>
            <a:pPr lvl="0"/>
            <a:r>
              <a:rPr lang="en-US"/>
              <a:t>Click to edit Master subtitle style</a:t>
            </a:r>
          </a:p>
        </p:txBody>
      </p:sp>
      <p:sp>
        <p:nvSpPr>
          <p:cNvPr id="6" name="Date Placeholder 3">
            <a:extLst>
              <a:ext uri="{FF2B5EF4-FFF2-40B4-BE49-F238E27FC236}">
                <a16:creationId xmlns="" xmlns:a16="http://schemas.microsoft.com/office/drawing/2014/main" id="{116855CE-F64F-8519-66EB-038392DD1428}"/>
              </a:ext>
            </a:extLst>
          </p:cNvPr>
          <p:cNvSpPr txBox="1">
            <a:spLocks noGrp="1"/>
          </p:cNvSpPr>
          <p:nvPr>
            <p:ph type="dt" sz="half" idx="7"/>
          </p:nvPr>
        </p:nvSpPr>
        <p:spPr/>
        <p:txBody>
          <a:bodyPr/>
          <a:lstStyle>
            <a:lvl1pPr>
              <a:defRPr/>
            </a:lvl1pPr>
          </a:lstStyle>
          <a:p>
            <a:pPr lvl="0"/>
            <a:r>
              <a:rPr lang="en-US"/>
              <a:t>10/16/2019</a:t>
            </a:r>
          </a:p>
        </p:txBody>
      </p:sp>
      <p:sp>
        <p:nvSpPr>
          <p:cNvPr id="7" name="Footer Placeholder 4">
            <a:extLst>
              <a:ext uri="{FF2B5EF4-FFF2-40B4-BE49-F238E27FC236}">
                <a16:creationId xmlns="" xmlns:a16="http://schemas.microsoft.com/office/drawing/2014/main" id="{119D9F9F-F35D-CC75-B65B-7AC22A99531D}"/>
              </a:ext>
            </a:extLst>
          </p:cNvPr>
          <p:cNvSpPr txBox="1">
            <a:spLocks noGrp="1"/>
          </p:cNvSpPr>
          <p:nvPr>
            <p:ph type="ftr" sz="quarter" idx="9"/>
          </p:nvPr>
        </p:nvSpPr>
        <p:spPr/>
        <p:txBody>
          <a:bodyPr/>
          <a:lstStyle>
            <a:lvl1pPr>
              <a:defRPr/>
            </a:lvl1pPr>
          </a:lstStyle>
          <a:p>
            <a:pPr lvl="0"/>
            <a:r>
              <a:rPr lang="en-GB"/>
              <a:t>Your Logo Here</a:t>
            </a:r>
          </a:p>
        </p:txBody>
      </p:sp>
      <p:sp>
        <p:nvSpPr>
          <p:cNvPr id="8" name="Slide Number Placeholder 5">
            <a:extLst>
              <a:ext uri="{FF2B5EF4-FFF2-40B4-BE49-F238E27FC236}">
                <a16:creationId xmlns="" xmlns:a16="http://schemas.microsoft.com/office/drawing/2014/main" id="{22283A9B-AE8E-08B1-D5B7-B5779FE11203}"/>
              </a:ext>
            </a:extLst>
          </p:cNvPr>
          <p:cNvSpPr txBox="1">
            <a:spLocks noGrp="1"/>
          </p:cNvSpPr>
          <p:nvPr>
            <p:ph type="sldNum" sz="quarter" idx="8"/>
          </p:nvPr>
        </p:nvSpPr>
        <p:spPr/>
        <p:txBody>
          <a:bodyPr/>
          <a:lstStyle>
            <a:lvl1pPr>
              <a:defRPr/>
            </a:lvl1pPr>
          </a:lstStyle>
          <a:p>
            <a:pPr lvl="0"/>
            <a:fld id="{A9AFC74D-620D-4EAE-9739-9C43D79CE9BF}" type="slidenum">
              <a:t>‹#›</a:t>
            </a:fld>
            <a:endParaRPr lang="en-US"/>
          </a:p>
        </p:txBody>
      </p:sp>
      <p:cxnSp>
        <p:nvCxnSpPr>
          <p:cNvPr id="9" name="Straight Connector 7">
            <a:extLst>
              <a:ext uri="{FF2B5EF4-FFF2-40B4-BE49-F238E27FC236}">
                <a16:creationId xmlns="" xmlns:a16="http://schemas.microsoft.com/office/drawing/2014/main" id="{6D83D455-A8E3-32F6-4B4D-A106CCEDF979}"/>
              </a:ext>
            </a:extLst>
          </p:cNvPr>
          <p:cNvCxnSpPr/>
          <p:nvPr/>
        </p:nvCxnSpPr>
        <p:spPr>
          <a:xfrm flipV="1">
            <a:off x="8386840" y="5264109"/>
            <a:ext cx="0" cy="914400"/>
          </a:xfrm>
          <a:prstGeom prst="straightConnector1">
            <a:avLst/>
          </a:prstGeom>
          <a:noFill/>
          <a:ln w="19046" cap="flat">
            <a:solidFill>
              <a:srgbClr val="1482AC"/>
            </a:solidFill>
            <a:prstDash val="solid"/>
            <a:miter/>
          </a:ln>
        </p:spPr>
      </p:cxnSp>
    </p:spTree>
    <p:extLst>
      <p:ext uri="{BB962C8B-B14F-4D97-AF65-F5344CB8AC3E}">
        <p14:creationId xmlns:p14="http://schemas.microsoft.com/office/powerpoint/2010/main" val="4077949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B25658-DD79-63FF-D7F6-0416AABEB6E4}"/>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 xmlns:a16="http://schemas.microsoft.com/office/drawing/2014/main" id="{D19E93EE-EF54-8E21-0C41-E1CD6B33D22B}"/>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5CAA47EB-40F0-E276-385F-CA2F891AF94B}"/>
              </a:ext>
            </a:extLst>
          </p:cNvPr>
          <p:cNvSpPr txBox="1">
            <a:spLocks noGrp="1"/>
          </p:cNvSpPr>
          <p:nvPr>
            <p:ph type="dt" sz="half" idx="7"/>
          </p:nvPr>
        </p:nvSpPr>
        <p:spPr/>
        <p:txBody>
          <a:bodyPr/>
          <a:lstStyle>
            <a:lvl1pPr>
              <a:defRPr/>
            </a:lvl1pPr>
          </a:lstStyle>
          <a:p>
            <a:pPr lvl="0"/>
            <a:r>
              <a:rPr lang="en-US"/>
              <a:t>10/16/2019</a:t>
            </a:r>
          </a:p>
        </p:txBody>
      </p:sp>
      <p:sp>
        <p:nvSpPr>
          <p:cNvPr id="5" name="Footer Placeholder 4">
            <a:extLst>
              <a:ext uri="{FF2B5EF4-FFF2-40B4-BE49-F238E27FC236}">
                <a16:creationId xmlns="" xmlns:a16="http://schemas.microsoft.com/office/drawing/2014/main" id="{E822625E-73B9-A1BE-4C10-33CDE031D1EF}"/>
              </a:ext>
            </a:extLst>
          </p:cNvPr>
          <p:cNvSpPr txBox="1">
            <a:spLocks noGrp="1"/>
          </p:cNvSpPr>
          <p:nvPr>
            <p:ph type="ftr" sz="quarter" idx="9"/>
          </p:nvPr>
        </p:nvSpPr>
        <p:spPr/>
        <p:txBody>
          <a:bodyPr/>
          <a:lstStyle>
            <a:lvl1pPr>
              <a:defRPr/>
            </a:lvl1pPr>
          </a:lstStyle>
          <a:p>
            <a:pPr lvl="0"/>
            <a:r>
              <a:rPr lang="en-GB"/>
              <a:t>Your Logo Here</a:t>
            </a:r>
          </a:p>
        </p:txBody>
      </p:sp>
      <p:sp>
        <p:nvSpPr>
          <p:cNvPr id="6" name="Slide Number Placeholder 5">
            <a:extLst>
              <a:ext uri="{FF2B5EF4-FFF2-40B4-BE49-F238E27FC236}">
                <a16:creationId xmlns="" xmlns:a16="http://schemas.microsoft.com/office/drawing/2014/main" id="{B7284414-C674-E2DF-7781-6C38ACCDD291}"/>
              </a:ext>
            </a:extLst>
          </p:cNvPr>
          <p:cNvSpPr txBox="1">
            <a:spLocks noGrp="1"/>
          </p:cNvSpPr>
          <p:nvPr>
            <p:ph type="sldNum" sz="quarter" idx="8"/>
          </p:nvPr>
        </p:nvSpPr>
        <p:spPr/>
        <p:txBody>
          <a:bodyPr/>
          <a:lstStyle>
            <a:lvl1pPr>
              <a:defRPr/>
            </a:lvl1pPr>
          </a:lstStyle>
          <a:p>
            <a:pPr lvl="0"/>
            <a:fld id="{D0513710-9269-477A-BD7E-906FD3502704}" type="slidenum">
              <a:t>‹#›</a:t>
            </a:fld>
            <a:endParaRPr lang="en-US"/>
          </a:p>
        </p:txBody>
      </p:sp>
    </p:spTree>
    <p:extLst>
      <p:ext uri="{BB962C8B-B14F-4D97-AF65-F5344CB8AC3E}">
        <p14:creationId xmlns:p14="http://schemas.microsoft.com/office/powerpoint/2010/main" val="66207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Rectangle 8">
            <a:extLst>
              <a:ext uri="{FF2B5EF4-FFF2-40B4-BE49-F238E27FC236}">
                <a16:creationId xmlns="" xmlns:a16="http://schemas.microsoft.com/office/drawing/2014/main" id="{664C2EA9-B0DA-0067-E379-E5636F28EFCE}"/>
              </a:ext>
            </a:extLst>
          </p:cNvPr>
          <p:cNvSpPr/>
          <p:nvPr/>
        </p:nvSpPr>
        <p:spPr>
          <a:xfrm>
            <a:off x="0" y="0"/>
            <a:ext cx="12191996" cy="4572000"/>
          </a:xfrm>
          <a:prstGeom prst="rect">
            <a:avLst/>
          </a:prstGeom>
          <a:solidFill>
            <a:srgbClr val="1D9BA1"/>
          </a:solidFill>
          <a:ln cap="flat">
            <a:noFill/>
            <a:prstDash val="solid"/>
          </a:ln>
        </p:spPr>
        <p:txBody>
          <a:bodyPr lIns="0" tIns="0" rIns="0" bIns="0"/>
          <a:lstStyle/>
          <a:p>
            <a:endParaRPr lang="en-GB"/>
          </a:p>
        </p:txBody>
      </p:sp>
      <p:sp>
        <p:nvSpPr>
          <p:cNvPr id="3" name="Oval 5">
            <a:extLst>
              <a:ext uri="{FF2B5EF4-FFF2-40B4-BE49-F238E27FC236}">
                <a16:creationId xmlns="" xmlns:a16="http://schemas.microsoft.com/office/drawing/2014/main" id="{C970B528-2ECE-7DF5-EFC4-71158617F3E1}"/>
              </a:ext>
            </a:extLst>
          </p:cNvPr>
          <p:cNvSpPr/>
          <p:nvPr/>
        </p:nvSpPr>
        <p:spPr>
          <a:xfrm>
            <a:off x="0" y="0"/>
            <a:ext cx="12191996" cy="4572000"/>
          </a:xfrm>
          <a:custGeom>
            <a:avLst/>
            <a:gdLst>
              <a:gd name="f0" fmla="val w"/>
              <a:gd name="f1" fmla="val h"/>
              <a:gd name="f2" fmla="val 0"/>
              <a:gd name="f3" fmla="val 12192000"/>
              <a:gd name="f4" fmla="val 4572001"/>
              <a:gd name="f5" fmla="val 4387986"/>
              <a:gd name="f6" fmla="val 12013927"/>
              <a:gd name="f7" fmla="val 12084901"/>
              <a:gd name="f8" fmla="val 4522707"/>
              <a:gd name="f9" fmla="val 12145198"/>
              <a:gd name="f10" fmla="val 4460004"/>
              <a:gd name="f11" fmla="val 4041440"/>
              <a:gd name="f12" fmla="val 4174488"/>
              <a:gd name="f13" fmla="val 12005469"/>
              <a:gd name="f14" fmla="val 4244657"/>
              <a:gd name="f15" fmla="val 11857227"/>
              <a:gd name="f16" fmla="val 4389538"/>
              <a:gd name="f17" fmla="val 11786673"/>
              <a:gd name="f18" fmla="val 11649784"/>
              <a:gd name="f19" fmla="val 11730542"/>
              <a:gd name="f20" fmla="val 4320085"/>
              <a:gd name="f21" fmla="val 11933879"/>
              <a:gd name="f22" fmla="val 4121396"/>
              <a:gd name="f23" fmla="val 10767111"/>
              <a:gd name="f24" fmla="val 3999419"/>
              <a:gd name="f25" fmla="val 10784198"/>
              <a:gd name="f26" fmla="val 4001042"/>
              <a:gd name="f27" fmla="val 10816584"/>
              <a:gd name="f28" fmla="val 4001569"/>
              <a:gd name="f29" fmla="val 10848477"/>
              <a:gd name="f30" fmla="val 4004550"/>
              <a:gd name="f31" fmla="val 10879660"/>
              <a:gd name="f32" fmla="val 4010107"/>
              <a:gd name="f33" fmla="val 10885236"/>
              <a:gd name="f34" fmla="val 4009688"/>
              <a:gd name="f35" fmla="val 10890564"/>
              <a:gd name="f36" fmla="val 4010636"/>
              <a:gd name="f37" fmla="val 10895873"/>
              <a:gd name="f38" fmla="val 4011646"/>
              <a:gd name="f39" fmla="val 10895990"/>
              <a:gd name="f40" fmla="val 4012794"/>
              <a:gd name="f41" fmla="val 11208069"/>
              <a:gd name="f42" fmla="val 4064450"/>
              <a:gd name="f43" fmla="val 11461298"/>
              <a:gd name="f44" fmla="val 4283539"/>
              <a:gd name="f45" fmla="val 11554662"/>
              <a:gd name="f46" fmla="val 11417114"/>
              <a:gd name="f47" fmla="val 11333731"/>
              <a:gd name="f48" fmla="val 4357380"/>
              <a:gd name="f49" fmla="val 11143362"/>
              <a:gd name="f50" fmla="val 4194541"/>
              <a:gd name="f51" fmla="val 10909360"/>
              <a:gd name="f52" fmla="val 4144250"/>
              <a:gd name="f53" fmla="val 10943854"/>
              <a:gd name="f54" fmla="val 4319651"/>
              <a:gd name="f55" fmla="val 11046077"/>
              <a:gd name="f56" fmla="val 4471530"/>
              <a:gd name="f57" fmla="val 11189175"/>
              <a:gd name="f58" fmla="val 10994934"/>
              <a:gd name="f59" fmla="val 10878802"/>
              <a:gd name="f60" fmla="val 4452596"/>
              <a:gd name="f61" fmla="val 10800240"/>
              <a:gd name="f62" fmla="val 4298519"/>
              <a:gd name="f63" fmla="val 10775875"/>
              <a:gd name="f64" fmla="val 4127511"/>
              <a:gd name="f65" fmla="val 10775707"/>
              <a:gd name="f66" fmla="val 4127458"/>
              <a:gd name="f67" fmla="val 10775539"/>
              <a:gd name="f68" fmla="val 4127453"/>
              <a:gd name="f69" fmla="val 10775369"/>
              <a:gd name="f70" fmla="val 4127448"/>
              <a:gd name="f71" fmla="val 10774831"/>
              <a:gd name="f72" fmla="val 4120772"/>
              <a:gd name="f73" fmla="val 10769772"/>
              <a:gd name="f74" fmla="val 4090522"/>
              <a:gd name="f75" fmla="val 10767321"/>
              <a:gd name="f76" fmla="val 4059631"/>
              <a:gd name="f77" fmla="val 10767364"/>
              <a:gd name="f78" fmla="val 4028296"/>
              <a:gd name="f79" fmla="val 10766052"/>
              <a:gd name="f80" fmla="val 4022668"/>
              <a:gd name="f81" fmla="val 10765993"/>
              <a:gd name="f82" fmla="val 4017001"/>
              <a:gd name="f83" fmla="val 4011320"/>
              <a:gd name="f84" fmla="val 10766587"/>
              <a:gd name="f85" fmla="val 3999880"/>
              <a:gd name="f86" fmla="val 10767085"/>
              <a:gd name="f87" fmla="val 3999913"/>
              <a:gd name="f88" fmla="val 10744358"/>
              <a:gd name="f89" fmla="val 10744384"/>
              <a:gd name="f90" fmla="val 10744882"/>
              <a:gd name="f91" fmla="val 10745476"/>
              <a:gd name="f92" fmla="val 10745417"/>
              <a:gd name="f93" fmla="val 10744105"/>
              <a:gd name="f94" fmla="val 10744148"/>
              <a:gd name="f95" fmla="val 10741697"/>
              <a:gd name="f96" fmla="val 10736638"/>
              <a:gd name="f97" fmla="val 10736100"/>
              <a:gd name="f98" fmla="val 10735930"/>
              <a:gd name="f99" fmla="val 10735762"/>
              <a:gd name="f100" fmla="val 10735594"/>
              <a:gd name="f101" fmla="val 10711229"/>
              <a:gd name="f102" fmla="val 10632667"/>
              <a:gd name="f103" fmla="val 10516535"/>
              <a:gd name="f104" fmla="val 10322294"/>
              <a:gd name="f105" fmla="val 10465392"/>
              <a:gd name="f106" fmla="val 10567615"/>
              <a:gd name="f107" fmla="val 4319650"/>
              <a:gd name="f108" fmla="val 10602109"/>
              <a:gd name="f109" fmla="val 10368107"/>
              <a:gd name="f110" fmla="val 10177738"/>
              <a:gd name="f111" fmla="val 10094355"/>
              <a:gd name="f112" fmla="val 9956808"/>
              <a:gd name="f113" fmla="val 10050171"/>
              <a:gd name="f114" fmla="val 10303400"/>
              <a:gd name="f115" fmla="val 10615479"/>
              <a:gd name="f116" fmla="val 10615596"/>
              <a:gd name="f117" fmla="val 10620905"/>
              <a:gd name="f118" fmla="val 10626233"/>
              <a:gd name="f119" fmla="val 10631809"/>
              <a:gd name="f120" fmla="val 10662992"/>
              <a:gd name="f121" fmla="val 10694885"/>
              <a:gd name="f122" fmla="val 10727271"/>
              <a:gd name="f123" fmla="val 9074958"/>
              <a:gd name="f124" fmla="val 9092045"/>
              <a:gd name="f125" fmla="val 9124431"/>
              <a:gd name="f126" fmla="val 9156324"/>
              <a:gd name="f127" fmla="val 9187507"/>
              <a:gd name="f128" fmla="val 9193083"/>
              <a:gd name="f129" fmla="val 9198411"/>
              <a:gd name="f130" fmla="val 9203720"/>
              <a:gd name="f131" fmla="val 9203837"/>
              <a:gd name="f132" fmla="val 9515916"/>
              <a:gd name="f133" fmla="val 9769145"/>
              <a:gd name="f134" fmla="val 9862508"/>
              <a:gd name="f135" fmla="val 9724961"/>
              <a:gd name="f136" fmla="val 9641578"/>
              <a:gd name="f137" fmla="val 9451209"/>
              <a:gd name="f138" fmla="val 9217207"/>
              <a:gd name="f139" fmla="val 9251701"/>
              <a:gd name="f140" fmla="val 9353924"/>
              <a:gd name="f141" fmla="val 9497022"/>
              <a:gd name="f142" fmla="val 9302781"/>
              <a:gd name="f143" fmla="val 9186649"/>
              <a:gd name="f144" fmla="val 9108087"/>
              <a:gd name="f145" fmla="val 9083722"/>
              <a:gd name="f146" fmla="val 9083554"/>
              <a:gd name="f147" fmla="val 9083386"/>
              <a:gd name="f148" fmla="val 9083216"/>
              <a:gd name="f149" fmla="val 9082678"/>
              <a:gd name="f150" fmla="val 9077619"/>
              <a:gd name="f151" fmla="val 9075168"/>
              <a:gd name="f152" fmla="val 9075211"/>
              <a:gd name="f153" fmla="val 9073899"/>
              <a:gd name="f154" fmla="val 9073840"/>
              <a:gd name="f155" fmla="val 9074434"/>
              <a:gd name="f156" fmla="val 9074932"/>
              <a:gd name="f157" fmla="val 9052207"/>
              <a:gd name="f158" fmla="val 9052233"/>
              <a:gd name="f159" fmla="val 9052731"/>
              <a:gd name="f160" fmla="val 9053325"/>
              <a:gd name="f161" fmla="val 9053266"/>
              <a:gd name="f162" fmla="val 9051954"/>
              <a:gd name="f163" fmla="val 9051997"/>
              <a:gd name="f164" fmla="val 9049546"/>
              <a:gd name="f165" fmla="val 9044487"/>
              <a:gd name="f166" fmla="val 9043949"/>
              <a:gd name="f167" fmla="val 9043779"/>
              <a:gd name="f168" fmla="val 9043611"/>
              <a:gd name="f169" fmla="val 9043443"/>
              <a:gd name="f170" fmla="val 9019078"/>
              <a:gd name="f171" fmla="val 8940516"/>
              <a:gd name="f172" fmla="val 8824384"/>
              <a:gd name="f173" fmla="val 8630143"/>
              <a:gd name="f174" fmla="val 8773241"/>
              <a:gd name="f175" fmla="val 8875464"/>
              <a:gd name="f176" fmla="val 8909958"/>
              <a:gd name="f177" fmla="val 8675956"/>
              <a:gd name="f178" fmla="val 8485587"/>
              <a:gd name="f179" fmla="val 8402204"/>
              <a:gd name="f180" fmla="val 8264656"/>
              <a:gd name="f181" fmla="val 8358019"/>
              <a:gd name="f182" fmla="val 8611249"/>
              <a:gd name="f183" fmla="val 8923328"/>
              <a:gd name="f184" fmla="val 8923445"/>
              <a:gd name="f185" fmla="val 8928754"/>
              <a:gd name="f186" fmla="val 8934082"/>
              <a:gd name="f187" fmla="val 8939658"/>
              <a:gd name="f188" fmla="val 8970841"/>
              <a:gd name="f189" fmla="val 9002734"/>
              <a:gd name="f190" fmla="val 9035120"/>
              <a:gd name="f191" fmla="val 7382807"/>
              <a:gd name="f192" fmla="val 7399895"/>
              <a:gd name="f193" fmla="val 7432280"/>
              <a:gd name="f194" fmla="val 7464173"/>
              <a:gd name="f195" fmla="val 7495356"/>
              <a:gd name="f196" fmla="val 7500932"/>
              <a:gd name="f197" fmla="val 7506260"/>
              <a:gd name="f198" fmla="val 7511569"/>
              <a:gd name="f199" fmla="val 7511686"/>
              <a:gd name="f200" fmla="val 7823765"/>
              <a:gd name="f201" fmla="val 8076994"/>
              <a:gd name="f202" fmla="val 8170358"/>
              <a:gd name="f203" fmla="val 8032809"/>
              <a:gd name="f204" fmla="val 7949426"/>
              <a:gd name="f205" fmla="val 7759058"/>
              <a:gd name="f206" fmla="val 7525056"/>
              <a:gd name="f207" fmla="val 7559550"/>
              <a:gd name="f208" fmla="val 7661773"/>
              <a:gd name="f209" fmla="val 7804870"/>
              <a:gd name="f210" fmla="val 7610630"/>
              <a:gd name="f211" fmla="val 7494498"/>
              <a:gd name="f212" fmla="val 7415935"/>
              <a:gd name="f213" fmla="val 7391571"/>
              <a:gd name="f214" fmla="val 7391403"/>
              <a:gd name="f215" fmla="val 7391235"/>
              <a:gd name="f216" fmla="val 7391065"/>
              <a:gd name="f217" fmla="val 7390527"/>
              <a:gd name="f218" fmla="val 7385468"/>
              <a:gd name="f219" fmla="val 7383018"/>
              <a:gd name="f220" fmla="val 7383060"/>
              <a:gd name="f221" fmla="val 7381748"/>
              <a:gd name="f222" fmla="val 7381689"/>
              <a:gd name="f223" fmla="val 7382283"/>
              <a:gd name="f224" fmla="val 7382781"/>
              <a:gd name="f225" fmla="val 7360056"/>
              <a:gd name="f226" fmla="val 7360082"/>
              <a:gd name="f227" fmla="val 7360580"/>
              <a:gd name="f228" fmla="val 7361174"/>
              <a:gd name="f229" fmla="val 7361115"/>
              <a:gd name="f230" fmla="val 7359803"/>
              <a:gd name="f231" fmla="val 7359845"/>
              <a:gd name="f232" fmla="val 7357395"/>
              <a:gd name="f233" fmla="val 7352336"/>
              <a:gd name="f234" fmla="val 7351798"/>
              <a:gd name="f235" fmla="val 7351628"/>
              <a:gd name="f236" fmla="val 7351460"/>
              <a:gd name="f237" fmla="val 7351292"/>
              <a:gd name="f238" fmla="val 7326927"/>
              <a:gd name="f239" fmla="val 7248364"/>
              <a:gd name="f240" fmla="val 7132233"/>
              <a:gd name="f241" fmla="val 6937992"/>
              <a:gd name="f242" fmla="val 7081090"/>
              <a:gd name="f243" fmla="val 7183313"/>
              <a:gd name="f244" fmla="val 7217807"/>
              <a:gd name="f245" fmla="val 6983804"/>
              <a:gd name="f246" fmla="val 6793436"/>
              <a:gd name="f247" fmla="val 6710053"/>
              <a:gd name="f248" fmla="val 6572505"/>
              <a:gd name="f249" fmla="val 6665868"/>
              <a:gd name="f250" fmla="val 6919098"/>
              <a:gd name="f251" fmla="val 7231177"/>
              <a:gd name="f252" fmla="val 7231294"/>
              <a:gd name="f253" fmla="val 7236603"/>
              <a:gd name="f254" fmla="val 7241931"/>
              <a:gd name="f255" fmla="val 7247507"/>
              <a:gd name="f256" fmla="val 7278690"/>
              <a:gd name="f257" fmla="val 7310583"/>
              <a:gd name="f258" fmla="val 7342968"/>
              <a:gd name="f259" fmla="val 5690656"/>
              <a:gd name="f260" fmla="val 5707743"/>
              <a:gd name="f261" fmla="val 5740129"/>
              <a:gd name="f262" fmla="val 5772021"/>
              <a:gd name="f263" fmla="val 5803205"/>
              <a:gd name="f264" fmla="val 5808781"/>
              <a:gd name="f265" fmla="val 5814109"/>
              <a:gd name="f266" fmla="val 5819417"/>
              <a:gd name="f267" fmla="val 5819534"/>
              <a:gd name="f268" fmla="val 6131614"/>
              <a:gd name="f269" fmla="val 6384843"/>
              <a:gd name="f270" fmla="val 6478206"/>
              <a:gd name="f271" fmla="val 6340658"/>
              <a:gd name="f272" fmla="val 6257275"/>
              <a:gd name="f273" fmla="val 6066907"/>
              <a:gd name="f274" fmla="val 5832905"/>
              <a:gd name="f275" fmla="val 5867399"/>
              <a:gd name="f276" fmla="val 5969622"/>
              <a:gd name="f277" fmla="val 6112719"/>
              <a:gd name="f278" fmla="val 5918478"/>
              <a:gd name="f279" fmla="val 5802347"/>
              <a:gd name="f280" fmla="val 5723784"/>
              <a:gd name="f281" fmla="val 5699419"/>
              <a:gd name="f282" fmla="val 5699252"/>
              <a:gd name="f283" fmla="val 5699083"/>
              <a:gd name="f284" fmla="val 5698914"/>
              <a:gd name="f285" fmla="val 5698375"/>
              <a:gd name="f286" fmla="val 5693317"/>
              <a:gd name="f287" fmla="val 5690866"/>
              <a:gd name="f288" fmla="val 5690908"/>
              <a:gd name="f289" fmla="val 5689596"/>
              <a:gd name="f290" fmla="val 5689538"/>
              <a:gd name="f291" fmla="val 5690132"/>
              <a:gd name="f292" fmla="val 5690630"/>
              <a:gd name="f293" fmla="val 5667905"/>
              <a:gd name="f294" fmla="val 5667931"/>
              <a:gd name="f295" fmla="val 5668429"/>
              <a:gd name="f296" fmla="val 5669023"/>
              <a:gd name="f297" fmla="val 5668964"/>
              <a:gd name="f298" fmla="val 5667652"/>
              <a:gd name="f299" fmla="val 5667694"/>
              <a:gd name="f300" fmla="val 5665244"/>
              <a:gd name="f301" fmla="val 5660185"/>
              <a:gd name="f302" fmla="val 5659647"/>
              <a:gd name="f303" fmla="val 5659477"/>
              <a:gd name="f304" fmla="val 5659309"/>
              <a:gd name="f305" fmla="val 5659141"/>
              <a:gd name="f306" fmla="val 5634776"/>
              <a:gd name="f307" fmla="val 5556213"/>
              <a:gd name="f308" fmla="val 5440082"/>
              <a:gd name="f309" fmla="val 5245841"/>
              <a:gd name="f310" fmla="val 5388939"/>
              <a:gd name="f311" fmla="val 5491162"/>
              <a:gd name="f312" fmla="val 5525656"/>
              <a:gd name="f313" fmla="val 5291653"/>
              <a:gd name="f314" fmla="val 5101285"/>
              <a:gd name="f315" fmla="val 5017902"/>
              <a:gd name="f316" fmla="val 4880354"/>
              <a:gd name="f317" fmla="val 4973717"/>
              <a:gd name="f318" fmla="val 5226947"/>
              <a:gd name="f319" fmla="val 5539026"/>
              <a:gd name="f320" fmla="val 5539143"/>
              <a:gd name="f321" fmla="val 5544452"/>
              <a:gd name="f322" fmla="val 5549780"/>
              <a:gd name="f323" fmla="val 5555356"/>
              <a:gd name="f324" fmla="val 5586539"/>
              <a:gd name="f325" fmla="val 5618432"/>
              <a:gd name="f326" fmla="val 5650817"/>
              <a:gd name="f327" fmla="val 3998505"/>
              <a:gd name="f328" fmla="val 4015592"/>
              <a:gd name="f329" fmla="val 4047978"/>
              <a:gd name="f330" fmla="val 4079870"/>
              <a:gd name="f331" fmla="val 4111054"/>
              <a:gd name="f332" fmla="val 4116630"/>
              <a:gd name="f333" fmla="val 4121958"/>
              <a:gd name="f334" fmla="val 4127266"/>
              <a:gd name="f335" fmla="val 4127384"/>
              <a:gd name="f336" fmla="val 4439463"/>
              <a:gd name="f337" fmla="val 4692692"/>
              <a:gd name="f338" fmla="val 4786055"/>
              <a:gd name="f339" fmla="val 4648508"/>
              <a:gd name="f340" fmla="val 4565124"/>
              <a:gd name="f341" fmla="val 4374756"/>
              <a:gd name="f342" fmla="val 4140754"/>
              <a:gd name="f343" fmla="val 4175248"/>
              <a:gd name="f344" fmla="val 4277471"/>
              <a:gd name="f345" fmla="val 4420568"/>
              <a:gd name="f346" fmla="val 4226327"/>
              <a:gd name="f347" fmla="val 4110196"/>
              <a:gd name="f348" fmla="val 4031633"/>
              <a:gd name="f349" fmla="val 4007268"/>
              <a:gd name="f350" fmla="val 4007101"/>
              <a:gd name="f351" fmla="val 4006932"/>
              <a:gd name="f352" fmla="val 4006763"/>
              <a:gd name="f353" fmla="val 4006225"/>
              <a:gd name="f354" fmla="val 4001166"/>
              <a:gd name="f355" fmla="val 3998715"/>
              <a:gd name="f356" fmla="val 3998757"/>
              <a:gd name="f357" fmla="val 3997445"/>
              <a:gd name="f358" fmla="val 3997387"/>
              <a:gd name="f359" fmla="val 3997981"/>
              <a:gd name="f360" fmla="val 3998479"/>
              <a:gd name="f361" fmla="val 3975754"/>
              <a:gd name="f362" fmla="val 3975780"/>
              <a:gd name="f363" fmla="val 3976278"/>
              <a:gd name="f364" fmla="val 3976872"/>
              <a:gd name="f365" fmla="val 3976813"/>
              <a:gd name="f366" fmla="val 3975501"/>
              <a:gd name="f367" fmla="val 3975543"/>
              <a:gd name="f368" fmla="val 3973093"/>
              <a:gd name="f369" fmla="val 3968034"/>
              <a:gd name="f370" fmla="val 3967496"/>
              <a:gd name="f371" fmla="val 3967326"/>
              <a:gd name="f372" fmla="val 3967158"/>
              <a:gd name="f373" fmla="val 3966990"/>
              <a:gd name="f374" fmla="val 3942625"/>
              <a:gd name="f375" fmla="val 3864063"/>
              <a:gd name="f376" fmla="val 3747931"/>
              <a:gd name="f377" fmla="val 3553690"/>
              <a:gd name="f378" fmla="val 3696788"/>
              <a:gd name="f379" fmla="val 3799011"/>
              <a:gd name="f380" fmla="val 3833505"/>
              <a:gd name="f381" fmla="val 3599503"/>
              <a:gd name="f382" fmla="val 3409134"/>
              <a:gd name="f383" fmla="val 3325751"/>
              <a:gd name="f384" fmla="val 3188203"/>
              <a:gd name="f385" fmla="val 3281566"/>
              <a:gd name="f386" fmla="val 3534796"/>
              <a:gd name="f387" fmla="val 3846875"/>
              <a:gd name="f388" fmla="val 3846992"/>
              <a:gd name="f389" fmla="val 3852301"/>
              <a:gd name="f390" fmla="val 3857629"/>
              <a:gd name="f391" fmla="val 3863205"/>
              <a:gd name="f392" fmla="val 3894388"/>
              <a:gd name="f393" fmla="val 3926281"/>
              <a:gd name="f394" fmla="val 3958666"/>
              <a:gd name="f395" fmla="val 2306354"/>
              <a:gd name="f396" fmla="val 2323441"/>
              <a:gd name="f397" fmla="val 2355827"/>
              <a:gd name="f398" fmla="val 2387719"/>
              <a:gd name="f399" fmla="val 2418903"/>
              <a:gd name="f400" fmla="val 2424479"/>
              <a:gd name="f401" fmla="val 2429807"/>
              <a:gd name="f402" fmla="val 2435115"/>
              <a:gd name="f403" fmla="val 2435233"/>
              <a:gd name="f404" fmla="val 2747312"/>
              <a:gd name="f405" fmla="val 3000542"/>
              <a:gd name="f406" fmla="val 3093904"/>
              <a:gd name="f407" fmla="val 2956357"/>
              <a:gd name="f408" fmla="val 2872974"/>
              <a:gd name="f409" fmla="val 2682605"/>
              <a:gd name="f410" fmla="val 2448603"/>
              <a:gd name="f411" fmla="val 2483097"/>
              <a:gd name="f412" fmla="val 2585320"/>
              <a:gd name="f413" fmla="val 2728418"/>
              <a:gd name="f414" fmla="val 2534177"/>
              <a:gd name="f415" fmla="val 2418045"/>
              <a:gd name="f416" fmla="val 2339482"/>
              <a:gd name="f417" fmla="val 2315117"/>
              <a:gd name="f418" fmla="val 2314950"/>
              <a:gd name="f419" fmla="val 2314781"/>
              <a:gd name="f420" fmla="val 2314612"/>
              <a:gd name="f421" fmla="val 2314074"/>
              <a:gd name="f422" fmla="val 2309015"/>
              <a:gd name="f423" fmla="val 2306564"/>
              <a:gd name="f424" fmla="val 2306606"/>
              <a:gd name="f425" fmla="val 2305294"/>
              <a:gd name="f426" fmla="val 2305236"/>
              <a:gd name="f427" fmla="val 2305830"/>
              <a:gd name="f428" fmla="val 2306328"/>
              <a:gd name="f429" fmla="val 2283603"/>
              <a:gd name="f430" fmla="val 2283629"/>
              <a:gd name="f431" fmla="val 2284127"/>
              <a:gd name="f432" fmla="val 2284721"/>
              <a:gd name="f433" fmla="val 2284662"/>
              <a:gd name="f434" fmla="val 2283350"/>
              <a:gd name="f435" fmla="val 2283392"/>
              <a:gd name="f436" fmla="val 2280942"/>
              <a:gd name="f437" fmla="val 2275883"/>
              <a:gd name="f438" fmla="val 2275345"/>
              <a:gd name="f439" fmla="val 2275175"/>
              <a:gd name="f440" fmla="val 2275007"/>
              <a:gd name="f441" fmla="val 2274839"/>
              <a:gd name="f442" fmla="val 2250474"/>
              <a:gd name="f443" fmla="val 2171912"/>
              <a:gd name="f444" fmla="val 2055780"/>
              <a:gd name="f445" fmla="val 1861539"/>
              <a:gd name="f446" fmla="val 2004637"/>
              <a:gd name="f447" fmla="val 2106860"/>
              <a:gd name="f448" fmla="val 2141354"/>
              <a:gd name="f449" fmla="val 1907352"/>
              <a:gd name="f450" fmla="val 1716983"/>
              <a:gd name="f451" fmla="val 1633600"/>
              <a:gd name="f452" fmla="val 1496052"/>
              <a:gd name="f453" fmla="val 1589416"/>
              <a:gd name="f454" fmla="val 1842645"/>
              <a:gd name="f455" fmla="val 2154724"/>
              <a:gd name="f456" fmla="val 2154841"/>
              <a:gd name="f457" fmla="val 2160150"/>
              <a:gd name="f458" fmla="val 2165478"/>
              <a:gd name="f459" fmla="val 2171054"/>
              <a:gd name="f460" fmla="val 2202237"/>
              <a:gd name="f461" fmla="val 2234130"/>
              <a:gd name="f462" fmla="val 2266515"/>
              <a:gd name="f463" fmla="val 614203"/>
              <a:gd name="f464" fmla="val 631290"/>
              <a:gd name="f465" fmla="val 663676"/>
              <a:gd name="f466" fmla="val 695568"/>
              <a:gd name="f467" fmla="val 726752"/>
              <a:gd name="f468" fmla="val 732328"/>
              <a:gd name="f469" fmla="val 737656"/>
              <a:gd name="f470" fmla="val 742964"/>
              <a:gd name="f471" fmla="val 743081"/>
              <a:gd name="f472" fmla="val 1055161"/>
              <a:gd name="f473" fmla="val 1308390"/>
              <a:gd name="f474" fmla="val 1401754"/>
              <a:gd name="f475" fmla="val 1264205"/>
              <a:gd name="f476" fmla="val 1180823"/>
              <a:gd name="f477" fmla="val 990454"/>
              <a:gd name="f478" fmla="val 756452"/>
              <a:gd name="f479" fmla="val 790946"/>
              <a:gd name="f480" fmla="val 893169"/>
              <a:gd name="f481" fmla="val 1036266"/>
              <a:gd name="f482" fmla="val 842026"/>
              <a:gd name="f483" fmla="val 725894"/>
              <a:gd name="f484" fmla="val 647331"/>
              <a:gd name="f485" fmla="val 622966"/>
              <a:gd name="f486" fmla="val 622799"/>
              <a:gd name="f487" fmla="val 622630"/>
              <a:gd name="f488" fmla="val 622461"/>
              <a:gd name="f489" fmla="val 621923"/>
              <a:gd name="f490" fmla="val 616864"/>
              <a:gd name="f491" fmla="val 614413"/>
              <a:gd name="f492" fmla="val 614455"/>
              <a:gd name="f493" fmla="val 613143"/>
              <a:gd name="f494" fmla="val 613085"/>
              <a:gd name="f495" fmla="val 613679"/>
              <a:gd name="f496" fmla="val 614177"/>
              <a:gd name="f497" fmla="val 591452"/>
              <a:gd name="f498" fmla="val 591478"/>
              <a:gd name="f499" fmla="val 591976"/>
              <a:gd name="f500" fmla="val 592570"/>
              <a:gd name="f501" fmla="val 592511"/>
              <a:gd name="f502" fmla="val 591199"/>
              <a:gd name="f503" fmla="val 591242"/>
              <a:gd name="f504" fmla="val 588791"/>
              <a:gd name="f505" fmla="val 583732"/>
              <a:gd name="f506" fmla="val 583194"/>
              <a:gd name="f507" fmla="val 583024"/>
              <a:gd name="f508" fmla="val 582856"/>
              <a:gd name="f509" fmla="val 582689"/>
              <a:gd name="f510" fmla="val 558275"/>
              <a:gd name="f511" fmla="val 4298863"/>
              <a:gd name="f512" fmla="val 479445"/>
              <a:gd name="f513" fmla="val 4453216"/>
              <a:gd name="f514" fmla="val 362360"/>
              <a:gd name="f515" fmla="val 169811"/>
              <a:gd name="f516" fmla="val 312603"/>
              <a:gd name="f517" fmla="val 4471357"/>
              <a:gd name="f518" fmla="val 414729"/>
              <a:gd name="f519" fmla="val 4319551"/>
              <a:gd name="f520" fmla="val 449203"/>
              <a:gd name="f521" fmla="val 258971"/>
              <a:gd name="f522" fmla="val 4185134"/>
              <a:gd name="f523" fmla="val 97576"/>
              <a:gd name="f524" fmla="val 4300399"/>
              <a:gd name="f525" fmla="val 4458139"/>
              <a:gd name="f526" fmla="val 4251345"/>
              <a:gd name="f527" fmla="val 121484"/>
              <a:gd name="f528" fmla="val 4128438"/>
              <a:gd name="f529" fmla="val 282199"/>
              <a:gd name="f530" fmla="val 4042650"/>
              <a:gd name="f531" fmla="val 462573"/>
              <a:gd name="f532" fmla="val 462690"/>
              <a:gd name="f533" fmla="val 467999"/>
              <a:gd name="f534" fmla="val 473327"/>
              <a:gd name="f535" fmla="val 478903"/>
              <a:gd name="f536" fmla="val 510086"/>
              <a:gd name="f537" fmla="val 541979"/>
              <a:gd name="f538" fmla="val 574365"/>
              <a:gd name="f539" fmla="val 11452667"/>
              <a:gd name="f540" fmla="val 3304913"/>
              <a:gd name="f541" fmla="val 11177477"/>
              <a:gd name="f542" fmla="val 3363591"/>
              <a:gd name="f543" fmla="val 10962633"/>
              <a:gd name="f544" fmla="val 3576701"/>
              <a:gd name="f545" fmla="val 10909358"/>
              <a:gd name="f546" fmla="val 3845480"/>
              <a:gd name="f547" fmla="val 11184548"/>
              <a:gd name="f548" fmla="val 3786801"/>
              <a:gd name="f549" fmla="val 11399391"/>
              <a:gd name="f550" fmla="val 3573691"/>
              <a:gd name="f551" fmla="val 10058800"/>
              <a:gd name="f552" fmla="val 10112076"/>
              <a:gd name="f553" fmla="val 10326919"/>
              <a:gd name="f554" fmla="val 10548834"/>
              <a:gd name="f555" fmla="val 10333990"/>
              <a:gd name="f556" fmla="val 9760514"/>
              <a:gd name="f557" fmla="val 9485324"/>
              <a:gd name="f558" fmla="val 9270480"/>
              <a:gd name="f559" fmla="val 9217205"/>
              <a:gd name="f560" fmla="val 9492395"/>
              <a:gd name="f561" fmla="val 9707238"/>
              <a:gd name="f562" fmla="val 8366649"/>
              <a:gd name="f563" fmla="val 8419925"/>
              <a:gd name="f564" fmla="val 8634768"/>
              <a:gd name="f565" fmla="val 8856683"/>
              <a:gd name="f566" fmla="val 8641839"/>
              <a:gd name="f567" fmla="val 8068363"/>
              <a:gd name="f568" fmla="val 7793173"/>
              <a:gd name="f569" fmla="val 7578329"/>
              <a:gd name="f570" fmla="val 7525054"/>
              <a:gd name="f571" fmla="val 7800244"/>
              <a:gd name="f572" fmla="val 8015087"/>
              <a:gd name="f573" fmla="val 6674498"/>
              <a:gd name="f574" fmla="val 6727774"/>
              <a:gd name="f575" fmla="val 6942617"/>
              <a:gd name="f576" fmla="val 7164532"/>
              <a:gd name="f577" fmla="val 6949688"/>
              <a:gd name="f578" fmla="val 6376212"/>
              <a:gd name="f579" fmla="val 6101022"/>
              <a:gd name="f580" fmla="val 5886178"/>
              <a:gd name="f581" fmla="val 5832903"/>
              <a:gd name="f582" fmla="val 6108093"/>
              <a:gd name="f583" fmla="val 6322936"/>
              <a:gd name="f584" fmla="val 4982347"/>
              <a:gd name="f585" fmla="val 5035623"/>
              <a:gd name="f586" fmla="val 5250466"/>
              <a:gd name="f587" fmla="val 5472381"/>
              <a:gd name="f588" fmla="val 5257537"/>
              <a:gd name="f589" fmla="val 4684061"/>
              <a:gd name="f590" fmla="val 4408871"/>
              <a:gd name="f591" fmla="val 4194027"/>
              <a:gd name="f592" fmla="val 4140752"/>
              <a:gd name="f593" fmla="val 4415942"/>
              <a:gd name="f594" fmla="val 4630785"/>
              <a:gd name="f595" fmla="val 3290196"/>
              <a:gd name="f596" fmla="val 3343472"/>
              <a:gd name="f597" fmla="val 3558315"/>
              <a:gd name="f598" fmla="val 3780230"/>
              <a:gd name="f599" fmla="val 3565386"/>
              <a:gd name="f600" fmla="val 2991910"/>
              <a:gd name="f601" fmla="val 2716720"/>
              <a:gd name="f602" fmla="val 2501876"/>
              <a:gd name="f603" fmla="val 2448601"/>
              <a:gd name="f604" fmla="val 2723791"/>
              <a:gd name="f605" fmla="val 2938634"/>
              <a:gd name="f606" fmla="val 1598045"/>
              <a:gd name="f607" fmla="val 1651321"/>
              <a:gd name="f608" fmla="val 1866164"/>
              <a:gd name="f609" fmla="val 2088079"/>
              <a:gd name="f610" fmla="val 1873235"/>
              <a:gd name="f611" fmla="val 1299759"/>
              <a:gd name="f612" fmla="val 1024569"/>
              <a:gd name="f613" fmla="val 809725"/>
              <a:gd name="f614" fmla="val 756450"/>
              <a:gd name="f615" fmla="val 1031640"/>
              <a:gd name="f616" fmla="val 1246483"/>
              <a:gd name="f617" fmla="val 3200906"/>
              <a:gd name="f618" fmla="val 306658"/>
              <a:gd name="f619" fmla="val 3291386"/>
              <a:gd name="f620" fmla="val 537576"/>
              <a:gd name="f621" fmla="val 3547942"/>
              <a:gd name="f622" fmla="val 582690"/>
              <a:gd name="f623" fmla="val 3862087"/>
              <a:gd name="f624" fmla="val 582857"/>
              <a:gd name="f625" fmla="val 3862140"/>
              <a:gd name="f626" fmla="val 583026"/>
              <a:gd name="f627" fmla="val 3862145"/>
              <a:gd name="f628" fmla="val 583195"/>
              <a:gd name="f629" fmla="val 3862150"/>
              <a:gd name="f630" fmla="val 583735"/>
              <a:gd name="f631" fmla="val 3868787"/>
              <a:gd name="f632" fmla="val 588792"/>
              <a:gd name="f633" fmla="val 3898794"/>
              <a:gd name="f634" fmla="val 3929436"/>
              <a:gd name="f635" fmla="val 3960518"/>
              <a:gd name="f636" fmla="val 3966104"/>
              <a:gd name="f637" fmla="val 3971728"/>
              <a:gd name="f638" fmla="val 3977366"/>
              <a:gd name="f639" fmla="val 3981158"/>
              <a:gd name="f640" fmla="val 592543"/>
              <a:gd name="f641" fmla="val 3984944"/>
              <a:gd name="f642" fmla="val 591977"/>
              <a:gd name="f643" fmla="val 3988716"/>
              <a:gd name="f644" fmla="val 3988683"/>
              <a:gd name="f645" fmla="val 3989174"/>
              <a:gd name="f646" fmla="val 574334"/>
              <a:gd name="f647" fmla="val 3987561"/>
              <a:gd name="f648" fmla="val 541959"/>
              <a:gd name="f649" fmla="val 3987038"/>
              <a:gd name="f650" fmla="val 510079"/>
              <a:gd name="f651" fmla="val 3984080"/>
              <a:gd name="f652" fmla="val 478907"/>
              <a:gd name="f653" fmla="val 3978570"/>
              <a:gd name="f654" fmla="val 473330"/>
              <a:gd name="f655" fmla="val 3978986"/>
              <a:gd name="f656" fmla="val 468001"/>
              <a:gd name="f657" fmla="val 3978045"/>
              <a:gd name="f658" fmla="val 3977042"/>
              <a:gd name="f659" fmla="val 462574"/>
              <a:gd name="f660" fmla="val 3975903"/>
              <a:gd name="f661" fmla="val 282200"/>
              <a:gd name="f662" fmla="val 3946281"/>
              <a:gd name="f663" fmla="val 121485"/>
              <a:gd name="f664" fmla="val 3861168"/>
              <a:gd name="f665" fmla="val 3739225"/>
              <a:gd name="f666" fmla="val 3534056"/>
              <a:gd name="f667" fmla="val 97584"/>
              <a:gd name="f668" fmla="val 3690562"/>
              <a:gd name="f669" fmla="val 258975"/>
              <a:gd name="f670" fmla="val 3804918"/>
              <a:gd name="f671" fmla="val 402182"/>
              <a:gd name="f672" fmla="val 3608252"/>
              <a:gd name="f673" fmla="val 229297"/>
              <a:gd name="f674" fmla="val 3414390"/>
              <a:gd name="f675" fmla="val 3332205"/>
              <a:gd name="f676" fmla="val 11608704"/>
              <a:gd name="f677" fmla="val 3161219"/>
              <a:gd name="f678" fmla="val 11625791"/>
              <a:gd name="f679" fmla="val 3162829"/>
              <a:gd name="f680" fmla="val 11658177"/>
              <a:gd name="f681" fmla="val 3163352"/>
              <a:gd name="f682" fmla="val 11690070"/>
              <a:gd name="f683" fmla="val 3166310"/>
              <a:gd name="f684" fmla="val 11721253"/>
              <a:gd name="f685" fmla="val 3171823"/>
              <a:gd name="f686" fmla="val 11726829"/>
              <a:gd name="f687" fmla="val 3171407"/>
              <a:gd name="f688" fmla="val 11732157"/>
              <a:gd name="f689" fmla="val 3172348"/>
              <a:gd name="f690" fmla="val 11737466"/>
              <a:gd name="f691" fmla="val 3173350"/>
              <a:gd name="f692" fmla="val 11737583"/>
              <a:gd name="f693" fmla="val 3174489"/>
              <a:gd name="f694" fmla="val 11914088"/>
              <a:gd name="f695" fmla="val 3203476"/>
              <a:gd name="f696" fmla="val 12071767"/>
              <a:gd name="f697" fmla="val 3285599"/>
              <a:gd name="f698" fmla="val 3403667"/>
              <a:gd name="f699" fmla="val 3603658"/>
              <a:gd name="f700" fmla="val 12093732"/>
              <a:gd name="f701" fmla="val 3453636"/>
              <a:gd name="f702" fmla="val 11935983"/>
              <a:gd name="f703" fmla="val 3344367"/>
              <a:gd name="f704" fmla="val 11750953"/>
              <a:gd name="f705" fmla="val 11797422"/>
              <a:gd name="f706" fmla="val 3539349"/>
              <a:gd name="f707" fmla="val 11966808"/>
              <a:gd name="f708" fmla="val 3731433"/>
              <a:gd name="f709" fmla="val 3815480"/>
              <a:gd name="f710" fmla="val 3947482"/>
              <a:gd name="f711" fmla="val 11889465"/>
              <a:gd name="f712" fmla="val 3854506"/>
              <a:gd name="f713" fmla="val 11662185"/>
              <a:gd name="f714" fmla="val 3599697"/>
              <a:gd name="f715" fmla="val 11617468"/>
              <a:gd name="f716" fmla="val 3288305"/>
              <a:gd name="f717" fmla="val 11617300"/>
              <a:gd name="f718" fmla="val 3288253"/>
              <a:gd name="f719" fmla="val 11617132"/>
              <a:gd name="f720" fmla="val 3288248"/>
              <a:gd name="f721" fmla="val 11616962"/>
              <a:gd name="f722" fmla="val 3288243"/>
              <a:gd name="f723" fmla="val 11616424"/>
              <a:gd name="f724" fmla="val 3281619"/>
              <a:gd name="f725" fmla="val 11611365"/>
              <a:gd name="f726" fmla="val 3251607"/>
              <a:gd name="f727" fmla="val 11608914"/>
              <a:gd name="f728" fmla="val 3220958"/>
              <a:gd name="f729" fmla="val 11608957"/>
              <a:gd name="f730" fmla="val 3189869"/>
              <a:gd name="f731" fmla="val 11607645"/>
              <a:gd name="f732" fmla="val 3184286"/>
              <a:gd name="f733" fmla="val 11607586"/>
              <a:gd name="f734" fmla="val 3178663"/>
              <a:gd name="f735" fmla="val 3173027"/>
              <a:gd name="f736" fmla="val 11608180"/>
              <a:gd name="f737" fmla="val 3161677"/>
              <a:gd name="f738" fmla="val 11608678"/>
              <a:gd name="f739" fmla="val 3161709"/>
              <a:gd name="f740" fmla="val 11594916"/>
              <a:gd name="f741" fmla="val 11594942"/>
              <a:gd name="f742" fmla="val 11595440"/>
              <a:gd name="f743" fmla="val 11596034"/>
              <a:gd name="f744" fmla="val 11595975"/>
              <a:gd name="f745" fmla="val 11594663"/>
              <a:gd name="f746" fmla="val 11594706"/>
              <a:gd name="f747" fmla="val 11592255"/>
              <a:gd name="f748" fmla="val 11587196"/>
              <a:gd name="f749" fmla="val 11586658"/>
              <a:gd name="f750" fmla="val 11586488"/>
              <a:gd name="f751" fmla="val 11586320"/>
              <a:gd name="f752" fmla="val 11586152"/>
              <a:gd name="f753" fmla="val 11535877"/>
              <a:gd name="f754" fmla="val 3638399"/>
              <a:gd name="f755" fmla="val 11254838"/>
              <a:gd name="f756" fmla="val 3916971"/>
              <a:gd name="f757" fmla="val 10895987"/>
              <a:gd name="f758" fmla="val 10895871"/>
              <a:gd name="f759" fmla="val 10890560"/>
              <a:gd name="f760" fmla="val 10885231"/>
              <a:gd name="f761" fmla="val 10879654"/>
              <a:gd name="f762" fmla="val 10848482"/>
              <a:gd name="f763" fmla="val 10816602"/>
              <a:gd name="f764" fmla="val 10784227"/>
              <a:gd name="f765" fmla="val 10767109"/>
              <a:gd name="f766" fmla="val 10767083"/>
              <a:gd name="f767" fmla="val 10766584"/>
              <a:gd name="f768" fmla="val 10766018"/>
              <a:gd name="f769" fmla="val 10765991"/>
              <a:gd name="f770" fmla="val 10766050"/>
              <a:gd name="f771" fmla="val 10767362"/>
              <a:gd name="f772" fmla="val 10767319"/>
              <a:gd name="f773" fmla="val 10769769"/>
              <a:gd name="f774" fmla="val 10774826"/>
              <a:gd name="f775" fmla="val 10775366"/>
              <a:gd name="f776" fmla="val 10775535"/>
              <a:gd name="f777" fmla="val 10775704"/>
              <a:gd name="f778" fmla="val 10775872"/>
              <a:gd name="f779" fmla="val 10826148"/>
              <a:gd name="f780" fmla="val 3511992"/>
              <a:gd name="f781" fmla="val 11107187"/>
              <a:gd name="f782" fmla="val 3233421"/>
              <a:gd name="f783" fmla="val 11466037"/>
              <a:gd name="f784" fmla="val 11466154"/>
              <a:gd name="f785" fmla="val 11471463"/>
              <a:gd name="f786" fmla="val 11476791"/>
              <a:gd name="f787" fmla="val 11482367"/>
              <a:gd name="f788" fmla="val 11513550"/>
              <a:gd name="f789" fmla="val 11545443"/>
              <a:gd name="f790" fmla="val 11577829"/>
              <a:gd name="f791" fmla="val 9916551"/>
              <a:gd name="f792" fmla="val 9933638"/>
              <a:gd name="f793" fmla="val 9966024"/>
              <a:gd name="f794" fmla="val 9997917"/>
              <a:gd name="f795" fmla="val 10029100"/>
              <a:gd name="f796" fmla="val 10034676"/>
              <a:gd name="f797" fmla="val 10040004"/>
              <a:gd name="f798" fmla="val 10045313"/>
              <a:gd name="f799" fmla="val 10045430"/>
              <a:gd name="f800" fmla="val 10404280"/>
              <a:gd name="f801" fmla="val 10685319"/>
              <a:gd name="f802" fmla="val 10735596"/>
              <a:gd name="f803" fmla="val 10735763"/>
              <a:gd name="f804" fmla="val 10735932"/>
              <a:gd name="f805" fmla="val 10736101"/>
              <a:gd name="f806" fmla="val 10736641"/>
              <a:gd name="f807" fmla="val 10741698"/>
              <a:gd name="f808" fmla="val 10745449"/>
              <a:gd name="f809" fmla="val 10744883"/>
              <a:gd name="f810" fmla="val 10727240"/>
              <a:gd name="f811" fmla="val 10694865"/>
              <a:gd name="f812" fmla="val 10662985"/>
              <a:gd name="f813" fmla="val 10631813"/>
              <a:gd name="f814" fmla="val 10626236"/>
              <a:gd name="f815" fmla="val 10620907"/>
              <a:gd name="f816" fmla="val 10615480"/>
              <a:gd name="f817" fmla="val 10256629"/>
              <a:gd name="f818" fmla="val 9975590"/>
              <a:gd name="f819" fmla="val 9925315"/>
              <a:gd name="f820" fmla="val 9925147"/>
              <a:gd name="f821" fmla="val 9924979"/>
              <a:gd name="f822" fmla="val 9924809"/>
              <a:gd name="f823" fmla="val 9924271"/>
              <a:gd name="f824" fmla="val 9919212"/>
              <a:gd name="f825" fmla="val 9916761"/>
              <a:gd name="f826" fmla="val 9916804"/>
              <a:gd name="f827" fmla="val 9915492"/>
              <a:gd name="f828" fmla="val 9915433"/>
              <a:gd name="f829" fmla="val 9916027"/>
              <a:gd name="f830" fmla="val 9916525"/>
              <a:gd name="f831" fmla="val 9902763"/>
              <a:gd name="f832" fmla="val 9902789"/>
              <a:gd name="f833" fmla="val 9903287"/>
              <a:gd name="f834" fmla="val 9903881"/>
              <a:gd name="f835" fmla="val 9903822"/>
              <a:gd name="f836" fmla="val 9902510"/>
              <a:gd name="f837" fmla="val 9902553"/>
              <a:gd name="f838" fmla="val 9900102"/>
              <a:gd name="f839" fmla="val 9895043"/>
              <a:gd name="f840" fmla="val 9894505"/>
              <a:gd name="f841" fmla="val 9894335"/>
              <a:gd name="f842" fmla="val 9894167"/>
              <a:gd name="f843" fmla="val 9893999"/>
              <a:gd name="f844" fmla="val 9843724"/>
              <a:gd name="f845" fmla="val 9562685"/>
              <a:gd name="f846" fmla="val 9203834"/>
              <a:gd name="f847" fmla="val 9203718"/>
              <a:gd name="f848" fmla="val 9198407"/>
              <a:gd name="f849" fmla="val 9193078"/>
              <a:gd name="f850" fmla="val 9187501"/>
              <a:gd name="f851" fmla="val 9156329"/>
              <a:gd name="f852" fmla="val 9124449"/>
              <a:gd name="f853" fmla="val 9092074"/>
              <a:gd name="f854" fmla="val 9074956"/>
              <a:gd name="f855" fmla="val 9074930"/>
              <a:gd name="f856" fmla="val 9074431"/>
              <a:gd name="f857" fmla="val 9073865"/>
              <a:gd name="f858" fmla="val 9073838"/>
              <a:gd name="f859" fmla="val 9073897"/>
              <a:gd name="f860" fmla="val 9075209"/>
              <a:gd name="f861" fmla="val 9075166"/>
              <a:gd name="f862" fmla="val 9077616"/>
              <a:gd name="f863" fmla="val 9082673"/>
              <a:gd name="f864" fmla="val 9083213"/>
              <a:gd name="f865" fmla="val 9083382"/>
              <a:gd name="f866" fmla="val 9083551"/>
              <a:gd name="f867" fmla="val 9083718"/>
              <a:gd name="f868" fmla="val 9133995"/>
              <a:gd name="f869" fmla="val 9415034"/>
              <a:gd name="f870" fmla="val 9773884"/>
              <a:gd name="f871" fmla="val 9774001"/>
              <a:gd name="f872" fmla="val 9779310"/>
              <a:gd name="f873" fmla="val 9784638"/>
              <a:gd name="f874" fmla="val 9790214"/>
              <a:gd name="f875" fmla="val 9821397"/>
              <a:gd name="f876" fmla="val 9853290"/>
              <a:gd name="f877" fmla="val 9885676"/>
              <a:gd name="f878" fmla="val 8224400"/>
              <a:gd name="f879" fmla="val 8241488"/>
              <a:gd name="f880" fmla="val 8273873"/>
              <a:gd name="f881" fmla="val 8305766"/>
              <a:gd name="f882" fmla="val 8336949"/>
              <a:gd name="f883" fmla="val 8342525"/>
              <a:gd name="f884" fmla="val 8347853"/>
              <a:gd name="f885" fmla="val 8353162"/>
              <a:gd name="f886" fmla="val 8353279"/>
              <a:gd name="f887" fmla="val 8712129"/>
              <a:gd name="f888" fmla="val 8993168"/>
              <a:gd name="f889" fmla="val 9043444"/>
              <a:gd name="f890" fmla="val 9043612"/>
              <a:gd name="f891" fmla="val 9043781"/>
              <a:gd name="f892" fmla="val 9043950"/>
              <a:gd name="f893" fmla="val 9044490"/>
              <a:gd name="f894" fmla="val 9049547"/>
              <a:gd name="f895" fmla="val 9053298"/>
              <a:gd name="f896" fmla="val 9052732"/>
              <a:gd name="f897" fmla="val 9035089"/>
              <a:gd name="f898" fmla="val 9002714"/>
              <a:gd name="f899" fmla="val 8970834"/>
              <a:gd name="f900" fmla="val 8939662"/>
              <a:gd name="f901" fmla="val 8934085"/>
              <a:gd name="f902" fmla="val 8928756"/>
              <a:gd name="f903" fmla="val 8923329"/>
              <a:gd name="f904" fmla="val 8564478"/>
              <a:gd name="f905" fmla="val 8283439"/>
              <a:gd name="f906" fmla="val 8233164"/>
              <a:gd name="f907" fmla="val 8232996"/>
              <a:gd name="f908" fmla="val 8232828"/>
              <a:gd name="f909" fmla="val 8232658"/>
              <a:gd name="f910" fmla="val 8232120"/>
              <a:gd name="f911" fmla="val 8227061"/>
              <a:gd name="f912" fmla="val 8224611"/>
              <a:gd name="f913" fmla="val 8224653"/>
              <a:gd name="f914" fmla="val 8223341"/>
              <a:gd name="f915" fmla="val 8223282"/>
              <a:gd name="f916" fmla="val 8223876"/>
              <a:gd name="f917" fmla="val 8224374"/>
              <a:gd name="f918" fmla="val 8210612"/>
              <a:gd name="f919" fmla="val 8210638"/>
              <a:gd name="f920" fmla="val 8211136"/>
              <a:gd name="f921" fmla="val 8211730"/>
              <a:gd name="f922" fmla="val 8211672"/>
              <a:gd name="f923" fmla="val 8210360"/>
              <a:gd name="f924" fmla="val 8210402"/>
              <a:gd name="f925" fmla="val 8207951"/>
              <a:gd name="f926" fmla="val 8202893"/>
              <a:gd name="f927" fmla="val 8202354"/>
              <a:gd name="f928" fmla="val 8202185"/>
              <a:gd name="f929" fmla="val 8202016"/>
              <a:gd name="f930" fmla="val 8201849"/>
              <a:gd name="f931" fmla="val 8151573"/>
              <a:gd name="f932" fmla="val 7870534"/>
              <a:gd name="f933" fmla="val 7511683"/>
              <a:gd name="f934" fmla="val 7511567"/>
              <a:gd name="f935" fmla="val 7506256"/>
              <a:gd name="f936" fmla="val 7500927"/>
              <a:gd name="f937" fmla="val 7495350"/>
              <a:gd name="f938" fmla="val 7464178"/>
              <a:gd name="f939" fmla="val 7432298"/>
              <a:gd name="f940" fmla="val 7399924"/>
              <a:gd name="f941" fmla="val 7382805"/>
              <a:gd name="f942" fmla="val 7382779"/>
              <a:gd name="f943" fmla="val 7382280"/>
              <a:gd name="f944" fmla="val 7381714"/>
              <a:gd name="f945" fmla="val 7381687"/>
              <a:gd name="f946" fmla="val 7381746"/>
              <a:gd name="f947" fmla="val 7383058"/>
              <a:gd name="f948" fmla="val 7383016"/>
              <a:gd name="f949" fmla="val 7385465"/>
              <a:gd name="f950" fmla="val 7390522"/>
              <a:gd name="f951" fmla="val 7391062"/>
              <a:gd name="f952" fmla="val 7391231"/>
              <a:gd name="f953" fmla="val 7391400"/>
              <a:gd name="f954" fmla="val 7391568"/>
              <a:gd name="f955" fmla="val 7441844"/>
              <a:gd name="f956" fmla="val 7722883"/>
              <a:gd name="f957" fmla="val 8081734"/>
              <a:gd name="f958" fmla="val 8081851"/>
              <a:gd name="f959" fmla="val 8087159"/>
              <a:gd name="f960" fmla="val 8092487"/>
              <a:gd name="f961" fmla="val 8098063"/>
              <a:gd name="f962" fmla="val 8129247"/>
              <a:gd name="f963" fmla="val 8161139"/>
              <a:gd name="f964" fmla="val 8193525"/>
              <a:gd name="f965" fmla="val 6532249"/>
              <a:gd name="f966" fmla="val 6549337"/>
              <a:gd name="f967" fmla="val 6581722"/>
              <a:gd name="f968" fmla="val 6613615"/>
              <a:gd name="f969" fmla="val 6644798"/>
              <a:gd name="f970" fmla="val 6650374"/>
              <a:gd name="f971" fmla="val 6655702"/>
              <a:gd name="f972" fmla="val 6661011"/>
              <a:gd name="f973" fmla="val 6661128"/>
              <a:gd name="f974" fmla="val 7019978"/>
              <a:gd name="f975" fmla="val 7301017"/>
              <a:gd name="f976" fmla="val 7351294"/>
              <a:gd name="f977" fmla="val 7351461"/>
              <a:gd name="f978" fmla="val 7351631"/>
              <a:gd name="f979" fmla="val 7351799"/>
              <a:gd name="f980" fmla="val 7352340"/>
              <a:gd name="f981" fmla="val 7357396"/>
              <a:gd name="f982" fmla="val 7359846"/>
              <a:gd name="f983" fmla="val 7359804"/>
              <a:gd name="f984" fmla="val 7361116"/>
              <a:gd name="f985" fmla="val 7361147"/>
              <a:gd name="f986" fmla="val 7360581"/>
              <a:gd name="f987" fmla="val 7342938"/>
              <a:gd name="f988" fmla="val 7310564"/>
              <a:gd name="f989" fmla="val 7278683"/>
              <a:gd name="f990" fmla="val 7247511"/>
              <a:gd name="f991" fmla="val 7241934"/>
              <a:gd name="f992" fmla="val 7236605"/>
              <a:gd name="f993" fmla="val 7231295"/>
              <a:gd name="f994" fmla="val 7231179"/>
              <a:gd name="f995" fmla="val 6872327"/>
              <a:gd name="f996" fmla="val 6591288"/>
              <a:gd name="f997" fmla="val 6541013"/>
              <a:gd name="f998" fmla="val 6540845"/>
              <a:gd name="f999" fmla="val 6540677"/>
              <a:gd name="f1000" fmla="val 6540507"/>
              <a:gd name="f1001" fmla="val 6539969"/>
              <a:gd name="f1002" fmla="val 6534910"/>
              <a:gd name="f1003" fmla="val 6532460"/>
              <a:gd name="f1004" fmla="val 6532502"/>
              <a:gd name="f1005" fmla="val 6531190"/>
              <a:gd name="f1006" fmla="val 6531131"/>
              <a:gd name="f1007" fmla="val 6531725"/>
              <a:gd name="f1008" fmla="val 6532223"/>
              <a:gd name="f1009" fmla="val 6518461"/>
              <a:gd name="f1010" fmla="val 6518487"/>
              <a:gd name="f1011" fmla="val 6518985"/>
              <a:gd name="f1012" fmla="val 6519579"/>
              <a:gd name="f1013" fmla="val 6519520"/>
              <a:gd name="f1014" fmla="val 6518208"/>
              <a:gd name="f1015" fmla="val 6518250"/>
              <a:gd name="f1016" fmla="val 6515800"/>
              <a:gd name="f1017" fmla="val 6510741"/>
              <a:gd name="f1018" fmla="val 6510203"/>
              <a:gd name="f1019" fmla="val 6510033"/>
              <a:gd name="f1020" fmla="val 6509865"/>
              <a:gd name="f1021" fmla="val 6509697"/>
              <a:gd name="f1022" fmla="val 6459422"/>
              <a:gd name="f1023" fmla="val 6178383"/>
              <a:gd name="f1024" fmla="val 5819531"/>
              <a:gd name="f1025" fmla="val 5819415"/>
              <a:gd name="f1026" fmla="val 5814105"/>
              <a:gd name="f1027" fmla="val 5808776"/>
              <a:gd name="f1028" fmla="val 5803199"/>
              <a:gd name="f1029" fmla="val 5772027"/>
              <a:gd name="f1030" fmla="val 5740146"/>
              <a:gd name="f1031" fmla="val 5707772"/>
              <a:gd name="f1032" fmla="val 5690654"/>
              <a:gd name="f1033" fmla="val 5690628"/>
              <a:gd name="f1034" fmla="val 5690129"/>
              <a:gd name="f1035" fmla="val 5689563"/>
              <a:gd name="f1036" fmla="val 5689536"/>
              <a:gd name="f1037" fmla="val 5689594"/>
              <a:gd name="f1038" fmla="val 5690906"/>
              <a:gd name="f1039" fmla="val 5690864"/>
              <a:gd name="f1040" fmla="val 5693314"/>
              <a:gd name="f1041" fmla="val 5698370"/>
              <a:gd name="f1042" fmla="val 5698911"/>
              <a:gd name="f1043" fmla="val 5699079"/>
              <a:gd name="f1044" fmla="val 5699249"/>
              <a:gd name="f1045" fmla="val 5699416"/>
              <a:gd name="f1046" fmla="val 5749693"/>
              <a:gd name="f1047" fmla="val 6030732"/>
              <a:gd name="f1048" fmla="val 6389582"/>
              <a:gd name="f1049" fmla="val 6389699"/>
              <a:gd name="f1050" fmla="val 6395008"/>
              <a:gd name="f1051" fmla="val 6400336"/>
              <a:gd name="f1052" fmla="val 6405912"/>
              <a:gd name="f1053" fmla="val 6437095"/>
              <a:gd name="f1054" fmla="val 6468988"/>
              <a:gd name="f1055" fmla="val 6501373"/>
              <a:gd name="f1056" fmla="val 4840098"/>
              <a:gd name="f1057" fmla="val 4857185"/>
              <a:gd name="f1058" fmla="val 4889571"/>
              <a:gd name="f1059" fmla="val 4921463"/>
              <a:gd name="f1060" fmla="val 4952647"/>
              <a:gd name="f1061" fmla="val 4958223"/>
              <a:gd name="f1062" fmla="val 4963551"/>
              <a:gd name="f1063" fmla="val 4968859"/>
              <a:gd name="f1064" fmla="val 4968976"/>
              <a:gd name="f1065" fmla="val 5327827"/>
              <a:gd name="f1066" fmla="val 5608866"/>
              <a:gd name="f1067" fmla="val 5659142"/>
              <a:gd name="f1068" fmla="val 5659310"/>
              <a:gd name="f1069" fmla="val 5659479"/>
              <a:gd name="f1070" fmla="val 5659648"/>
              <a:gd name="f1071" fmla="val 5660188"/>
              <a:gd name="f1072" fmla="val 5665245"/>
              <a:gd name="f1073" fmla="val 5668996"/>
              <a:gd name="f1074" fmla="val 5668430"/>
              <a:gd name="f1075" fmla="val 5650786"/>
              <a:gd name="f1076" fmla="val 5618412"/>
              <a:gd name="f1077" fmla="val 5586532"/>
              <a:gd name="f1078" fmla="val 5555360"/>
              <a:gd name="f1079" fmla="val 5549783"/>
              <a:gd name="f1080" fmla="val 5544454"/>
              <a:gd name="f1081" fmla="val 5539027"/>
              <a:gd name="f1082" fmla="val 5180176"/>
              <a:gd name="f1083" fmla="val 4899137"/>
              <a:gd name="f1084" fmla="val 4848861"/>
              <a:gd name="f1085" fmla="val 4848694"/>
              <a:gd name="f1086" fmla="val 4848525"/>
              <a:gd name="f1087" fmla="val 4848356"/>
              <a:gd name="f1088" fmla="val 4847817"/>
              <a:gd name="f1089" fmla="val 4842759"/>
              <a:gd name="f1090" fmla="val 4840308"/>
              <a:gd name="f1091" fmla="val 4840350"/>
              <a:gd name="f1092" fmla="val 4839038"/>
              <a:gd name="f1093" fmla="val 4838980"/>
              <a:gd name="f1094" fmla="val 4839574"/>
              <a:gd name="f1095" fmla="val 4840072"/>
              <a:gd name="f1096" fmla="val 4826310"/>
              <a:gd name="f1097" fmla="val 4826336"/>
              <a:gd name="f1098" fmla="val 4826834"/>
              <a:gd name="f1099" fmla="val 4827428"/>
              <a:gd name="f1100" fmla="val 4827369"/>
              <a:gd name="f1101" fmla="val 4826057"/>
              <a:gd name="f1102" fmla="val 4826099"/>
              <a:gd name="f1103" fmla="val 4823649"/>
              <a:gd name="f1104" fmla="val 4818590"/>
              <a:gd name="f1105" fmla="val 4818052"/>
              <a:gd name="f1106" fmla="val 4817882"/>
              <a:gd name="f1107" fmla="val 4817714"/>
              <a:gd name="f1108" fmla="val 4817546"/>
              <a:gd name="f1109" fmla="val 4767271"/>
              <a:gd name="f1110" fmla="val 4486232"/>
              <a:gd name="f1111" fmla="val 4127381"/>
              <a:gd name="f1112" fmla="val 4127264"/>
              <a:gd name="f1113" fmla="val 4121954"/>
              <a:gd name="f1114" fmla="val 4116625"/>
              <a:gd name="f1115" fmla="val 4111048"/>
              <a:gd name="f1116" fmla="val 4079876"/>
              <a:gd name="f1117" fmla="val 4047996"/>
              <a:gd name="f1118" fmla="val 4015621"/>
              <a:gd name="f1119" fmla="val 3998503"/>
              <a:gd name="f1120" fmla="val 3998477"/>
              <a:gd name="f1121" fmla="val 3997978"/>
              <a:gd name="f1122" fmla="val 3997412"/>
              <a:gd name="f1123" fmla="val 3997385"/>
              <a:gd name="f1124" fmla="val 3997443"/>
              <a:gd name="f1125" fmla="val 3998755"/>
              <a:gd name="f1126" fmla="val 3998713"/>
              <a:gd name="f1127" fmla="val 4001163"/>
              <a:gd name="f1128" fmla="val 4006219"/>
              <a:gd name="f1129" fmla="val 4006760"/>
              <a:gd name="f1130" fmla="val 4006928"/>
              <a:gd name="f1131" fmla="val 4007098"/>
              <a:gd name="f1132" fmla="val 4007265"/>
              <a:gd name="f1133" fmla="val 4057542"/>
              <a:gd name="f1134" fmla="val 4338581"/>
              <a:gd name="f1135" fmla="val 4697431"/>
              <a:gd name="f1136" fmla="val 4697548"/>
              <a:gd name="f1137" fmla="val 4702857"/>
              <a:gd name="f1138" fmla="val 4708185"/>
              <a:gd name="f1139" fmla="val 4713761"/>
              <a:gd name="f1140" fmla="val 4744944"/>
              <a:gd name="f1141" fmla="val 4776837"/>
              <a:gd name="f1142" fmla="val 4809222"/>
              <a:gd name="f1143" fmla="val 3147947"/>
              <a:gd name="f1144" fmla="val 3165034"/>
              <a:gd name="f1145" fmla="val 3197420"/>
              <a:gd name="f1146" fmla="val 3229312"/>
              <a:gd name="f1147" fmla="val 3260496"/>
              <a:gd name="f1148" fmla="val 3266072"/>
              <a:gd name="f1149" fmla="val 3271400"/>
              <a:gd name="f1150" fmla="val 3276708"/>
              <a:gd name="f1151" fmla="val 3276826"/>
              <a:gd name="f1152" fmla="val 3635676"/>
              <a:gd name="f1153" fmla="val 3916715"/>
              <a:gd name="f1154" fmla="val 3966991"/>
              <a:gd name="f1155" fmla="val 3967159"/>
              <a:gd name="f1156" fmla="val 3967328"/>
              <a:gd name="f1157" fmla="val 3967497"/>
              <a:gd name="f1158" fmla="val 3968037"/>
              <a:gd name="f1159" fmla="val 3973094"/>
              <a:gd name="f1160" fmla="val 3976845"/>
              <a:gd name="f1161" fmla="val 3976279"/>
              <a:gd name="f1162" fmla="val 3958635"/>
              <a:gd name="f1163" fmla="val 3926261"/>
              <a:gd name="f1164" fmla="val 3894381"/>
              <a:gd name="f1165" fmla="val 3863209"/>
              <a:gd name="f1166" fmla="val 3857632"/>
              <a:gd name="f1167" fmla="val 3852303"/>
              <a:gd name="f1168" fmla="val 3846876"/>
              <a:gd name="f1169" fmla="val 3488025"/>
              <a:gd name="f1170" fmla="val 3206986"/>
              <a:gd name="f1171" fmla="val 3156710"/>
              <a:gd name="f1172" fmla="val 3156543"/>
              <a:gd name="f1173" fmla="val 3156374"/>
              <a:gd name="f1174" fmla="val 3156205"/>
              <a:gd name="f1175" fmla="val 3155667"/>
              <a:gd name="f1176" fmla="val 3150608"/>
              <a:gd name="f1177" fmla="val 3148157"/>
              <a:gd name="f1178" fmla="val 3148199"/>
              <a:gd name="f1179" fmla="val 3146887"/>
              <a:gd name="f1180" fmla="val 3146829"/>
              <a:gd name="f1181" fmla="val 3147423"/>
              <a:gd name="f1182" fmla="val 3147921"/>
              <a:gd name="f1183" fmla="val 3134159"/>
              <a:gd name="f1184" fmla="val 3134185"/>
              <a:gd name="f1185" fmla="val 3134683"/>
              <a:gd name="f1186" fmla="val 3135277"/>
              <a:gd name="f1187" fmla="val 3135218"/>
              <a:gd name="f1188" fmla="val 3133906"/>
              <a:gd name="f1189" fmla="val 3133948"/>
              <a:gd name="f1190" fmla="val 3131498"/>
              <a:gd name="f1191" fmla="val 3126439"/>
              <a:gd name="f1192" fmla="val 3125901"/>
              <a:gd name="f1193" fmla="val 3125731"/>
              <a:gd name="f1194" fmla="val 3125563"/>
              <a:gd name="f1195" fmla="val 3125395"/>
              <a:gd name="f1196" fmla="val 3075120"/>
              <a:gd name="f1197" fmla="val 2794081"/>
              <a:gd name="f1198" fmla="val 2435230"/>
              <a:gd name="f1199" fmla="val 2435113"/>
              <a:gd name="f1200" fmla="val 2429803"/>
              <a:gd name="f1201" fmla="val 2424474"/>
              <a:gd name="f1202" fmla="val 2418897"/>
              <a:gd name="f1203" fmla="val 2387725"/>
              <a:gd name="f1204" fmla="val 2355845"/>
              <a:gd name="f1205" fmla="val 2323470"/>
              <a:gd name="f1206" fmla="val 2306352"/>
              <a:gd name="f1207" fmla="val 2306326"/>
              <a:gd name="f1208" fmla="val 2305827"/>
              <a:gd name="f1209" fmla="val 2305261"/>
              <a:gd name="f1210" fmla="val 2305234"/>
              <a:gd name="f1211" fmla="val 2305292"/>
              <a:gd name="f1212" fmla="val 2306604"/>
              <a:gd name="f1213" fmla="val 2306562"/>
              <a:gd name="f1214" fmla="val 2309012"/>
              <a:gd name="f1215" fmla="val 2314068"/>
              <a:gd name="f1216" fmla="val 2314609"/>
              <a:gd name="f1217" fmla="val 2314777"/>
              <a:gd name="f1218" fmla="val 2314947"/>
              <a:gd name="f1219" fmla="val 2315114"/>
              <a:gd name="f1220" fmla="val 2365391"/>
              <a:gd name="f1221" fmla="val 2646430"/>
              <a:gd name="f1222" fmla="val 3005280"/>
              <a:gd name="f1223" fmla="val 3005397"/>
              <a:gd name="f1224" fmla="val 3010706"/>
              <a:gd name="f1225" fmla="val 3016034"/>
              <a:gd name="f1226" fmla="val 3021610"/>
              <a:gd name="f1227" fmla="val 3052793"/>
              <a:gd name="f1228" fmla="val 3084686"/>
              <a:gd name="f1229" fmla="val 3117071"/>
              <a:gd name="f1230" fmla="val 1455796"/>
              <a:gd name="f1231" fmla="val 1472883"/>
              <a:gd name="f1232" fmla="val 1505269"/>
              <a:gd name="f1233" fmla="val 1537161"/>
              <a:gd name="f1234" fmla="val 1568345"/>
              <a:gd name="f1235" fmla="val 1573921"/>
              <a:gd name="f1236" fmla="val 1579249"/>
              <a:gd name="f1237" fmla="val 1584557"/>
              <a:gd name="f1238" fmla="val 1584675"/>
              <a:gd name="f1239" fmla="val 1943525"/>
              <a:gd name="f1240" fmla="val 2224564"/>
              <a:gd name="f1241" fmla="val 2274840"/>
              <a:gd name="f1242" fmla="val 2275008"/>
              <a:gd name="f1243" fmla="val 2275177"/>
              <a:gd name="f1244" fmla="val 2275346"/>
              <a:gd name="f1245" fmla="val 2275886"/>
              <a:gd name="f1246" fmla="val 2280943"/>
              <a:gd name="f1247" fmla="val 2284694"/>
              <a:gd name="f1248" fmla="val 2284128"/>
              <a:gd name="f1249" fmla="val 2266484"/>
              <a:gd name="f1250" fmla="val 2234110"/>
              <a:gd name="f1251" fmla="val 2202230"/>
              <a:gd name="f1252" fmla="val 2171058"/>
              <a:gd name="f1253" fmla="val 2165481"/>
              <a:gd name="f1254" fmla="val 2160152"/>
              <a:gd name="f1255" fmla="val 2154725"/>
              <a:gd name="f1256" fmla="val 1795874"/>
              <a:gd name="f1257" fmla="val 1514835"/>
              <a:gd name="f1258" fmla="val 1464559"/>
              <a:gd name="f1259" fmla="val 1464392"/>
              <a:gd name="f1260" fmla="val 1464223"/>
              <a:gd name="f1261" fmla="val 1464054"/>
              <a:gd name="f1262" fmla="val 1463515"/>
              <a:gd name="f1263" fmla="val 1458457"/>
              <a:gd name="f1264" fmla="val 1456006"/>
              <a:gd name="f1265" fmla="val 1456048"/>
              <a:gd name="f1266" fmla="val 1454736"/>
              <a:gd name="f1267" fmla="val 1454678"/>
              <a:gd name="f1268" fmla="val 1455272"/>
              <a:gd name="f1269" fmla="val 1455770"/>
              <a:gd name="f1270" fmla="val 1442008"/>
              <a:gd name="f1271" fmla="val 1442034"/>
              <a:gd name="f1272" fmla="val 1442532"/>
              <a:gd name="f1273" fmla="val 1443126"/>
              <a:gd name="f1274" fmla="val 1443067"/>
              <a:gd name="f1275" fmla="val 1441755"/>
              <a:gd name="f1276" fmla="val 1441797"/>
              <a:gd name="f1277" fmla="val 1439347"/>
              <a:gd name="f1278" fmla="val 1434288"/>
              <a:gd name="f1279" fmla="val 1433750"/>
              <a:gd name="f1280" fmla="val 1433580"/>
              <a:gd name="f1281" fmla="val 1433412"/>
              <a:gd name="f1282" fmla="val 1433244"/>
              <a:gd name="f1283" fmla="val 1382969"/>
              <a:gd name="f1284" fmla="val 1101930"/>
              <a:gd name="f1285" fmla="val 743079"/>
              <a:gd name="f1286" fmla="val 742962"/>
              <a:gd name="f1287" fmla="val 737652"/>
              <a:gd name="f1288" fmla="val 732323"/>
              <a:gd name="f1289" fmla="val 726746"/>
              <a:gd name="f1290" fmla="val 695574"/>
              <a:gd name="f1291" fmla="val 663693"/>
              <a:gd name="f1292" fmla="val 631319"/>
              <a:gd name="f1293" fmla="val 614201"/>
              <a:gd name="f1294" fmla="val 614175"/>
              <a:gd name="f1295" fmla="val 613676"/>
              <a:gd name="f1296" fmla="val 613110"/>
              <a:gd name="f1297" fmla="val 613083"/>
              <a:gd name="f1298" fmla="val 613141"/>
              <a:gd name="f1299" fmla="val 614453"/>
              <a:gd name="f1300" fmla="val 614411"/>
              <a:gd name="f1301" fmla="val 616861"/>
              <a:gd name="f1302" fmla="val 621917"/>
              <a:gd name="f1303" fmla="val 622458"/>
              <a:gd name="f1304" fmla="val 622626"/>
              <a:gd name="f1305" fmla="val 622796"/>
              <a:gd name="f1306" fmla="val 622963"/>
              <a:gd name="f1307" fmla="val 673240"/>
              <a:gd name="f1308" fmla="val 954279"/>
              <a:gd name="f1309" fmla="val 1313129"/>
              <a:gd name="f1310" fmla="val 1313246"/>
              <a:gd name="f1311" fmla="val 1318555"/>
              <a:gd name="f1312" fmla="val 1323883"/>
              <a:gd name="f1313" fmla="val 1329459"/>
              <a:gd name="f1314" fmla="val 1360642"/>
              <a:gd name="f1315" fmla="val 1392535"/>
              <a:gd name="f1316" fmla="val 1424920"/>
              <a:gd name="f1317" fmla="val 2447425"/>
              <a:gd name="f1318" fmla="val 10962636"/>
              <a:gd name="f1319" fmla="val 2718331"/>
              <a:gd name="f1320" fmla="val 11177479"/>
              <a:gd name="f1321" fmla="val 2933128"/>
              <a:gd name="f1322" fmla="val 11452669"/>
              <a:gd name="f1323" fmla="val 2992271"/>
              <a:gd name="f1324" fmla="val 11399394"/>
              <a:gd name="f1325" fmla="val 2721365"/>
              <a:gd name="f1326" fmla="val 11184550"/>
              <a:gd name="f1327" fmla="val 2506568"/>
              <a:gd name="f1328" fmla="val 10112075"/>
              <a:gd name="f1329" fmla="val 10548833"/>
              <a:gd name="f1330" fmla="val 9270483"/>
              <a:gd name="f1331" fmla="val 9485326"/>
              <a:gd name="f1332" fmla="val 9760516"/>
              <a:gd name="f1333" fmla="val 9707241"/>
              <a:gd name="f1334" fmla="val 9492397"/>
              <a:gd name="f1335" fmla="val 8419924"/>
              <a:gd name="f1336" fmla="val 8856682"/>
              <a:gd name="f1337" fmla="val 7578332"/>
              <a:gd name="f1338" fmla="val 7793175"/>
              <a:gd name="f1339" fmla="val 8068365"/>
              <a:gd name="f1340" fmla="val 8015090"/>
              <a:gd name="f1341" fmla="val 7800246"/>
              <a:gd name="f1342" fmla="val 6727773"/>
              <a:gd name="f1343" fmla="val 7164531"/>
              <a:gd name="f1344" fmla="val 5886181"/>
              <a:gd name="f1345" fmla="val 6101024"/>
              <a:gd name="f1346" fmla="val 6376214"/>
              <a:gd name="f1347" fmla="val 6322939"/>
              <a:gd name="f1348" fmla="val 6108095"/>
              <a:gd name="f1349" fmla="val 5035622"/>
              <a:gd name="f1350" fmla="val 5472380"/>
              <a:gd name="f1351" fmla="val 4194030"/>
              <a:gd name="f1352" fmla="val 4408873"/>
              <a:gd name="f1353" fmla="val 4684063"/>
              <a:gd name="f1354" fmla="val 4630788"/>
              <a:gd name="f1355" fmla="val 4415944"/>
              <a:gd name="f1356" fmla="val 3343471"/>
              <a:gd name="f1357" fmla="val 3780229"/>
              <a:gd name="f1358" fmla="val 2501879"/>
              <a:gd name="f1359" fmla="val 2716722"/>
              <a:gd name="f1360" fmla="val 2991912"/>
              <a:gd name="f1361" fmla="val 2938637"/>
              <a:gd name="f1362" fmla="val 2723793"/>
              <a:gd name="f1363" fmla="val 1651320"/>
              <a:gd name="f1364" fmla="val 2088078"/>
              <a:gd name="f1365" fmla="val 809728"/>
              <a:gd name="f1366" fmla="val 1024571"/>
              <a:gd name="f1367" fmla="val 1299761"/>
              <a:gd name="f1368" fmla="val 1246486"/>
              <a:gd name="f1369" fmla="val 1031642"/>
              <a:gd name="f1370" fmla="val 2344615"/>
              <a:gd name="f1371" fmla="val 2477663"/>
              <a:gd name="f1372" fmla="val 11966807"/>
              <a:gd name="f1373" fmla="val 2562375"/>
              <a:gd name="f1374" fmla="val 11797421"/>
              <a:gd name="f1375" fmla="val 2755980"/>
              <a:gd name="f1376" fmla="val 11935988"/>
              <a:gd name="f1377" fmla="val 2952504"/>
              <a:gd name="f1378" fmla="val 12093739"/>
              <a:gd name="f1379" fmla="val 2842365"/>
              <a:gd name="f1380" fmla="val 2691161"/>
              <a:gd name="f1381" fmla="val 2892735"/>
              <a:gd name="f1382" fmla="val 12071770"/>
              <a:gd name="f1383" fmla="val 3011736"/>
              <a:gd name="f1384" fmla="val 11914089"/>
              <a:gd name="f1385" fmla="val 3094511"/>
              <a:gd name="f1386" fmla="val 11737582"/>
              <a:gd name="f1387" fmla="val 3123727"/>
              <a:gd name="f1388" fmla="val 3124875"/>
              <a:gd name="f1389" fmla="val 11732155"/>
              <a:gd name="f1390" fmla="val 3125886"/>
              <a:gd name="f1391" fmla="val 11726826"/>
              <a:gd name="f1392" fmla="val 3126834"/>
              <a:gd name="f1393" fmla="val 11721249"/>
              <a:gd name="f1394" fmla="val 3126415"/>
              <a:gd name="f1395" fmla="val 11690077"/>
              <a:gd name="f1396" fmla="val 3131969"/>
              <a:gd name="f1397" fmla="val 11658197"/>
              <a:gd name="f1398" fmla="val 3134950"/>
              <a:gd name="f1399" fmla="val 11625822"/>
              <a:gd name="f1400" fmla="val 3135477"/>
              <a:gd name="f1401" fmla="val 3137103"/>
              <a:gd name="f1402" fmla="val 3136608"/>
              <a:gd name="f1403" fmla="val 11608179"/>
              <a:gd name="f1404" fmla="val 3136641"/>
              <a:gd name="f1405" fmla="val 11607613"/>
              <a:gd name="f1406" fmla="val 3132839"/>
              <a:gd name="f1407" fmla="val 3129023"/>
              <a:gd name="f1408" fmla="val 3125201"/>
              <a:gd name="f1409" fmla="val 3119519"/>
              <a:gd name="f1410" fmla="val 3113850"/>
              <a:gd name="f1411" fmla="val 3108220"/>
              <a:gd name="f1412" fmla="val 3076892"/>
              <a:gd name="f1413" fmla="val 11611364"/>
              <a:gd name="f1414" fmla="val 3046007"/>
              <a:gd name="f1415" fmla="val 11616421"/>
              <a:gd name="f1416" fmla="val 3015763"/>
              <a:gd name="f1417" fmla="val 11616961"/>
              <a:gd name="f1418" fmla="val 3009073"/>
              <a:gd name="f1419" fmla="val 11617130"/>
              <a:gd name="f1420" fmla="val 3009068"/>
              <a:gd name="f1421" fmla="val 11617299"/>
              <a:gd name="f1422" fmla="val 3009063"/>
              <a:gd name="f1423" fmla="val 11617466"/>
              <a:gd name="f1424" fmla="val 3009010"/>
              <a:gd name="f1425" fmla="val 2695154"/>
              <a:gd name="f1426" fmla="val 11889463"/>
              <a:gd name="f1427" fmla="val 2438329"/>
              <a:gd name="f1428" fmla="val 2302594"/>
              <a:gd name="f1429" fmla="val 2304217"/>
              <a:gd name="f1430" fmla="val 2304744"/>
              <a:gd name="f1431" fmla="val 2307725"/>
              <a:gd name="f1432" fmla="val 2313282"/>
              <a:gd name="f1433" fmla="val 2312863"/>
              <a:gd name="f1434" fmla="val 2313811"/>
              <a:gd name="f1435" fmla="val 2314821"/>
              <a:gd name="f1436" fmla="val 2315969"/>
              <a:gd name="f1437" fmla="val 11254840"/>
              <a:gd name="f1438" fmla="val 2375367"/>
              <a:gd name="f1439" fmla="val 11535879"/>
              <a:gd name="f1440" fmla="val 2656144"/>
              <a:gd name="f1441" fmla="val 11586156"/>
              <a:gd name="f1442" fmla="val 11586323"/>
              <a:gd name="f1443" fmla="val 11586492"/>
              <a:gd name="f1444" fmla="val 11586661"/>
              <a:gd name="f1445" fmla="val 11587201"/>
              <a:gd name="f1446" fmla="val 11592258"/>
              <a:gd name="f1447" fmla="val 11594708"/>
              <a:gd name="f1448" fmla="val 11594665"/>
              <a:gd name="f1449" fmla="val 11595977"/>
              <a:gd name="f1450" fmla="val 11596036"/>
              <a:gd name="f1451" fmla="val 11596009"/>
              <a:gd name="f1452" fmla="val 11595443"/>
              <a:gd name="f1453" fmla="val 11594944"/>
              <a:gd name="f1454" fmla="val 11594918"/>
              <a:gd name="f1455" fmla="val 11577800"/>
              <a:gd name="f1456" fmla="val 11545425"/>
              <a:gd name="f1457" fmla="val 11513545"/>
              <a:gd name="f1458" fmla="val 11482373"/>
              <a:gd name="f1459" fmla="val 11476796"/>
              <a:gd name="f1460" fmla="val 11471467"/>
              <a:gd name="f1461" fmla="val 11466156"/>
              <a:gd name="f1462" fmla="val 11466040"/>
              <a:gd name="f1463" fmla="val 11107189"/>
              <a:gd name="f1464" fmla="val 3064328"/>
              <a:gd name="f1465" fmla="val 10826150"/>
              <a:gd name="f1466" fmla="val 2783551"/>
              <a:gd name="f1467" fmla="val 2430686"/>
              <a:gd name="f1468" fmla="val 2430633"/>
              <a:gd name="f1469" fmla="val 2430628"/>
              <a:gd name="f1470" fmla="val 2430623"/>
              <a:gd name="f1471" fmla="val 2423947"/>
              <a:gd name="f1472" fmla="val 2393697"/>
              <a:gd name="f1473" fmla="val 2362806"/>
              <a:gd name="f1474" fmla="val 2331471"/>
              <a:gd name="f1475" fmla="val 2325843"/>
              <a:gd name="f1476" fmla="val 2320176"/>
              <a:gd name="f1477" fmla="val 2314495"/>
              <a:gd name="f1478" fmla="val 2303055"/>
              <a:gd name="f1479" fmla="val 2303088"/>
              <a:gd name="f1480" fmla="val 10045429"/>
              <a:gd name="f1481" fmla="val 10040002"/>
              <a:gd name="f1482" fmla="val 10034673"/>
              <a:gd name="f1483" fmla="val 10029096"/>
              <a:gd name="f1484" fmla="val 9997924"/>
              <a:gd name="f1485" fmla="val 9966044"/>
              <a:gd name="f1486" fmla="val 9933669"/>
              <a:gd name="f1487" fmla="val 9916026"/>
              <a:gd name="f1488" fmla="val 9915460"/>
              <a:gd name="f1489" fmla="val 9919211"/>
              <a:gd name="f1490" fmla="val 9924268"/>
              <a:gd name="f1491" fmla="val 9924808"/>
              <a:gd name="f1492" fmla="val 9924977"/>
              <a:gd name="f1493" fmla="val 9925146"/>
              <a:gd name="f1494" fmla="val 9925314"/>
              <a:gd name="f1495" fmla="val 9562687"/>
              <a:gd name="f1496" fmla="val 9843726"/>
              <a:gd name="f1497" fmla="val 9894002"/>
              <a:gd name="f1498" fmla="val 9894170"/>
              <a:gd name="f1499" fmla="val 9894339"/>
              <a:gd name="f1500" fmla="val 9894508"/>
              <a:gd name="f1501" fmla="val 9895048"/>
              <a:gd name="f1502" fmla="val 9900105"/>
              <a:gd name="f1503" fmla="val 9902555"/>
              <a:gd name="f1504" fmla="val 9902512"/>
              <a:gd name="f1505" fmla="val 9903824"/>
              <a:gd name="f1506" fmla="val 9903883"/>
              <a:gd name="f1507" fmla="val 9903856"/>
              <a:gd name="f1508" fmla="val 9903290"/>
              <a:gd name="f1509" fmla="val 9902791"/>
              <a:gd name="f1510" fmla="val 9902765"/>
              <a:gd name="f1511" fmla="val 9885647"/>
              <a:gd name="f1512" fmla="val 9853272"/>
              <a:gd name="f1513" fmla="val 9821392"/>
              <a:gd name="f1514" fmla="val 9790220"/>
              <a:gd name="f1515" fmla="val 9784643"/>
              <a:gd name="f1516" fmla="val 9779314"/>
              <a:gd name="f1517" fmla="val 9774003"/>
              <a:gd name="f1518" fmla="val 9773887"/>
              <a:gd name="f1519" fmla="val 9415036"/>
              <a:gd name="f1520" fmla="val 9133997"/>
              <a:gd name="f1521" fmla="val 8353278"/>
              <a:gd name="f1522" fmla="val 8347851"/>
              <a:gd name="f1523" fmla="val 8342522"/>
              <a:gd name="f1524" fmla="val 8336945"/>
              <a:gd name="f1525" fmla="val 8305773"/>
              <a:gd name="f1526" fmla="val 8273893"/>
              <a:gd name="f1527" fmla="val 8241519"/>
              <a:gd name="f1528" fmla="val 8223875"/>
              <a:gd name="f1529" fmla="val 8223309"/>
              <a:gd name="f1530" fmla="val 8227060"/>
              <a:gd name="f1531" fmla="val 8232117"/>
              <a:gd name="f1532" fmla="val 8232657"/>
              <a:gd name="f1533" fmla="val 8232826"/>
              <a:gd name="f1534" fmla="val 8232995"/>
              <a:gd name="f1535" fmla="val 8233163"/>
              <a:gd name="f1536" fmla="val 7870536"/>
              <a:gd name="f1537" fmla="val 8151575"/>
              <a:gd name="f1538" fmla="val 8201852"/>
              <a:gd name="f1539" fmla="val 8202019"/>
              <a:gd name="f1540" fmla="val 8202189"/>
              <a:gd name="f1541" fmla="val 8202357"/>
              <a:gd name="f1542" fmla="val 8202898"/>
              <a:gd name="f1543" fmla="val 8207954"/>
              <a:gd name="f1544" fmla="val 8210404"/>
              <a:gd name="f1545" fmla="val 8210362"/>
              <a:gd name="f1546" fmla="val 8211674"/>
              <a:gd name="f1547" fmla="val 8211732"/>
              <a:gd name="f1548" fmla="val 8211705"/>
              <a:gd name="f1549" fmla="val 8211139"/>
              <a:gd name="f1550" fmla="val 8210640"/>
              <a:gd name="f1551" fmla="val 8210614"/>
              <a:gd name="f1552" fmla="val 8193496"/>
              <a:gd name="f1553" fmla="val 8161122"/>
              <a:gd name="f1554" fmla="val 8129241"/>
              <a:gd name="f1555" fmla="val 8098069"/>
              <a:gd name="f1556" fmla="val 8092492"/>
              <a:gd name="f1557" fmla="val 8087163"/>
              <a:gd name="f1558" fmla="val 8081853"/>
              <a:gd name="f1559" fmla="val 8081737"/>
              <a:gd name="f1560" fmla="val 7722885"/>
              <a:gd name="f1561" fmla="val 7441846"/>
              <a:gd name="f1562" fmla="val 7352337"/>
              <a:gd name="f1563" fmla="val 7351629"/>
              <a:gd name="f1564" fmla="val 7351293"/>
              <a:gd name="f1565" fmla="val 6661127"/>
              <a:gd name="f1566" fmla="val 6655700"/>
              <a:gd name="f1567" fmla="val 6650371"/>
              <a:gd name="f1568" fmla="val 6644794"/>
              <a:gd name="f1569" fmla="val 6613622"/>
              <a:gd name="f1570" fmla="val 6581742"/>
              <a:gd name="f1571" fmla="val 6549368"/>
              <a:gd name="f1572" fmla="val 6531724"/>
              <a:gd name="f1573" fmla="val 6531158"/>
              <a:gd name="f1574" fmla="val 6534909"/>
              <a:gd name="f1575" fmla="val 6539966"/>
              <a:gd name="f1576" fmla="val 6540506"/>
              <a:gd name="f1577" fmla="val 6540675"/>
              <a:gd name="f1578" fmla="val 6540844"/>
              <a:gd name="f1579" fmla="val 6541012"/>
              <a:gd name="f1580" fmla="val 7231178"/>
              <a:gd name="f1581" fmla="val 7278691"/>
              <a:gd name="f1582" fmla="val 7342969"/>
              <a:gd name="f1583" fmla="val 6178385"/>
              <a:gd name="f1584" fmla="val 6459424"/>
              <a:gd name="f1585" fmla="val 6509700"/>
              <a:gd name="f1586" fmla="val 6509868"/>
              <a:gd name="f1587" fmla="val 6510037"/>
              <a:gd name="f1588" fmla="val 6510206"/>
              <a:gd name="f1589" fmla="val 6510746"/>
              <a:gd name="f1590" fmla="val 6515803"/>
              <a:gd name="f1591" fmla="val 6518252"/>
              <a:gd name="f1592" fmla="val 6518210"/>
              <a:gd name="f1593" fmla="val 6519522"/>
              <a:gd name="f1594" fmla="val 6519581"/>
              <a:gd name="f1595" fmla="val 6519554"/>
              <a:gd name="f1596" fmla="val 6518988"/>
              <a:gd name="f1597" fmla="val 6518489"/>
              <a:gd name="f1598" fmla="val 6518463"/>
              <a:gd name="f1599" fmla="val 6501344"/>
              <a:gd name="f1600" fmla="val 6468970"/>
              <a:gd name="f1601" fmla="val 6437090"/>
              <a:gd name="f1602" fmla="val 6405918"/>
              <a:gd name="f1603" fmla="val 6400341"/>
              <a:gd name="f1604" fmla="val 6395012"/>
              <a:gd name="f1605" fmla="val 6389701"/>
              <a:gd name="f1606" fmla="val 6389585"/>
              <a:gd name="f1607" fmla="val 6030734"/>
              <a:gd name="f1608" fmla="val 5749695"/>
              <a:gd name="f1609" fmla="val 4968975"/>
              <a:gd name="f1610" fmla="val 4963549"/>
              <a:gd name="f1611" fmla="val 4958220"/>
              <a:gd name="f1612" fmla="val 4952643"/>
              <a:gd name="f1613" fmla="val 4921471"/>
              <a:gd name="f1614" fmla="val 4889590"/>
              <a:gd name="f1615" fmla="val 4857216"/>
              <a:gd name="f1616" fmla="val 4839573"/>
              <a:gd name="f1617" fmla="val 4839007"/>
              <a:gd name="f1618" fmla="val 4842758"/>
              <a:gd name="f1619" fmla="val 4847814"/>
              <a:gd name="f1620" fmla="val 4848355"/>
              <a:gd name="f1621" fmla="val 4848523"/>
              <a:gd name="f1622" fmla="val 4848693"/>
              <a:gd name="f1623" fmla="val 4848860"/>
              <a:gd name="f1624" fmla="val 4486234"/>
              <a:gd name="f1625" fmla="val 4767273"/>
              <a:gd name="f1626" fmla="val 4817549"/>
              <a:gd name="f1627" fmla="val 4817717"/>
              <a:gd name="f1628" fmla="val 4817886"/>
              <a:gd name="f1629" fmla="val 4818055"/>
              <a:gd name="f1630" fmla="val 4818595"/>
              <a:gd name="f1631" fmla="val 4823652"/>
              <a:gd name="f1632" fmla="val 4826101"/>
              <a:gd name="f1633" fmla="val 4826059"/>
              <a:gd name="f1634" fmla="val 4827371"/>
              <a:gd name="f1635" fmla="val 4827430"/>
              <a:gd name="f1636" fmla="val 4827403"/>
              <a:gd name="f1637" fmla="val 4826837"/>
              <a:gd name="f1638" fmla="val 4826338"/>
              <a:gd name="f1639" fmla="val 4826312"/>
              <a:gd name="f1640" fmla="val 4809193"/>
              <a:gd name="f1641" fmla="val 4776819"/>
              <a:gd name="f1642" fmla="val 4744939"/>
              <a:gd name="f1643" fmla="val 4713767"/>
              <a:gd name="f1644" fmla="val 4708190"/>
              <a:gd name="f1645" fmla="val 4702861"/>
              <a:gd name="f1646" fmla="val 4697550"/>
              <a:gd name="f1647" fmla="val 4697434"/>
              <a:gd name="f1648" fmla="val 4338583"/>
              <a:gd name="f1649" fmla="val 4057544"/>
              <a:gd name="f1650" fmla="val 3276825"/>
              <a:gd name="f1651" fmla="val 3271398"/>
              <a:gd name="f1652" fmla="val 3266069"/>
              <a:gd name="f1653" fmla="val 3260492"/>
              <a:gd name="f1654" fmla="val 3229320"/>
              <a:gd name="f1655" fmla="val 3197440"/>
              <a:gd name="f1656" fmla="val 3165065"/>
              <a:gd name="f1657" fmla="val 3147422"/>
              <a:gd name="f1658" fmla="val 3146856"/>
              <a:gd name="f1659" fmla="val 3150607"/>
              <a:gd name="f1660" fmla="val 3155663"/>
              <a:gd name="f1661" fmla="val 3156204"/>
              <a:gd name="f1662" fmla="val 3156372"/>
              <a:gd name="f1663" fmla="val 3156542"/>
              <a:gd name="f1664" fmla="val 3156709"/>
              <a:gd name="f1665" fmla="val 2794083"/>
              <a:gd name="f1666" fmla="val 3075122"/>
              <a:gd name="f1667" fmla="val 3125398"/>
              <a:gd name="f1668" fmla="val 3125566"/>
              <a:gd name="f1669" fmla="val 3125735"/>
              <a:gd name="f1670" fmla="val 3125904"/>
              <a:gd name="f1671" fmla="val 3126444"/>
              <a:gd name="f1672" fmla="val 3131501"/>
              <a:gd name="f1673" fmla="val 3133950"/>
              <a:gd name="f1674" fmla="val 3133908"/>
              <a:gd name="f1675" fmla="val 3135220"/>
              <a:gd name="f1676" fmla="val 3135279"/>
              <a:gd name="f1677" fmla="val 3135252"/>
              <a:gd name="f1678" fmla="val 3134686"/>
              <a:gd name="f1679" fmla="val 3134187"/>
              <a:gd name="f1680" fmla="val 3134161"/>
              <a:gd name="f1681" fmla="val 3117042"/>
              <a:gd name="f1682" fmla="val 3084668"/>
              <a:gd name="f1683" fmla="val 3052788"/>
              <a:gd name="f1684" fmla="val 3021616"/>
              <a:gd name="f1685" fmla="val 3016039"/>
              <a:gd name="f1686" fmla="val 3010710"/>
              <a:gd name="f1687" fmla="val 3005399"/>
              <a:gd name="f1688" fmla="val 3005283"/>
              <a:gd name="f1689" fmla="val 2646432"/>
              <a:gd name="f1690" fmla="val 2365393"/>
              <a:gd name="f1691" fmla="val 1584673"/>
              <a:gd name="f1692" fmla="val 1579247"/>
              <a:gd name="f1693" fmla="val 1573918"/>
              <a:gd name="f1694" fmla="val 1568341"/>
              <a:gd name="f1695" fmla="val 1537169"/>
              <a:gd name="f1696" fmla="val 1505289"/>
              <a:gd name="f1697" fmla="val 1472914"/>
              <a:gd name="f1698" fmla="val 1455271"/>
              <a:gd name="f1699" fmla="val 1454705"/>
              <a:gd name="f1700" fmla="val 1458456"/>
              <a:gd name="f1701" fmla="val 1463513"/>
              <a:gd name="f1702" fmla="val 1464053"/>
              <a:gd name="f1703" fmla="val 1464221"/>
              <a:gd name="f1704" fmla="val 1464391"/>
              <a:gd name="f1705" fmla="val 1464558"/>
              <a:gd name="f1706" fmla="val 1101932"/>
              <a:gd name="f1707" fmla="val 1382971"/>
              <a:gd name="f1708" fmla="val 1433247"/>
              <a:gd name="f1709" fmla="val 1433415"/>
              <a:gd name="f1710" fmla="val 1433584"/>
              <a:gd name="f1711" fmla="val 1433753"/>
              <a:gd name="f1712" fmla="val 1434293"/>
              <a:gd name="f1713" fmla="val 1439350"/>
              <a:gd name="f1714" fmla="val 1441799"/>
              <a:gd name="f1715" fmla="val 1441757"/>
              <a:gd name="f1716" fmla="val 1443069"/>
              <a:gd name="f1717" fmla="val 1443128"/>
              <a:gd name="f1718" fmla="val 1443101"/>
              <a:gd name="f1719" fmla="val 1442535"/>
              <a:gd name="f1720" fmla="val 1442036"/>
              <a:gd name="f1721" fmla="val 1442010"/>
              <a:gd name="f1722" fmla="val 1424891"/>
              <a:gd name="f1723" fmla="val 1392517"/>
              <a:gd name="f1724" fmla="val 1360637"/>
              <a:gd name="f1725" fmla="val 1329465"/>
              <a:gd name="f1726" fmla="val 1323888"/>
              <a:gd name="f1727" fmla="val 1318559"/>
              <a:gd name="f1728" fmla="val 1313248"/>
              <a:gd name="f1729" fmla="val 1313132"/>
              <a:gd name="f1730" fmla="val 954281"/>
              <a:gd name="f1731" fmla="val 673242"/>
              <a:gd name="f1732" fmla="val 2747315"/>
              <a:gd name="f1733" fmla="val 306662"/>
              <a:gd name="f1734" fmla="val 3005901"/>
              <a:gd name="f1735" fmla="val 3097101"/>
              <a:gd name="f1736" fmla="val 2964763"/>
              <a:gd name="f1737" fmla="val 229298"/>
              <a:gd name="f1738" fmla="val 2881926"/>
              <a:gd name="f1739" fmla="val 402181"/>
              <a:gd name="f1740" fmla="val 2686530"/>
              <a:gd name="f1741" fmla="val 2488309"/>
              <a:gd name="f1742" fmla="val 2603574"/>
              <a:gd name="f1743" fmla="val 2761314"/>
              <a:gd name="f1744" fmla="val 2554520"/>
              <a:gd name="f1745" fmla="val 2431613"/>
              <a:gd name="f1746" fmla="val 2345825"/>
              <a:gd name="f1747" fmla="val 1608087"/>
              <a:gd name="f1748" fmla="val 1666766"/>
              <a:gd name="f1749" fmla="val 1879876"/>
              <a:gd name="f1750" fmla="val 2148655"/>
              <a:gd name="f1751" fmla="val 2089976"/>
              <a:gd name="f1752" fmla="val 1876866"/>
              <a:gd name="f1753" fmla="val 1504081"/>
              <a:gd name="f1754" fmla="val 1594561"/>
              <a:gd name="f1755" fmla="val 1851117"/>
              <a:gd name="f1756" fmla="val 2165262"/>
              <a:gd name="f1757" fmla="val 2165315"/>
              <a:gd name="f1758" fmla="val 2165320"/>
              <a:gd name="f1759" fmla="val 2165325"/>
              <a:gd name="f1760" fmla="val 2171962"/>
              <a:gd name="f1761" fmla="val 2201969"/>
              <a:gd name="f1762" fmla="val 2232611"/>
              <a:gd name="f1763" fmla="val 2263693"/>
              <a:gd name="f1764" fmla="val 2269279"/>
              <a:gd name="f1765" fmla="val 2274903"/>
              <a:gd name="f1766" fmla="val 2280541"/>
              <a:gd name="f1767" fmla="val 2284333"/>
              <a:gd name="f1768" fmla="val 2288119"/>
              <a:gd name="f1769" fmla="val 2291891"/>
              <a:gd name="f1770" fmla="val 2291858"/>
              <a:gd name="f1771" fmla="val 2292349"/>
              <a:gd name="f1772" fmla="val 2290736"/>
              <a:gd name="f1773" fmla="val 2290213"/>
              <a:gd name="f1774" fmla="val 2287255"/>
              <a:gd name="f1775" fmla="val 2281745"/>
              <a:gd name="f1776" fmla="val 2282161"/>
              <a:gd name="f1777" fmla="val 2281220"/>
              <a:gd name="f1778" fmla="val 2280217"/>
              <a:gd name="f1779" fmla="val 2279078"/>
              <a:gd name="f1780" fmla="val 2249456"/>
              <a:gd name="f1781" fmla="val 2164343"/>
              <a:gd name="f1782" fmla="val 2042401"/>
              <a:gd name="f1783" fmla="val 1837231"/>
              <a:gd name="f1784" fmla="val 1993737"/>
              <a:gd name="f1785" fmla="val 2108093"/>
              <a:gd name="f1786" fmla="val 1911427"/>
              <a:gd name="f1787" fmla="val 1717565"/>
              <a:gd name="f1788" fmla="val 1635380"/>
              <a:gd name="f1789" fmla="val 1464394"/>
              <a:gd name="f1790" fmla="val 1466004"/>
              <a:gd name="f1791" fmla="val 1466527"/>
              <a:gd name="f1792" fmla="val 1469485"/>
              <a:gd name="f1793" fmla="val 1474998"/>
              <a:gd name="f1794" fmla="val 1474582"/>
              <a:gd name="f1795" fmla="val 1475523"/>
              <a:gd name="f1796" fmla="val 1476525"/>
              <a:gd name="f1797" fmla="val 1477664"/>
              <a:gd name="f1798" fmla="val 1506650"/>
              <a:gd name="f1799" fmla="val 1588774"/>
              <a:gd name="f1800" fmla="val 1706842"/>
              <a:gd name="f1801" fmla="val 1906833"/>
              <a:gd name="f1802" fmla="val 1756811"/>
              <a:gd name="f1803" fmla="val 1647542"/>
              <a:gd name="f1804" fmla="val 1608088"/>
              <a:gd name="f1805" fmla="val 1842524"/>
              <a:gd name="f1806" fmla="val 2034608"/>
              <a:gd name="f1807" fmla="val 2118654"/>
              <a:gd name="f1808" fmla="val 2250657"/>
              <a:gd name="f1809" fmla="val 2157681"/>
              <a:gd name="f1810" fmla="val 1902872"/>
              <a:gd name="f1811" fmla="val 1591480"/>
              <a:gd name="f1812" fmla="val 1591427"/>
              <a:gd name="f1813" fmla="val 1591423"/>
              <a:gd name="f1814" fmla="val 1591418"/>
              <a:gd name="f1815" fmla="val 1584794"/>
              <a:gd name="f1816" fmla="val 1554782"/>
              <a:gd name="f1817" fmla="val 1524133"/>
              <a:gd name="f1818" fmla="val 1493044"/>
              <a:gd name="f1819" fmla="val 1487460"/>
              <a:gd name="f1820" fmla="val 1481838"/>
              <a:gd name="f1821" fmla="val 1476202"/>
              <a:gd name="f1822" fmla="val 1464851"/>
              <a:gd name="f1823" fmla="val 1464884"/>
              <a:gd name="f1824" fmla="val 1464852"/>
              <a:gd name="f1825" fmla="val 1941574"/>
              <a:gd name="f1826" fmla="val 2220146"/>
              <a:gd name="f1827" fmla="val 1815167"/>
              <a:gd name="f1828" fmla="val 1536596"/>
              <a:gd name="f1829" fmla="val 750600"/>
              <a:gd name="f1830" fmla="val 1021506"/>
              <a:gd name="f1831" fmla="val 1236303"/>
              <a:gd name="f1832" fmla="val 1295446"/>
              <a:gd name="f1833" fmla="val 1024540"/>
              <a:gd name="f1834" fmla="val 809743"/>
              <a:gd name="f1835" fmla="val 647790"/>
              <a:gd name="f1836" fmla="val 780838"/>
              <a:gd name="f1837" fmla="val 865550"/>
              <a:gd name="f1838" fmla="val 1059155"/>
              <a:gd name="f1839" fmla="val 1255679"/>
              <a:gd name="f1840" fmla="val 1145540"/>
              <a:gd name="f1841" fmla="val 994335"/>
              <a:gd name="f1842" fmla="val 1195909"/>
              <a:gd name="f1843" fmla="val 1314911"/>
              <a:gd name="f1844" fmla="val 1397686"/>
              <a:gd name="f1845" fmla="val 1426902"/>
              <a:gd name="f1846" fmla="val 1428050"/>
              <a:gd name="f1847" fmla="val 1429061"/>
              <a:gd name="f1848" fmla="val 1430009"/>
              <a:gd name="f1849" fmla="val 1429590"/>
              <a:gd name="f1850" fmla="val 1435144"/>
              <a:gd name="f1851" fmla="val 1438125"/>
              <a:gd name="f1852" fmla="val 1438652"/>
              <a:gd name="f1853" fmla="val 1440278"/>
              <a:gd name="f1854" fmla="val 1439783"/>
              <a:gd name="f1855" fmla="val 1439816"/>
              <a:gd name="f1856" fmla="val 1436014"/>
              <a:gd name="f1857" fmla="val 1432198"/>
              <a:gd name="f1858" fmla="val 1428376"/>
              <a:gd name="f1859" fmla="val 1422694"/>
              <a:gd name="f1860" fmla="val 1417025"/>
              <a:gd name="f1861" fmla="val 1411395"/>
              <a:gd name="f1862" fmla="val 1380067"/>
              <a:gd name="f1863" fmla="val 1349182"/>
              <a:gd name="f1864" fmla="val 1318938"/>
              <a:gd name="f1865" fmla="val 1312248"/>
              <a:gd name="f1866" fmla="val 1312243"/>
              <a:gd name="f1867" fmla="val 1312238"/>
              <a:gd name="f1868" fmla="val 1312185"/>
              <a:gd name="f1869" fmla="val 998329"/>
              <a:gd name="f1870" fmla="val 741504"/>
              <a:gd name="f1871" fmla="val 605769"/>
              <a:gd name="f1872" fmla="val 607392"/>
              <a:gd name="f1873" fmla="val 607919"/>
              <a:gd name="f1874" fmla="val 610900"/>
              <a:gd name="f1875" fmla="val 616457"/>
              <a:gd name="f1876" fmla="val 616038"/>
              <a:gd name="f1877" fmla="val 616986"/>
              <a:gd name="f1878" fmla="val 617996"/>
              <a:gd name="f1879" fmla="val 619144"/>
              <a:gd name="f1880" fmla="val 678542"/>
              <a:gd name="f1881" fmla="val 959319"/>
              <a:gd name="f1882" fmla="val 1367503"/>
              <a:gd name="f1883" fmla="val 1086726"/>
              <a:gd name="f1884" fmla="val 733861"/>
              <a:gd name="f1885" fmla="val 733808"/>
              <a:gd name="f1886" fmla="val 733803"/>
              <a:gd name="f1887" fmla="val 733798"/>
              <a:gd name="f1888" fmla="val 727122"/>
              <a:gd name="f1889" fmla="val 696872"/>
              <a:gd name="f1890" fmla="val 665981"/>
              <a:gd name="f1891" fmla="val 634646"/>
              <a:gd name="f1892" fmla="val 629018"/>
              <a:gd name="f1893" fmla="val 623351"/>
              <a:gd name="f1894" fmla="val 617670"/>
              <a:gd name="f1895" fmla="val 606230"/>
              <a:gd name="f1896" fmla="val 606263"/>
              <a:gd name="f1897" fmla="val 1050490"/>
              <a:gd name="f1898" fmla="val 1309076"/>
              <a:gd name="f1899" fmla="val 1400276"/>
              <a:gd name="f1900" fmla="val 1267938"/>
              <a:gd name="f1901" fmla="val 1185101"/>
              <a:gd name="f1902" fmla="val 989705"/>
              <a:gd name="f1903" fmla="val 791484"/>
              <a:gd name="f1904" fmla="val 906749"/>
              <a:gd name="f1905" fmla="val 1064489"/>
              <a:gd name="f1906" fmla="val 857695"/>
              <a:gd name="f1907" fmla="val 734788"/>
              <a:gd name="f1908" fmla="val 649000"/>
              <a:gd name="f1909" fmla="val 11969013"/>
              <a:gd name="f1910" fmla="val 12180097"/>
              <a:gd name="f1911" fmla="val 12184579"/>
              <a:gd name="f1912" fmla="val 2797"/>
              <a:gd name="f1913" fmla="val 12188307"/>
              <a:gd name="f1914" fmla="val 6390"/>
              <a:gd name="f1915" fmla="val 10016"/>
              <a:gd name="f1916" fmla="val 210008"/>
              <a:gd name="f1917" fmla="val 12135666"/>
              <a:gd name="f1918" fmla="val 124006"/>
              <a:gd name="f1919" fmla="val 12059786"/>
              <a:gd name="f1920" fmla="val 51396"/>
              <a:gd name="f1921" fmla="val 11640695"/>
              <a:gd name="f1922" fmla="val 11775234"/>
              <a:gd name="f1923" fmla="val 11842228"/>
              <a:gd name="f1924" fmla="val 193636"/>
              <a:gd name="f1925" fmla="val 11995970"/>
              <a:gd name="f1926" fmla="val 348667"/>
              <a:gd name="f1927" fmla="val 421829"/>
              <a:gd name="f1928" fmla="val 553832"/>
              <a:gd name="f1929" fmla="val 11924422"/>
              <a:gd name="f1930" fmla="val 471599"/>
              <a:gd name="f1931" fmla="val 11715712"/>
              <a:gd name="f1932" fmla="val 262771"/>
              <a:gd name="f1933" fmla="val 11023379"/>
              <a:gd name="f1934" fmla="val 11232088"/>
              <a:gd name="f1935" fmla="val 11066618"/>
              <a:gd name="f1936" fmla="val 98005"/>
              <a:gd name="f1937" fmla="val 10947209"/>
              <a:gd name="f1938" fmla="val 260867"/>
              <a:gd name="f1939" fmla="val 451830"/>
              <a:gd name="f1940" fmla="val 11153410"/>
              <a:gd name="f1941" fmla="val 399791"/>
              <a:gd name="f1942" fmla="val 11350000"/>
              <a:gd name="f1943" fmla="val 226290"/>
              <a:gd name="f1944" fmla="val 11427896"/>
              <a:gd name="f1945" fmla="val 11561912"/>
              <a:gd name="f1946" fmla="val 11477134"/>
              <a:gd name="f1947" fmla="val 299826"/>
              <a:gd name="f1948" fmla="val 11217862"/>
              <a:gd name="f1949" fmla="val 529393"/>
              <a:gd name="f1950" fmla="val 582253"/>
              <a:gd name="f1951" fmla="val 583392"/>
              <a:gd name="f1952" fmla="val 584395"/>
              <a:gd name="f1953" fmla="val 585336"/>
              <a:gd name="f1954" fmla="val 584920"/>
              <a:gd name="f1955" fmla="val 590430"/>
              <a:gd name="f1956" fmla="val 593388"/>
              <a:gd name="f1957" fmla="val 593911"/>
              <a:gd name="f1958" fmla="val 595524"/>
              <a:gd name="f1959" fmla="val 595033"/>
              <a:gd name="f1960" fmla="val 595066"/>
              <a:gd name="f1961" fmla="val 591293"/>
              <a:gd name="f1962" fmla="val 587507"/>
              <a:gd name="f1963" fmla="val 583715"/>
              <a:gd name="f1964" fmla="val 578078"/>
              <a:gd name="f1965" fmla="val 572454"/>
              <a:gd name="f1966" fmla="val 566868"/>
              <a:gd name="f1967" fmla="val 535786"/>
              <a:gd name="f1968" fmla="val 505143"/>
              <a:gd name="f1969" fmla="val 475137"/>
              <a:gd name="f1970" fmla="val 468500"/>
              <a:gd name="f1971" fmla="val 468495"/>
              <a:gd name="f1972" fmla="val 468490"/>
              <a:gd name="f1973" fmla="val 468437"/>
              <a:gd name="f1974" fmla="val 10802174"/>
              <a:gd name="f1975" fmla="val 285283"/>
              <a:gd name="f1976" fmla="val 10891635"/>
              <a:gd name="f1977" fmla="val 121704"/>
              <a:gd name="f1978" fmla="val 9949555"/>
              <a:gd name="f1979" fmla="val 10083571"/>
              <a:gd name="f1980" fmla="val 10161467"/>
              <a:gd name="f1981" fmla="val 10358057"/>
              <a:gd name="f1982" fmla="val 10564258"/>
              <a:gd name="f1983" fmla="val 10444849"/>
              <a:gd name="f1984" fmla="val 10279379"/>
              <a:gd name="f1985" fmla="val 10488089"/>
              <a:gd name="f1986" fmla="val 10619833"/>
              <a:gd name="f1987" fmla="val 10709293"/>
              <a:gd name="f1988" fmla="val 10293605"/>
              <a:gd name="f1989" fmla="val 10034333"/>
              <a:gd name="f1990" fmla="val 9331225"/>
              <a:gd name="f1991" fmla="val 9539935"/>
              <a:gd name="f1992" fmla="val 9374465"/>
              <a:gd name="f1993" fmla="val 9255056"/>
              <a:gd name="f1994" fmla="val 9461257"/>
              <a:gd name="f1995" fmla="val 9657847"/>
              <a:gd name="f1996" fmla="val 9735743"/>
              <a:gd name="f1997" fmla="val 9869759"/>
              <a:gd name="f1998" fmla="val 9784981"/>
              <a:gd name="f1999" fmla="val 9525709"/>
              <a:gd name="f2000" fmla="val 9110021"/>
              <a:gd name="f2001" fmla="val 9199481"/>
              <a:gd name="f2002" fmla="val 8257405"/>
              <a:gd name="f2003" fmla="val 8391420"/>
              <a:gd name="f2004" fmla="val 8469316"/>
              <a:gd name="f2005" fmla="val 8665906"/>
              <a:gd name="f2006" fmla="val 8872107"/>
              <a:gd name="f2007" fmla="val 8752698"/>
              <a:gd name="f2008" fmla="val 8587228"/>
              <a:gd name="f2009" fmla="val 8795937"/>
              <a:gd name="f2010" fmla="val 8927681"/>
              <a:gd name="f2011" fmla="val 9017142"/>
              <a:gd name="f2012" fmla="val 8601454"/>
              <a:gd name="f2013" fmla="val 8342182"/>
              <a:gd name="f2014" fmla="val 7639075"/>
              <a:gd name="f2015" fmla="val 7847784"/>
              <a:gd name="f2016" fmla="val 7682314"/>
              <a:gd name="f2017" fmla="val 7562905"/>
              <a:gd name="f2018" fmla="val 7769107"/>
              <a:gd name="f2019" fmla="val 7965696"/>
              <a:gd name="f2020" fmla="val 8043592"/>
              <a:gd name="f2021" fmla="val 8177609"/>
              <a:gd name="f2022" fmla="val 8092830"/>
              <a:gd name="f2023" fmla="val 7833558"/>
              <a:gd name="f2024" fmla="val 7417870"/>
              <a:gd name="f2025" fmla="val 7507331"/>
              <a:gd name="f2026" fmla="val 121703"/>
              <a:gd name="f2027" fmla="val 6565254"/>
              <a:gd name="f2028" fmla="val 6699270"/>
              <a:gd name="f2029" fmla="val 6777166"/>
              <a:gd name="f2030" fmla="val 6973755"/>
              <a:gd name="f2031" fmla="val 7179956"/>
              <a:gd name="f2032" fmla="val 7060547"/>
              <a:gd name="f2033" fmla="val 6895077"/>
              <a:gd name="f2034" fmla="val 7103787"/>
              <a:gd name="f2035" fmla="val 7235531"/>
              <a:gd name="f2036" fmla="val 7324992"/>
              <a:gd name="f2037" fmla="val 6909304"/>
              <a:gd name="f2038" fmla="val 6650032"/>
              <a:gd name="f2039" fmla="val 5946924"/>
              <a:gd name="f2040" fmla="val 6155633"/>
              <a:gd name="f2041" fmla="val 5990163"/>
              <a:gd name="f2042" fmla="val 5870754"/>
              <a:gd name="f2043" fmla="val 6076956"/>
              <a:gd name="f2044" fmla="val 6273545"/>
              <a:gd name="f2045" fmla="val 6351441"/>
              <a:gd name="f2046" fmla="val 6485457"/>
              <a:gd name="f2047" fmla="val 6400679"/>
              <a:gd name="f2048" fmla="val 6141407"/>
              <a:gd name="f2049" fmla="val 5725719"/>
              <a:gd name="f2050" fmla="val 5815180"/>
              <a:gd name="f2051" fmla="val 4873102"/>
              <a:gd name="f2052" fmla="val 5007119"/>
              <a:gd name="f2053" fmla="val 5085015"/>
              <a:gd name="f2054" fmla="val 226291"/>
              <a:gd name="f2055" fmla="val 5281604"/>
              <a:gd name="f2056" fmla="val 5487805"/>
              <a:gd name="f2057" fmla="val 5368397"/>
              <a:gd name="f2058" fmla="val 5202927"/>
              <a:gd name="f2059" fmla="val 5411635"/>
              <a:gd name="f2060" fmla="val 5543380"/>
              <a:gd name="f2061" fmla="val 5632840"/>
              <a:gd name="f2062" fmla="val 468499"/>
              <a:gd name="f2063" fmla="val 587508"/>
              <a:gd name="f2064" fmla="val 5217153"/>
              <a:gd name="f2065" fmla="val 4957881"/>
              <a:gd name="f2066" fmla="val 4254773"/>
              <a:gd name="f2067" fmla="val 4463482"/>
              <a:gd name="f2068" fmla="val 4298012"/>
              <a:gd name="f2069" fmla="val 4178603"/>
              <a:gd name="f2070" fmla="val 4384804"/>
              <a:gd name="f2071" fmla="val 4581394"/>
              <a:gd name="f2072" fmla="val 4659290"/>
              <a:gd name="f2073" fmla="val 4793306"/>
              <a:gd name="f2074" fmla="val 4708528"/>
              <a:gd name="f2075" fmla="val 4449256"/>
              <a:gd name="f2076" fmla="val 4033568"/>
              <a:gd name="f2077" fmla="val 4123028"/>
              <a:gd name="f2078" fmla="val 3180951"/>
              <a:gd name="f2079" fmla="val 3314968"/>
              <a:gd name="f2080" fmla="val 3392864"/>
              <a:gd name="f2081" fmla="val 3589453"/>
              <a:gd name="f2082" fmla="val 3795654"/>
              <a:gd name="f2083" fmla="val 3676245"/>
              <a:gd name="f2084" fmla="val 3510776"/>
              <a:gd name="f2085" fmla="val 3719484"/>
              <a:gd name="f2086" fmla="val 3851229"/>
              <a:gd name="f2087" fmla="val 3940689"/>
              <a:gd name="f2088" fmla="val 3525002"/>
              <a:gd name="f2089" fmla="val 3265729"/>
              <a:gd name="f2090" fmla="val 2562622"/>
              <a:gd name="f2091" fmla="val 2771330"/>
              <a:gd name="f2092" fmla="val 2605861"/>
              <a:gd name="f2093" fmla="val 2486452"/>
              <a:gd name="f2094" fmla="val 2692653"/>
              <a:gd name="f2095" fmla="val 2889242"/>
              <a:gd name="f2096" fmla="val 2967139"/>
              <a:gd name="f2097" fmla="val 3101155"/>
              <a:gd name="f2098" fmla="val 3016377"/>
              <a:gd name="f2099" fmla="val 2757105"/>
              <a:gd name="f2100" fmla="val 2341417"/>
              <a:gd name="f2101" fmla="val 2430877"/>
              <a:gd name="f2102" fmla="val 1488800"/>
              <a:gd name="f2103" fmla="val 1622816"/>
              <a:gd name="f2104" fmla="val 1700712"/>
              <a:gd name="f2105" fmla="val 1897302"/>
              <a:gd name="f2106" fmla="val 2103503"/>
              <a:gd name="f2107" fmla="val 1984094"/>
              <a:gd name="f2108" fmla="val 1818624"/>
              <a:gd name="f2109" fmla="val 2027333"/>
              <a:gd name="f2110" fmla="val 2159078"/>
              <a:gd name="f2111" fmla="val 2248538"/>
              <a:gd name="f2112" fmla="val 1832850"/>
              <a:gd name="f2113" fmla="val 1573578"/>
              <a:gd name="f2114" fmla="val 870471"/>
              <a:gd name="f2115" fmla="val 1079179"/>
              <a:gd name="f2116" fmla="val 913710"/>
              <a:gd name="f2117" fmla="val 794301"/>
              <a:gd name="f2118" fmla="val 1000502"/>
              <a:gd name="f2119" fmla="val 1197091"/>
              <a:gd name="f2120" fmla="val 1274988"/>
              <a:gd name="f2121" fmla="val 1409004"/>
              <a:gd name="f2122" fmla="val 1324226"/>
              <a:gd name="f2123" fmla="val 1064954"/>
              <a:gd name="f2124" fmla="val 743078"/>
              <a:gd name="f2125" fmla="val 621918"/>
              <a:gd name="f2126" fmla="val 649266"/>
              <a:gd name="f2127" fmla="val 738726"/>
              <a:gd name="f2128" fmla="val 126374"/>
              <a:gd name="f2129" fmla="val 334376"/>
              <a:gd name="f2130" fmla="val 466684"/>
              <a:gd name="f2131" fmla="val 121261"/>
              <a:gd name="f2132" fmla="val 556352"/>
              <a:gd name="f2133" fmla="val 285035"/>
              <a:gd name="f2134" fmla="val 552631"/>
              <a:gd name="f2135" fmla="val 467518"/>
              <a:gd name="f2136" fmla="val 345575"/>
              <a:gd name="f2137" fmla="val 140406"/>
              <a:gd name="f2138" fmla="val 296912"/>
              <a:gd name="f2139" fmla="val 411268"/>
              <a:gd name="f2140" fmla="val 411344"/>
              <a:gd name="f2141" fmla="val 260824"/>
              <a:gd name="f2142" fmla="val 291889"/>
              <a:gd name="f2143" fmla="val 97931"/>
              <a:gd name="f2144" fmla="*/ f0 1 12192000"/>
              <a:gd name="f2145" fmla="*/ f1 1 4572001"/>
              <a:gd name="f2146" fmla="val f2"/>
              <a:gd name="f2147" fmla="val f3"/>
              <a:gd name="f2148" fmla="val f4"/>
              <a:gd name="f2149" fmla="+- f2148 0 f2146"/>
              <a:gd name="f2150" fmla="+- f2147 0 f2146"/>
              <a:gd name="f2151" fmla="*/ f2150 1 12192000"/>
              <a:gd name="f2152" fmla="*/ f2149 1 4572001"/>
              <a:gd name="f2153" fmla="*/ f2146 1 f2151"/>
              <a:gd name="f2154" fmla="*/ f2147 1 f2151"/>
              <a:gd name="f2155" fmla="*/ f2146 1 f2152"/>
              <a:gd name="f2156" fmla="*/ f2148 1 f2152"/>
              <a:gd name="f2157" fmla="*/ f2153 f2144 1"/>
              <a:gd name="f2158" fmla="*/ f2154 f2144 1"/>
              <a:gd name="f2159" fmla="*/ f2156 f2145 1"/>
              <a:gd name="f2160" fmla="*/ f2155 f2145 1"/>
            </a:gdLst>
            <a:ahLst/>
            <a:cxnLst>
              <a:cxn ang="3cd4">
                <a:pos x="hc" y="t"/>
              </a:cxn>
              <a:cxn ang="0">
                <a:pos x="r" y="vc"/>
              </a:cxn>
              <a:cxn ang="cd4">
                <a:pos x="hc" y="b"/>
              </a:cxn>
              <a:cxn ang="cd2">
                <a:pos x="l" y="vc"/>
              </a:cxn>
            </a:cxnLst>
            <a:rect l="f2157" t="f2160" r="f2158" b="f2159"/>
            <a:pathLst>
              <a:path w="12192000" h="4572001">
                <a:moveTo>
                  <a:pt x="f3" y="f5"/>
                </a:moveTo>
                <a:lnTo>
                  <a:pt x="f3" y="f4"/>
                </a:lnTo>
                <a:lnTo>
                  <a:pt x="f6" y="f4"/>
                </a:lnTo>
                <a:cubicBezTo>
                  <a:pt x="f7" y="f8"/>
                  <a:pt x="f9" y="f10"/>
                  <a:pt x="f3" y="f5"/>
                </a:cubicBezTo>
                <a:close/>
                <a:moveTo>
                  <a:pt x="f3" y="f11"/>
                </a:moveTo>
                <a:lnTo>
                  <a:pt x="f3" y="f12"/>
                </a:lnTo>
                <a:cubicBezTo>
                  <a:pt x="f13" y="f14"/>
                  <a:pt x="f15" y="f16"/>
                  <a:pt x="f17" y="f4"/>
                </a:cubicBezTo>
                <a:lnTo>
                  <a:pt x="f18" y="f4"/>
                </a:lnTo>
                <a:cubicBezTo>
                  <a:pt x="f19" y="f20"/>
                  <a:pt x="f21" y="f22"/>
                  <a:pt x="f3" y="f11"/>
                </a:cubicBezTo>
                <a:close/>
                <a:moveTo>
                  <a:pt x="f23" y="f24"/>
                </a:moveTo>
                <a:lnTo>
                  <a:pt x="f25" y="f26"/>
                </a:lnTo>
                <a:cubicBezTo>
                  <a:pt x="f27" y="f28"/>
                  <a:pt x="f29" y="f30"/>
                  <a:pt x="f31" y="f32"/>
                </a:cubicBezTo>
                <a:cubicBezTo>
                  <a:pt x="f33" y="f34"/>
                  <a:pt x="f35" y="f36"/>
                  <a:pt x="f37" y="f38"/>
                </a:cubicBezTo>
                <a:lnTo>
                  <a:pt x="f39" y="f40"/>
                </a:lnTo>
                <a:cubicBezTo>
                  <a:pt x="f41" y="f42"/>
                  <a:pt x="f43" y="f44"/>
                  <a:pt x="f45" y="f4"/>
                </a:cubicBezTo>
                <a:lnTo>
                  <a:pt x="f46" y="f4"/>
                </a:lnTo>
                <a:cubicBezTo>
                  <a:pt x="f47" y="f48"/>
                  <a:pt x="f49" y="f50"/>
                  <a:pt x="f51" y="f52"/>
                </a:cubicBezTo>
                <a:cubicBezTo>
                  <a:pt x="f53" y="f54"/>
                  <a:pt x="f55" y="f56"/>
                  <a:pt x="f57" y="f4"/>
                </a:cubicBezTo>
                <a:lnTo>
                  <a:pt x="f58" y="f4"/>
                </a:lnTo>
                <a:cubicBezTo>
                  <a:pt x="f59" y="f60"/>
                  <a:pt x="f61" y="f62"/>
                  <a:pt x="f63" y="f64"/>
                </a:cubicBezTo>
                <a:cubicBezTo>
                  <a:pt x="f65" y="f66"/>
                  <a:pt x="f67" y="f68"/>
                  <a:pt x="f69" y="f70"/>
                </a:cubicBezTo>
                <a:lnTo>
                  <a:pt x="f71" y="f72"/>
                </a:lnTo>
                <a:cubicBezTo>
                  <a:pt x="f73" y="f74"/>
                  <a:pt x="f75" y="f76"/>
                  <a:pt x="f77" y="f78"/>
                </a:cubicBezTo>
                <a:cubicBezTo>
                  <a:pt x="f79" y="f80"/>
                  <a:pt x="f81" y="f82"/>
                  <a:pt x="f81" y="f83"/>
                </a:cubicBezTo>
                <a:lnTo>
                  <a:pt x="f84" y="f85"/>
                </a:lnTo>
                <a:lnTo>
                  <a:pt x="f86" y="f87"/>
                </a:lnTo>
                <a:close/>
                <a:moveTo>
                  <a:pt x="f88" y="f24"/>
                </a:moveTo>
                <a:lnTo>
                  <a:pt x="f89" y="f87"/>
                </a:lnTo>
                <a:lnTo>
                  <a:pt x="f90" y="f85"/>
                </a:lnTo>
                <a:lnTo>
                  <a:pt x="f91" y="f83"/>
                </a:lnTo>
                <a:cubicBezTo>
                  <a:pt x="f91" y="f82"/>
                  <a:pt x="f92" y="f80"/>
                  <a:pt x="f93" y="f78"/>
                </a:cubicBezTo>
                <a:cubicBezTo>
                  <a:pt x="f94" y="f76"/>
                  <a:pt x="f95" y="f74"/>
                  <a:pt x="f96" y="f72"/>
                </a:cubicBezTo>
                <a:lnTo>
                  <a:pt x="f97" y="f70"/>
                </a:lnTo>
                <a:cubicBezTo>
                  <a:pt x="f98" y="f68"/>
                  <a:pt x="f99" y="f66"/>
                  <a:pt x="f100" y="f64"/>
                </a:cubicBezTo>
                <a:cubicBezTo>
                  <a:pt x="f101" y="f62"/>
                  <a:pt x="f102" y="f60"/>
                  <a:pt x="f103" y="f4"/>
                </a:cubicBezTo>
                <a:lnTo>
                  <a:pt x="f104" y="f4"/>
                </a:lnTo>
                <a:cubicBezTo>
                  <a:pt x="f105" y="f56"/>
                  <a:pt x="f106" y="f107"/>
                  <a:pt x="f108" y="f52"/>
                </a:cubicBezTo>
                <a:cubicBezTo>
                  <a:pt x="f109" y="f50"/>
                  <a:pt x="f110" y="f48"/>
                  <a:pt x="f111" y="f4"/>
                </a:cubicBezTo>
                <a:lnTo>
                  <a:pt x="f112" y="f4"/>
                </a:lnTo>
                <a:cubicBezTo>
                  <a:pt x="f113" y="f44"/>
                  <a:pt x="f114" y="f42"/>
                  <a:pt x="f115" y="f40"/>
                </a:cubicBezTo>
                <a:lnTo>
                  <a:pt x="f116" y="f38"/>
                </a:lnTo>
                <a:cubicBezTo>
                  <a:pt x="f117" y="f36"/>
                  <a:pt x="f118" y="f34"/>
                  <a:pt x="f119" y="f32"/>
                </a:cubicBezTo>
                <a:cubicBezTo>
                  <a:pt x="f120" y="f30"/>
                  <a:pt x="f121" y="f28"/>
                  <a:pt x="f122" y="f26"/>
                </a:cubicBezTo>
                <a:close/>
                <a:moveTo>
                  <a:pt x="f123" y="f24"/>
                </a:moveTo>
                <a:lnTo>
                  <a:pt x="f124" y="f26"/>
                </a:lnTo>
                <a:cubicBezTo>
                  <a:pt x="f125" y="f28"/>
                  <a:pt x="f126" y="f30"/>
                  <a:pt x="f127" y="f32"/>
                </a:cubicBezTo>
                <a:cubicBezTo>
                  <a:pt x="f128" y="f34"/>
                  <a:pt x="f129" y="f36"/>
                  <a:pt x="f130" y="f38"/>
                </a:cubicBezTo>
                <a:lnTo>
                  <a:pt x="f131" y="f40"/>
                </a:lnTo>
                <a:cubicBezTo>
                  <a:pt x="f132" y="f42"/>
                  <a:pt x="f133" y="f44"/>
                  <a:pt x="f134" y="f4"/>
                </a:cubicBezTo>
                <a:lnTo>
                  <a:pt x="f135" y="f4"/>
                </a:lnTo>
                <a:cubicBezTo>
                  <a:pt x="f136" y="f48"/>
                  <a:pt x="f137" y="f50"/>
                  <a:pt x="f138" y="f52"/>
                </a:cubicBezTo>
                <a:cubicBezTo>
                  <a:pt x="f139" y="f54"/>
                  <a:pt x="f140" y="f56"/>
                  <a:pt x="f141" y="f4"/>
                </a:cubicBezTo>
                <a:lnTo>
                  <a:pt x="f142" y="f4"/>
                </a:lnTo>
                <a:cubicBezTo>
                  <a:pt x="f143" y="f60"/>
                  <a:pt x="f144" y="f62"/>
                  <a:pt x="f145" y="f64"/>
                </a:cubicBezTo>
                <a:cubicBezTo>
                  <a:pt x="f146" y="f66"/>
                  <a:pt x="f147" y="f68"/>
                  <a:pt x="f148" y="f70"/>
                </a:cubicBezTo>
                <a:lnTo>
                  <a:pt x="f149" y="f72"/>
                </a:lnTo>
                <a:cubicBezTo>
                  <a:pt x="f150" y="f74"/>
                  <a:pt x="f151" y="f76"/>
                  <a:pt x="f152" y="f78"/>
                </a:cubicBezTo>
                <a:cubicBezTo>
                  <a:pt x="f153" y="f80"/>
                  <a:pt x="f154" y="f82"/>
                  <a:pt x="f154" y="f83"/>
                </a:cubicBezTo>
                <a:lnTo>
                  <a:pt x="f155" y="f85"/>
                </a:lnTo>
                <a:lnTo>
                  <a:pt x="f156" y="f87"/>
                </a:lnTo>
                <a:close/>
                <a:moveTo>
                  <a:pt x="f157" y="f24"/>
                </a:moveTo>
                <a:lnTo>
                  <a:pt x="f158" y="f87"/>
                </a:lnTo>
                <a:lnTo>
                  <a:pt x="f159" y="f85"/>
                </a:lnTo>
                <a:lnTo>
                  <a:pt x="f160" y="f83"/>
                </a:lnTo>
                <a:cubicBezTo>
                  <a:pt x="f160" y="f82"/>
                  <a:pt x="f161" y="f80"/>
                  <a:pt x="f162" y="f78"/>
                </a:cubicBezTo>
                <a:cubicBezTo>
                  <a:pt x="f163" y="f76"/>
                  <a:pt x="f164" y="f74"/>
                  <a:pt x="f165" y="f72"/>
                </a:cubicBezTo>
                <a:lnTo>
                  <a:pt x="f166" y="f70"/>
                </a:lnTo>
                <a:cubicBezTo>
                  <a:pt x="f167" y="f68"/>
                  <a:pt x="f168" y="f66"/>
                  <a:pt x="f169" y="f64"/>
                </a:cubicBezTo>
                <a:cubicBezTo>
                  <a:pt x="f170" y="f62"/>
                  <a:pt x="f171" y="f60"/>
                  <a:pt x="f172" y="f4"/>
                </a:cubicBezTo>
                <a:lnTo>
                  <a:pt x="f173" y="f4"/>
                </a:lnTo>
                <a:cubicBezTo>
                  <a:pt x="f174" y="f56"/>
                  <a:pt x="f175" y="f54"/>
                  <a:pt x="f176" y="f52"/>
                </a:cubicBezTo>
                <a:cubicBezTo>
                  <a:pt x="f177" y="f50"/>
                  <a:pt x="f178" y="f48"/>
                  <a:pt x="f179" y="f4"/>
                </a:cubicBezTo>
                <a:lnTo>
                  <a:pt x="f180" y="f4"/>
                </a:lnTo>
                <a:cubicBezTo>
                  <a:pt x="f181" y="f44"/>
                  <a:pt x="f182" y="f42"/>
                  <a:pt x="f183" y="f40"/>
                </a:cubicBezTo>
                <a:lnTo>
                  <a:pt x="f184" y="f38"/>
                </a:lnTo>
                <a:cubicBezTo>
                  <a:pt x="f185" y="f36"/>
                  <a:pt x="f186" y="f34"/>
                  <a:pt x="f187" y="f32"/>
                </a:cubicBezTo>
                <a:cubicBezTo>
                  <a:pt x="f188" y="f30"/>
                  <a:pt x="f189" y="f28"/>
                  <a:pt x="f190" y="f26"/>
                </a:cubicBezTo>
                <a:close/>
                <a:moveTo>
                  <a:pt x="f191" y="f24"/>
                </a:moveTo>
                <a:lnTo>
                  <a:pt x="f192" y="f26"/>
                </a:lnTo>
                <a:cubicBezTo>
                  <a:pt x="f193" y="f28"/>
                  <a:pt x="f194" y="f30"/>
                  <a:pt x="f195" y="f32"/>
                </a:cubicBezTo>
                <a:cubicBezTo>
                  <a:pt x="f196" y="f34"/>
                  <a:pt x="f197" y="f36"/>
                  <a:pt x="f198" y="f38"/>
                </a:cubicBezTo>
                <a:lnTo>
                  <a:pt x="f199" y="f40"/>
                </a:lnTo>
                <a:cubicBezTo>
                  <a:pt x="f200" y="f42"/>
                  <a:pt x="f201" y="f44"/>
                  <a:pt x="f202" y="f4"/>
                </a:cubicBezTo>
                <a:lnTo>
                  <a:pt x="f203" y="f4"/>
                </a:lnTo>
                <a:cubicBezTo>
                  <a:pt x="f204" y="f48"/>
                  <a:pt x="f205" y="f50"/>
                  <a:pt x="f206" y="f52"/>
                </a:cubicBezTo>
                <a:cubicBezTo>
                  <a:pt x="f207" y="f107"/>
                  <a:pt x="f208" y="f56"/>
                  <a:pt x="f209" y="f4"/>
                </a:cubicBezTo>
                <a:lnTo>
                  <a:pt x="f210" y="f4"/>
                </a:lnTo>
                <a:cubicBezTo>
                  <a:pt x="f211" y="f60"/>
                  <a:pt x="f212" y="f62"/>
                  <a:pt x="f213" y="f64"/>
                </a:cubicBezTo>
                <a:cubicBezTo>
                  <a:pt x="f214" y="f66"/>
                  <a:pt x="f215" y="f68"/>
                  <a:pt x="f216" y="f70"/>
                </a:cubicBezTo>
                <a:lnTo>
                  <a:pt x="f217" y="f72"/>
                </a:lnTo>
                <a:cubicBezTo>
                  <a:pt x="f218" y="f74"/>
                  <a:pt x="f219" y="f76"/>
                  <a:pt x="f220" y="f78"/>
                </a:cubicBezTo>
                <a:cubicBezTo>
                  <a:pt x="f221" y="f80"/>
                  <a:pt x="f222" y="f82"/>
                  <a:pt x="f222" y="f83"/>
                </a:cubicBezTo>
                <a:lnTo>
                  <a:pt x="f223" y="f85"/>
                </a:lnTo>
                <a:lnTo>
                  <a:pt x="f224" y="f87"/>
                </a:lnTo>
                <a:close/>
                <a:moveTo>
                  <a:pt x="f225" y="f24"/>
                </a:moveTo>
                <a:lnTo>
                  <a:pt x="f226" y="f87"/>
                </a:lnTo>
                <a:lnTo>
                  <a:pt x="f227" y="f85"/>
                </a:lnTo>
                <a:lnTo>
                  <a:pt x="f228" y="f83"/>
                </a:lnTo>
                <a:cubicBezTo>
                  <a:pt x="f228" y="f82"/>
                  <a:pt x="f229" y="f80"/>
                  <a:pt x="f230" y="f78"/>
                </a:cubicBezTo>
                <a:cubicBezTo>
                  <a:pt x="f231" y="f76"/>
                  <a:pt x="f232" y="f74"/>
                  <a:pt x="f233" y="f72"/>
                </a:cubicBezTo>
                <a:lnTo>
                  <a:pt x="f234" y="f70"/>
                </a:lnTo>
                <a:cubicBezTo>
                  <a:pt x="f235" y="f68"/>
                  <a:pt x="f236" y="f66"/>
                  <a:pt x="f237" y="f64"/>
                </a:cubicBezTo>
                <a:cubicBezTo>
                  <a:pt x="f238" y="f62"/>
                  <a:pt x="f239" y="f60"/>
                  <a:pt x="f240" y="f4"/>
                </a:cubicBezTo>
                <a:lnTo>
                  <a:pt x="f241" y="f4"/>
                </a:lnTo>
                <a:cubicBezTo>
                  <a:pt x="f242" y="f56"/>
                  <a:pt x="f243" y="f107"/>
                  <a:pt x="f244" y="f52"/>
                </a:cubicBezTo>
                <a:cubicBezTo>
                  <a:pt x="f245" y="f50"/>
                  <a:pt x="f246" y="f48"/>
                  <a:pt x="f247" y="f4"/>
                </a:cubicBezTo>
                <a:lnTo>
                  <a:pt x="f248" y="f4"/>
                </a:lnTo>
                <a:cubicBezTo>
                  <a:pt x="f249" y="f44"/>
                  <a:pt x="f250" y="f42"/>
                  <a:pt x="f251" y="f40"/>
                </a:cubicBezTo>
                <a:lnTo>
                  <a:pt x="f252" y="f38"/>
                </a:lnTo>
                <a:cubicBezTo>
                  <a:pt x="f253" y="f36"/>
                  <a:pt x="f254" y="f34"/>
                  <a:pt x="f255" y="f32"/>
                </a:cubicBezTo>
                <a:cubicBezTo>
                  <a:pt x="f256" y="f30"/>
                  <a:pt x="f257" y="f28"/>
                  <a:pt x="f258" y="f26"/>
                </a:cubicBezTo>
                <a:close/>
                <a:moveTo>
                  <a:pt x="f259" y="f24"/>
                </a:moveTo>
                <a:lnTo>
                  <a:pt x="f260" y="f26"/>
                </a:lnTo>
                <a:cubicBezTo>
                  <a:pt x="f261" y="f28"/>
                  <a:pt x="f262" y="f30"/>
                  <a:pt x="f263" y="f32"/>
                </a:cubicBezTo>
                <a:cubicBezTo>
                  <a:pt x="f264" y="f34"/>
                  <a:pt x="f265" y="f36"/>
                  <a:pt x="f266" y="f38"/>
                </a:cubicBezTo>
                <a:lnTo>
                  <a:pt x="f267" y="f40"/>
                </a:lnTo>
                <a:cubicBezTo>
                  <a:pt x="f268" y="f42"/>
                  <a:pt x="f269" y="f44"/>
                  <a:pt x="f270" y="f4"/>
                </a:cubicBezTo>
                <a:lnTo>
                  <a:pt x="f271" y="f4"/>
                </a:lnTo>
                <a:cubicBezTo>
                  <a:pt x="f272" y="f48"/>
                  <a:pt x="f273" y="f50"/>
                  <a:pt x="f274" y="f52"/>
                </a:cubicBezTo>
                <a:cubicBezTo>
                  <a:pt x="f275" y="f54"/>
                  <a:pt x="f276" y="f56"/>
                  <a:pt x="f277" y="f4"/>
                </a:cubicBezTo>
                <a:lnTo>
                  <a:pt x="f278" y="f4"/>
                </a:lnTo>
                <a:cubicBezTo>
                  <a:pt x="f279" y="f60"/>
                  <a:pt x="f280" y="f62"/>
                  <a:pt x="f281" y="f64"/>
                </a:cubicBezTo>
                <a:cubicBezTo>
                  <a:pt x="f282" y="f66"/>
                  <a:pt x="f283" y="f68"/>
                  <a:pt x="f284" y="f70"/>
                </a:cubicBezTo>
                <a:lnTo>
                  <a:pt x="f285" y="f72"/>
                </a:lnTo>
                <a:cubicBezTo>
                  <a:pt x="f286" y="f74"/>
                  <a:pt x="f287" y="f76"/>
                  <a:pt x="f288" y="f78"/>
                </a:cubicBezTo>
                <a:cubicBezTo>
                  <a:pt x="f289" y="f80"/>
                  <a:pt x="f290" y="f82"/>
                  <a:pt x="f290" y="f83"/>
                </a:cubicBezTo>
                <a:lnTo>
                  <a:pt x="f291" y="f85"/>
                </a:lnTo>
                <a:lnTo>
                  <a:pt x="f292" y="f87"/>
                </a:lnTo>
                <a:close/>
                <a:moveTo>
                  <a:pt x="f293" y="f24"/>
                </a:moveTo>
                <a:lnTo>
                  <a:pt x="f294" y="f87"/>
                </a:lnTo>
                <a:lnTo>
                  <a:pt x="f295" y="f85"/>
                </a:lnTo>
                <a:lnTo>
                  <a:pt x="f296" y="f83"/>
                </a:lnTo>
                <a:cubicBezTo>
                  <a:pt x="f296" y="f82"/>
                  <a:pt x="f297" y="f80"/>
                  <a:pt x="f298" y="f78"/>
                </a:cubicBezTo>
                <a:cubicBezTo>
                  <a:pt x="f299" y="f76"/>
                  <a:pt x="f300" y="f74"/>
                  <a:pt x="f301" y="f72"/>
                </a:cubicBezTo>
                <a:lnTo>
                  <a:pt x="f302" y="f70"/>
                </a:lnTo>
                <a:cubicBezTo>
                  <a:pt x="f303" y="f68"/>
                  <a:pt x="f304" y="f66"/>
                  <a:pt x="f305" y="f64"/>
                </a:cubicBezTo>
                <a:cubicBezTo>
                  <a:pt x="f306" y="f62"/>
                  <a:pt x="f307" y="f60"/>
                  <a:pt x="f308" y="f4"/>
                </a:cubicBezTo>
                <a:lnTo>
                  <a:pt x="f309" y="f4"/>
                </a:lnTo>
                <a:cubicBezTo>
                  <a:pt x="f310" y="f56"/>
                  <a:pt x="f311" y="f54"/>
                  <a:pt x="f312" y="f52"/>
                </a:cubicBezTo>
                <a:cubicBezTo>
                  <a:pt x="f313" y="f50"/>
                  <a:pt x="f314" y="f48"/>
                  <a:pt x="f315" y="f4"/>
                </a:cubicBezTo>
                <a:lnTo>
                  <a:pt x="f316" y="f4"/>
                </a:lnTo>
                <a:cubicBezTo>
                  <a:pt x="f317" y="f44"/>
                  <a:pt x="f318" y="f42"/>
                  <a:pt x="f319" y="f40"/>
                </a:cubicBezTo>
                <a:lnTo>
                  <a:pt x="f320" y="f38"/>
                </a:lnTo>
                <a:cubicBezTo>
                  <a:pt x="f321" y="f36"/>
                  <a:pt x="f322" y="f34"/>
                  <a:pt x="f323" y="f32"/>
                </a:cubicBezTo>
                <a:cubicBezTo>
                  <a:pt x="f324" y="f30"/>
                  <a:pt x="f325" y="f28"/>
                  <a:pt x="f326" y="f26"/>
                </a:cubicBezTo>
                <a:close/>
                <a:moveTo>
                  <a:pt x="f327" y="f24"/>
                </a:moveTo>
                <a:lnTo>
                  <a:pt x="f328" y="f26"/>
                </a:lnTo>
                <a:cubicBezTo>
                  <a:pt x="f329" y="f28"/>
                  <a:pt x="f330" y="f30"/>
                  <a:pt x="f331" y="f32"/>
                </a:cubicBezTo>
                <a:cubicBezTo>
                  <a:pt x="f332" y="f34"/>
                  <a:pt x="f333" y="f36"/>
                  <a:pt x="f334" y="f38"/>
                </a:cubicBezTo>
                <a:lnTo>
                  <a:pt x="f335" y="f40"/>
                </a:lnTo>
                <a:cubicBezTo>
                  <a:pt x="f336" y="f42"/>
                  <a:pt x="f337" y="f44"/>
                  <a:pt x="f338" y="f4"/>
                </a:cubicBezTo>
                <a:lnTo>
                  <a:pt x="f339" y="f4"/>
                </a:lnTo>
                <a:cubicBezTo>
                  <a:pt x="f340" y="f48"/>
                  <a:pt x="f341" y="f50"/>
                  <a:pt x="f342" y="f52"/>
                </a:cubicBezTo>
                <a:cubicBezTo>
                  <a:pt x="f343" y="f107"/>
                  <a:pt x="f344" y="f56"/>
                  <a:pt x="f345" y="f4"/>
                </a:cubicBezTo>
                <a:lnTo>
                  <a:pt x="f346" y="f4"/>
                </a:lnTo>
                <a:cubicBezTo>
                  <a:pt x="f347" y="f60"/>
                  <a:pt x="f348" y="f62"/>
                  <a:pt x="f349" y="f64"/>
                </a:cubicBezTo>
                <a:cubicBezTo>
                  <a:pt x="f350" y="f66"/>
                  <a:pt x="f351" y="f68"/>
                  <a:pt x="f352" y="f70"/>
                </a:cubicBezTo>
                <a:lnTo>
                  <a:pt x="f353" y="f72"/>
                </a:lnTo>
                <a:cubicBezTo>
                  <a:pt x="f354" y="f74"/>
                  <a:pt x="f355" y="f76"/>
                  <a:pt x="f356" y="f78"/>
                </a:cubicBezTo>
                <a:cubicBezTo>
                  <a:pt x="f357" y="f80"/>
                  <a:pt x="f358" y="f82"/>
                  <a:pt x="f358" y="f83"/>
                </a:cubicBezTo>
                <a:lnTo>
                  <a:pt x="f359" y="f85"/>
                </a:lnTo>
                <a:lnTo>
                  <a:pt x="f360" y="f87"/>
                </a:lnTo>
                <a:close/>
                <a:moveTo>
                  <a:pt x="f361" y="f24"/>
                </a:moveTo>
                <a:lnTo>
                  <a:pt x="f362" y="f87"/>
                </a:lnTo>
                <a:lnTo>
                  <a:pt x="f363" y="f85"/>
                </a:lnTo>
                <a:lnTo>
                  <a:pt x="f364" y="f83"/>
                </a:lnTo>
                <a:cubicBezTo>
                  <a:pt x="f364" y="f82"/>
                  <a:pt x="f365" y="f80"/>
                  <a:pt x="f366" y="f78"/>
                </a:cubicBezTo>
                <a:cubicBezTo>
                  <a:pt x="f367" y="f76"/>
                  <a:pt x="f368" y="f74"/>
                  <a:pt x="f369" y="f72"/>
                </a:cubicBezTo>
                <a:lnTo>
                  <a:pt x="f370" y="f70"/>
                </a:lnTo>
                <a:cubicBezTo>
                  <a:pt x="f371" y="f68"/>
                  <a:pt x="f372" y="f66"/>
                  <a:pt x="f373" y="f64"/>
                </a:cubicBezTo>
                <a:cubicBezTo>
                  <a:pt x="f374" y="f62"/>
                  <a:pt x="f375" y="f60"/>
                  <a:pt x="f376" y="f4"/>
                </a:cubicBezTo>
                <a:lnTo>
                  <a:pt x="f377" y="f4"/>
                </a:lnTo>
                <a:cubicBezTo>
                  <a:pt x="f378" y="f56"/>
                  <a:pt x="f379" y="f54"/>
                  <a:pt x="f380" y="f52"/>
                </a:cubicBezTo>
                <a:cubicBezTo>
                  <a:pt x="f381" y="f50"/>
                  <a:pt x="f382" y="f48"/>
                  <a:pt x="f383" y="f4"/>
                </a:cubicBezTo>
                <a:lnTo>
                  <a:pt x="f384" y="f4"/>
                </a:lnTo>
                <a:cubicBezTo>
                  <a:pt x="f385" y="f44"/>
                  <a:pt x="f386" y="f42"/>
                  <a:pt x="f387" y="f40"/>
                </a:cubicBezTo>
                <a:lnTo>
                  <a:pt x="f388" y="f38"/>
                </a:lnTo>
                <a:cubicBezTo>
                  <a:pt x="f389" y="f36"/>
                  <a:pt x="f390" y="f34"/>
                  <a:pt x="f391" y="f32"/>
                </a:cubicBezTo>
                <a:cubicBezTo>
                  <a:pt x="f392" y="f30"/>
                  <a:pt x="f393" y="f28"/>
                  <a:pt x="f394" y="f26"/>
                </a:cubicBezTo>
                <a:close/>
                <a:moveTo>
                  <a:pt x="f395" y="f24"/>
                </a:moveTo>
                <a:lnTo>
                  <a:pt x="f396" y="f26"/>
                </a:lnTo>
                <a:cubicBezTo>
                  <a:pt x="f397" y="f28"/>
                  <a:pt x="f398" y="f30"/>
                  <a:pt x="f399" y="f32"/>
                </a:cubicBezTo>
                <a:cubicBezTo>
                  <a:pt x="f400" y="f34"/>
                  <a:pt x="f401" y="f36"/>
                  <a:pt x="f402" y="f38"/>
                </a:cubicBezTo>
                <a:lnTo>
                  <a:pt x="f403" y="f40"/>
                </a:lnTo>
                <a:cubicBezTo>
                  <a:pt x="f404" y="f42"/>
                  <a:pt x="f405" y="f44"/>
                  <a:pt x="f406" y="f4"/>
                </a:cubicBezTo>
                <a:lnTo>
                  <a:pt x="f407" y="f4"/>
                </a:lnTo>
                <a:cubicBezTo>
                  <a:pt x="f408" y="f48"/>
                  <a:pt x="f409" y="f50"/>
                  <a:pt x="f410" y="f52"/>
                </a:cubicBezTo>
                <a:cubicBezTo>
                  <a:pt x="f411" y="f54"/>
                  <a:pt x="f412" y="f56"/>
                  <a:pt x="f413" y="f4"/>
                </a:cubicBezTo>
                <a:lnTo>
                  <a:pt x="f414" y="f4"/>
                </a:lnTo>
                <a:cubicBezTo>
                  <a:pt x="f415" y="f60"/>
                  <a:pt x="f416" y="f62"/>
                  <a:pt x="f417" y="f64"/>
                </a:cubicBezTo>
                <a:cubicBezTo>
                  <a:pt x="f418" y="f66"/>
                  <a:pt x="f419" y="f68"/>
                  <a:pt x="f420" y="f70"/>
                </a:cubicBezTo>
                <a:lnTo>
                  <a:pt x="f421" y="f72"/>
                </a:lnTo>
                <a:cubicBezTo>
                  <a:pt x="f422" y="f74"/>
                  <a:pt x="f423" y="f76"/>
                  <a:pt x="f424" y="f78"/>
                </a:cubicBezTo>
                <a:cubicBezTo>
                  <a:pt x="f425" y="f80"/>
                  <a:pt x="f426" y="f82"/>
                  <a:pt x="f426" y="f83"/>
                </a:cubicBezTo>
                <a:lnTo>
                  <a:pt x="f427" y="f85"/>
                </a:lnTo>
                <a:lnTo>
                  <a:pt x="f428" y="f87"/>
                </a:lnTo>
                <a:close/>
                <a:moveTo>
                  <a:pt x="f429" y="f24"/>
                </a:moveTo>
                <a:lnTo>
                  <a:pt x="f430" y="f87"/>
                </a:lnTo>
                <a:lnTo>
                  <a:pt x="f431" y="f85"/>
                </a:lnTo>
                <a:lnTo>
                  <a:pt x="f432" y="f83"/>
                </a:lnTo>
                <a:cubicBezTo>
                  <a:pt x="f432" y="f82"/>
                  <a:pt x="f433" y="f80"/>
                  <a:pt x="f434" y="f78"/>
                </a:cubicBezTo>
                <a:cubicBezTo>
                  <a:pt x="f435" y="f76"/>
                  <a:pt x="f436" y="f74"/>
                  <a:pt x="f437" y="f72"/>
                </a:cubicBezTo>
                <a:lnTo>
                  <a:pt x="f438" y="f70"/>
                </a:lnTo>
                <a:cubicBezTo>
                  <a:pt x="f439" y="f68"/>
                  <a:pt x="f440" y="f66"/>
                  <a:pt x="f441" y="f64"/>
                </a:cubicBezTo>
                <a:cubicBezTo>
                  <a:pt x="f442" y="f62"/>
                  <a:pt x="f443" y="f60"/>
                  <a:pt x="f444" y="f4"/>
                </a:cubicBezTo>
                <a:lnTo>
                  <a:pt x="f445" y="f4"/>
                </a:lnTo>
                <a:cubicBezTo>
                  <a:pt x="f446" y="f56"/>
                  <a:pt x="f447" y="f107"/>
                  <a:pt x="f448" y="f52"/>
                </a:cubicBezTo>
                <a:cubicBezTo>
                  <a:pt x="f449" y="f50"/>
                  <a:pt x="f450" y="f48"/>
                  <a:pt x="f451" y="f4"/>
                </a:cubicBezTo>
                <a:lnTo>
                  <a:pt x="f452" y="f4"/>
                </a:lnTo>
                <a:cubicBezTo>
                  <a:pt x="f453" y="f44"/>
                  <a:pt x="f454" y="f42"/>
                  <a:pt x="f455" y="f40"/>
                </a:cubicBezTo>
                <a:lnTo>
                  <a:pt x="f456" y="f38"/>
                </a:lnTo>
                <a:cubicBezTo>
                  <a:pt x="f457" y="f36"/>
                  <a:pt x="f458" y="f34"/>
                  <a:pt x="f459" y="f32"/>
                </a:cubicBezTo>
                <a:cubicBezTo>
                  <a:pt x="f460" y="f30"/>
                  <a:pt x="f461" y="f28"/>
                  <a:pt x="f462" y="f26"/>
                </a:cubicBezTo>
                <a:close/>
                <a:moveTo>
                  <a:pt x="f463" y="f24"/>
                </a:moveTo>
                <a:lnTo>
                  <a:pt x="f464" y="f26"/>
                </a:lnTo>
                <a:cubicBezTo>
                  <a:pt x="f465" y="f28"/>
                  <a:pt x="f466" y="f30"/>
                  <a:pt x="f467" y="f32"/>
                </a:cubicBezTo>
                <a:cubicBezTo>
                  <a:pt x="f468" y="f34"/>
                  <a:pt x="f469" y="f36"/>
                  <a:pt x="f470" y="f38"/>
                </a:cubicBezTo>
                <a:lnTo>
                  <a:pt x="f471" y="f40"/>
                </a:lnTo>
                <a:cubicBezTo>
                  <a:pt x="f472" y="f42"/>
                  <a:pt x="f473" y="f44"/>
                  <a:pt x="f474" y="f4"/>
                </a:cubicBezTo>
                <a:lnTo>
                  <a:pt x="f475" y="f4"/>
                </a:lnTo>
                <a:cubicBezTo>
                  <a:pt x="f476" y="f48"/>
                  <a:pt x="f477" y="f50"/>
                  <a:pt x="f478" y="f52"/>
                </a:cubicBezTo>
                <a:cubicBezTo>
                  <a:pt x="f479" y="f54"/>
                  <a:pt x="f480" y="f56"/>
                  <a:pt x="f481" y="f4"/>
                </a:cubicBezTo>
                <a:lnTo>
                  <a:pt x="f482" y="f4"/>
                </a:lnTo>
                <a:cubicBezTo>
                  <a:pt x="f483" y="f60"/>
                  <a:pt x="f484" y="f62"/>
                  <a:pt x="f485" y="f64"/>
                </a:cubicBezTo>
                <a:cubicBezTo>
                  <a:pt x="f486" y="f66"/>
                  <a:pt x="f487" y="f68"/>
                  <a:pt x="f488" y="f70"/>
                </a:cubicBezTo>
                <a:lnTo>
                  <a:pt x="f489" y="f72"/>
                </a:lnTo>
                <a:cubicBezTo>
                  <a:pt x="f490" y="f74"/>
                  <a:pt x="f491" y="f76"/>
                  <a:pt x="f492" y="f78"/>
                </a:cubicBezTo>
                <a:cubicBezTo>
                  <a:pt x="f493" y="f80"/>
                  <a:pt x="f494" y="f82"/>
                  <a:pt x="f494" y="f83"/>
                </a:cubicBezTo>
                <a:lnTo>
                  <a:pt x="f495" y="f85"/>
                </a:lnTo>
                <a:lnTo>
                  <a:pt x="f496" y="f87"/>
                </a:lnTo>
                <a:close/>
                <a:moveTo>
                  <a:pt x="f497" y="f24"/>
                </a:moveTo>
                <a:lnTo>
                  <a:pt x="f498" y="f87"/>
                </a:lnTo>
                <a:lnTo>
                  <a:pt x="f499" y="f85"/>
                </a:lnTo>
                <a:lnTo>
                  <a:pt x="f500" y="f83"/>
                </a:lnTo>
                <a:cubicBezTo>
                  <a:pt x="f500" y="f82"/>
                  <a:pt x="f501" y="f80"/>
                  <a:pt x="f502" y="f78"/>
                </a:cubicBezTo>
                <a:cubicBezTo>
                  <a:pt x="f503" y="f76"/>
                  <a:pt x="f504" y="f74"/>
                  <a:pt x="f505" y="f72"/>
                </a:cubicBezTo>
                <a:lnTo>
                  <a:pt x="f506" y="f70"/>
                </a:lnTo>
                <a:cubicBezTo>
                  <a:pt x="f507" y="f68"/>
                  <a:pt x="f508" y="f66"/>
                  <a:pt x="f509" y="f64"/>
                </a:cubicBezTo>
                <a:cubicBezTo>
                  <a:pt x="f510" y="f511"/>
                  <a:pt x="f512" y="f513"/>
                  <a:pt x="f514" y="f4"/>
                </a:cubicBezTo>
                <a:lnTo>
                  <a:pt x="f515" y="f4"/>
                </a:lnTo>
                <a:cubicBezTo>
                  <a:pt x="f516" y="f517"/>
                  <a:pt x="f518" y="f519"/>
                  <a:pt x="f520" y="f52"/>
                </a:cubicBezTo>
                <a:cubicBezTo>
                  <a:pt x="f521" y="f522"/>
                  <a:pt x="f523" y="f524"/>
                  <a:pt x="f2" y="f525"/>
                </a:cubicBezTo>
                <a:lnTo>
                  <a:pt x="f2" y="f526"/>
                </a:lnTo>
                <a:cubicBezTo>
                  <a:pt x="f527" y="f528"/>
                  <a:pt x="f529" y="f530"/>
                  <a:pt x="f531" y="f40"/>
                </a:cubicBezTo>
                <a:lnTo>
                  <a:pt x="f532" y="f38"/>
                </a:lnTo>
                <a:cubicBezTo>
                  <a:pt x="f533" y="f36"/>
                  <a:pt x="f534" y="f34"/>
                  <a:pt x="f535" y="f32"/>
                </a:cubicBezTo>
                <a:cubicBezTo>
                  <a:pt x="f536" y="f30"/>
                  <a:pt x="f537" y="f28"/>
                  <a:pt x="f538" y="f26"/>
                </a:cubicBezTo>
                <a:close/>
                <a:moveTo>
                  <a:pt x="f539" y="f540"/>
                </a:moveTo>
                <a:cubicBezTo>
                  <a:pt x="f541" y="f542"/>
                  <a:pt x="f543" y="f544"/>
                  <a:pt x="f545" y="f546"/>
                </a:cubicBezTo>
                <a:cubicBezTo>
                  <a:pt x="f547" y="f548"/>
                  <a:pt x="f549" y="f550"/>
                  <a:pt x="f539" y="f540"/>
                </a:cubicBezTo>
                <a:close/>
                <a:moveTo>
                  <a:pt x="f551" y="f540"/>
                </a:moveTo>
                <a:cubicBezTo>
                  <a:pt x="f552" y="f550"/>
                  <a:pt x="f553" y="f548"/>
                  <a:pt x="f108" y="f546"/>
                </a:cubicBezTo>
                <a:cubicBezTo>
                  <a:pt x="f554" y="f544"/>
                  <a:pt x="f555" y="f542"/>
                  <a:pt x="f551" y="f540"/>
                </a:cubicBezTo>
                <a:close/>
                <a:moveTo>
                  <a:pt x="f556" y="f540"/>
                </a:moveTo>
                <a:cubicBezTo>
                  <a:pt x="f557" y="f542"/>
                  <a:pt x="f558" y="f544"/>
                  <a:pt x="f559" y="f546"/>
                </a:cubicBezTo>
                <a:cubicBezTo>
                  <a:pt x="f560" y="f548"/>
                  <a:pt x="f561" y="f550"/>
                  <a:pt x="f556" y="f540"/>
                </a:cubicBezTo>
                <a:close/>
                <a:moveTo>
                  <a:pt x="f562" y="f540"/>
                </a:moveTo>
                <a:cubicBezTo>
                  <a:pt x="f563" y="f550"/>
                  <a:pt x="f564" y="f548"/>
                  <a:pt x="f176" y="f546"/>
                </a:cubicBezTo>
                <a:cubicBezTo>
                  <a:pt x="f565" y="f544"/>
                  <a:pt x="f566" y="f542"/>
                  <a:pt x="f562" y="f540"/>
                </a:cubicBezTo>
                <a:close/>
                <a:moveTo>
                  <a:pt x="f567" y="f540"/>
                </a:moveTo>
                <a:cubicBezTo>
                  <a:pt x="f568" y="f542"/>
                  <a:pt x="f569" y="f544"/>
                  <a:pt x="f570" y="f546"/>
                </a:cubicBezTo>
                <a:cubicBezTo>
                  <a:pt x="f571" y="f548"/>
                  <a:pt x="f572" y="f550"/>
                  <a:pt x="f567" y="f540"/>
                </a:cubicBezTo>
                <a:close/>
                <a:moveTo>
                  <a:pt x="f573" y="f540"/>
                </a:moveTo>
                <a:cubicBezTo>
                  <a:pt x="f574" y="f550"/>
                  <a:pt x="f575" y="f548"/>
                  <a:pt x="f244" y="f546"/>
                </a:cubicBezTo>
                <a:cubicBezTo>
                  <a:pt x="f576" y="f544"/>
                  <a:pt x="f577" y="f542"/>
                  <a:pt x="f573" y="f540"/>
                </a:cubicBezTo>
                <a:close/>
                <a:moveTo>
                  <a:pt x="f578" y="f540"/>
                </a:moveTo>
                <a:cubicBezTo>
                  <a:pt x="f579" y="f542"/>
                  <a:pt x="f580" y="f544"/>
                  <a:pt x="f581" y="f546"/>
                </a:cubicBezTo>
                <a:cubicBezTo>
                  <a:pt x="f582" y="f548"/>
                  <a:pt x="f583" y="f550"/>
                  <a:pt x="f578" y="f540"/>
                </a:cubicBezTo>
                <a:close/>
                <a:moveTo>
                  <a:pt x="f584" y="f540"/>
                </a:moveTo>
                <a:cubicBezTo>
                  <a:pt x="f585" y="f550"/>
                  <a:pt x="f586" y="f548"/>
                  <a:pt x="f312" y="f546"/>
                </a:cubicBezTo>
                <a:cubicBezTo>
                  <a:pt x="f587" y="f544"/>
                  <a:pt x="f588" y="f542"/>
                  <a:pt x="f584" y="f540"/>
                </a:cubicBezTo>
                <a:close/>
                <a:moveTo>
                  <a:pt x="f589" y="f540"/>
                </a:moveTo>
                <a:cubicBezTo>
                  <a:pt x="f590" y="f542"/>
                  <a:pt x="f591" y="f544"/>
                  <a:pt x="f592" y="f546"/>
                </a:cubicBezTo>
                <a:cubicBezTo>
                  <a:pt x="f593" y="f548"/>
                  <a:pt x="f594" y="f550"/>
                  <a:pt x="f589" y="f540"/>
                </a:cubicBezTo>
                <a:close/>
                <a:moveTo>
                  <a:pt x="f595" y="f540"/>
                </a:moveTo>
                <a:cubicBezTo>
                  <a:pt x="f596" y="f550"/>
                  <a:pt x="f597" y="f548"/>
                  <a:pt x="f380" y="f546"/>
                </a:cubicBezTo>
                <a:cubicBezTo>
                  <a:pt x="f598" y="f544"/>
                  <a:pt x="f599" y="f542"/>
                  <a:pt x="f595" y="f540"/>
                </a:cubicBezTo>
                <a:close/>
                <a:moveTo>
                  <a:pt x="f600" y="f540"/>
                </a:moveTo>
                <a:cubicBezTo>
                  <a:pt x="f601" y="f542"/>
                  <a:pt x="f602" y="f544"/>
                  <a:pt x="f603" y="f546"/>
                </a:cubicBezTo>
                <a:cubicBezTo>
                  <a:pt x="f604" y="f548"/>
                  <a:pt x="f605" y="f550"/>
                  <a:pt x="f600" y="f540"/>
                </a:cubicBezTo>
                <a:close/>
                <a:moveTo>
                  <a:pt x="f606" y="f540"/>
                </a:moveTo>
                <a:cubicBezTo>
                  <a:pt x="f607" y="f550"/>
                  <a:pt x="f608" y="f548"/>
                  <a:pt x="f448" y="f546"/>
                </a:cubicBezTo>
                <a:cubicBezTo>
                  <a:pt x="f609" y="f544"/>
                  <a:pt x="f610" y="f542"/>
                  <a:pt x="f606" y="f540"/>
                </a:cubicBezTo>
                <a:close/>
                <a:moveTo>
                  <a:pt x="f611" y="f540"/>
                </a:moveTo>
                <a:cubicBezTo>
                  <a:pt x="f612" y="f542"/>
                  <a:pt x="f613" y="f544"/>
                  <a:pt x="f614" y="f546"/>
                </a:cubicBezTo>
                <a:cubicBezTo>
                  <a:pt x="f615" y="f548"/>
                  <a:pt x="f616" y="f550"/>
                  <a:pt x="f611" y="f540"/>
                </a:cubicBezTo>
                <a:close/>
                <a:moveTo>
                  <a:pt x="f2" y="f617"/>
                </a:moveTo>
                <a:cubicBezTo>
                  <a:pt x="f618" y="f619"/>
                  <a:pt x="f620" y="f621"/>
                  <a:pt x="f622" y="f623"/>
                </a:cubicBezTo>
                <a:cubicBezTo>
                  <a:pt x="f624" y="f625"/>
                  <a:pt x="f626" y="f627"/>
                  <a:pt x="f628" y="f629"/>
                </a:cubicBezTo>
                <a:lnTo>
                  <a:pt x="f630" y="f631"/>
                </a:lnTo>
                <a:cubicBezTo>
                  <a:pt x="f632" y="f633"/>
                  <a:pt x="f503" y="f634"/>
                  <a:pt x="f502" y="f635"/>
                </a:cubicBezTo>
                <a:cubicBezTo>
                  <a:pt x="f501" y="f636"/>
                  <a:pt x="f500" y="f637"/>
                  <a:pt x="f500" y="f638"/>
                </a:cubicBezTo>
                <a:cubicBezTo>
                  <a:pt x="f500" y="f639"/>
                  <a:pt x="f640" y="f641"/>
                  <a:pt x="f642" y="f643"/>
                </a:cubicBezTo>
                <a:lnTo>
                  <a:pt x="f498" y="f644"/>
                </a:lnTo>
                <a:lnTo>
                  <a:pt x="f497" y="f645"/>
                </a:lnTo>
                <a:lnTo>
                  <a:pt x="f646" y="f647"/>
                </a:lnTo>
                <a:cubicBezTo>
                  <a:pt x="f648" y="f649"/>
                  <a:pt x="f650" y="f651"/>
                  <a:pt x="f652" y="f653"/>
                </a:cubicBezTo>
                <a:cubicBezTo>
                  <a:pt x="f654" y="f655"/>
                  <a:pt x="f656" y="f657"/>
                  <a:pt x="f532" y="f658"/>
                </a:cubicBezTo>
                <a:lnTo>
                  <a:pt x="f659" y="f660"/>
                </a:lnTo>
                <a:cubicBezTo>
                  <a:pt x="f661" y="f662"/>
                  <a:pt x="f663" y="f664"/>
                  <a:pt x="f2" y="f665"/>
                </a:cubicBezTo>
                <a:lnTo>
                  <a:pt x="f2" y="f666"/>
                </a:lnTo>
                <a:cubicBezTo>
                  <a:pt x="f667" y="f668"/>
                  <a:pt x="f669" y="f670"/>
                  <a:pt x="f520" y="f546"/>
                </a:cubicBezTo>
                <a:cubicBezTo>
                  <a:pt x="f671" y="f672"/>
                  <a:pt x="f673" y="f674"/>
                  <a:pt x="f2" y="f675"/>
                </a:cubicBezTo>
                <a:close/>
                <a:moveTo>
                  <a:pt x="f676" y="f677"/>
                </a:moveTo>
                <a:lnTo>
                  <a:pt x="f678" y="f679"/>
                </a:lnTo>
                <a:cubicBezTo>
                  <a:pt x="f680" y="f681"/>
                  <a:pt x="f682" y="f683"/>
                  <a:pt x="f684" y="f685"/>
                </a:cubicBezTo>
                <a:cubicBezTo>
                  <a:pt x="f686" y="f687"/>
                  <a:pt x="f688" y="f689"/>
                  <a:pt x="f690" y="f691"/>
                </a:cubicBezTo>
                <a:lnTo>
                  <a:pt x="f692" y="f693"/>
                </a:lnTo>
                <a:cubicBezTo>
                  <a:pt x="f694" y="f695"/>
                  <a:pt x="f696" y="f697"/>
                  <a:pt x="f3" y="f698"/>
                </a:cubicBezTo>
                <a:lnTo>
                  <a:pt x="f3" y="f699"/>
                </a:lnTo>
                <a:cubicBezTo>
                  <a:pt x="f700" y="f701"/>
                  <a:pt x="f702" y="f703"/>
                  <a:pt x="f704" y="f540"/>
                </a:cubicBezTo>
                <a:cubicBezTo>
                  <a:pt x="f705" y="f706"/>
                  <a:pt x="f707" y="f708"/>
                  <a:pt x="f3" y="f709"/>
                </a:cubicBezTo>
                <a:lnTo>
                  <a:pt x="f3" y="f710"/>
                </a:lnTo>
                <a:cubicBezTo>
                  <a:pt x="f711" y="f712"/>
                  <a:pt x="f713" y="f714"/>
                  <a:pt x="f715" y="f716"/>
                </a:cubicBezTo>
                <a:cubicBezTo>
                  <a:pt x="f717" y="f718"/>
                  <a:pt x="f719" y="f720"/>
                  <a:pt x="f721" y="f722"/>
                </a:cubicBezTo>
                <a:lnTo>
                  <a:pt x="f723" y="f724"/>
                </a:lnTo>
                <a:cubicBezTo>
                  <a:pt x="f725" y="f726"/>
                  <a:pt x="f727" y="f728"/>
                  <a:pt x="f729" y="f730"/>
                </a:cubicBezTo>
                <a:cubicBezTo>
                  <a:pt x="f731" y="f732"/>
                  <a:pt x="f733" y="f734"/>
                  <a:pt x="f733" y="f735"/>
                </a:cubicBezTo>
                <a:lnTo>
                  <a:pt x="f736" y="f737"/>
                </a:lnTo>
                <a:lnTo>
                  <a:pt x="f738" y="f739"/>
                </a:lnTo>
                <a:close/>
                <a:moveTo>
                  <a:pt x="f740" y="f677"/>
                </a:moveTo>
                <a:lnTo>
                  <a:pt x="f741" y="f739"/>
                </a:lnTo>
                <a:lnTo>
                  <a:pt x="f742" y="f737"/>
                </a:lnTo>
                <a:lnTo>
                  <a:pt x="f743" y="f735"/>
                </a:lnTo>
                <a:cubicBezTo>
                  <a:pt x="f743" y="f734"/>
                  <a:pt x="f744" y="f732"/>
                  <a:pt x="f745" y="f730"/>
                </a:cubicBezTo>
                <a:cubicBezTo>
                  <a:pt x="f746" y="f728"/>
                  <a:pt x="f747" y="f726"/>
                  <a:pt x="f748" y="f724"/>
                </a:cubicBezTo>
                <a:lnTo>
                  <a:pt x="f749" y="f722"/>
                </a:lnTo>
                <a:cubicBezTo>
                  <a:pt x="f750" y="f720"/>
                  <a:pt x="f751" y="f718"/>
                  <a:pt x="f752" y="f716"/>
                </a:cubicBezTo>
                <a:cubicBezTo>
                  <a:pt x="f753" y="f754"/>
                  <a:pt x="f755" y="f756"/>
                  <a:pt x="f757" y="f660"/>
                </a:cubicBezTo>
                <a:lnTo>
                  <a:pt x="f758" y="f658"/>
                </a:lnTo>
                <a:cubicBezTo>
                  <a:pt x="f759" y="f657"/>
                  <a:pt x="f760" y="f655"/>
                  <a:pt x="f761" y="f653"/>
                </a:cubicBezTo>
                <a:cubicBezTo>
                  <a:pt x="f762" y="f651"/>
                  <a:pt x="f763" y="f649"/>
                  <a:pt x="f764" y="f647"/>
                </a:cubicBezTo>
                <a:lnTo>
                  <a:pt x="f765" y="f645"/>
                </a:lnTo>
                <a:lnTo>
                  <a:pt x="f766" y="f644"/>
                </a:lnTo>
                <a:lnTo>
                  <a:pt x="f767" y="f643"/>
                </a:lnTo>
                <a:cubicBezTo>
                  <a:pt x="f768" y="f641"/>
                  <a:pt x="f769" y="f639"/>
                  <a:pt x="f769" y="f638"/>
                </a:cubicBezTo>
                <a:cubicBezTo>
                  <a:pt x="f769" y="f637"/>
                  <a:pt x="f770" y="f636"/>
                  <a:pt x="f771" y="f635"/>
                </a:cubicBezTo>
                <a:cubicBezTo>
                  <a:pt x="f772" y="f634"/>
                  <a:pt x="f773" y="f633"/>
                  <a:pt x="f774" y="f631"/>
                </a:cubicBezTo>
                <a:lnTo>
                  <a:pt x="f775" y="f629"/>
                </a:lnTo>
                <a:cubicBezTo>
                  <a:pt x="f776" y="f627"/>
                  <a:pt x="f777" y="f625"/>
                  <a:pt x="f778" y="f623"/>
                </a:cubicBezTo>
                <a:cubicBezTo>
                  <a:pt x="f779" y="f780"/>
                  <a:pt x="f781" y="f782"/>
                  <a:pt x="f783" y="f693"/>
                </a:cubicBezTo>
                <a:lnTo>
                  <a:pt x="f784" y="f691"/>
                </a:lnTo>
                <a:cubicBezTo>
                  <a:pt x="f785" y="f689"/>
                  <a:pt x="f786" y="f687"/>
                  <a:pt x="f787" y="f685"/>
                </a:cubicBezTo>
                <a:cubicBezTo>
                  <a:pt x="f788" y="f683"/>
                  <a:pt x="f789" y="f681"/>
                  <a:pt x="f790" y="f679"/>
                </a:cubicBezTo>
                <a:close/>
                <a:moveTo>
                  <a:pt x="f791" y="f677"/>
                </a:moveTo>
                <a:lnTo>
                  <a:pt x="f792" y="f679"/>
                </a:lnTo>
                <a:cubicBezTo>
                  <a:pt x="f793" y="f681"/>
                  <a:pt x="f794" y="f683"/>
                  <a:pt x="f795" y="f685"/>
                </a:cubicBezTo>
                <a:cubicBezTo>
                  <a:pt x="f796" y="f687"/>
                  <a:pt x="f797" y="f689"/>
                  <a:pt x="f798" y="f691"/>
                </a:cubicBezTo>
                <a:lnTo>
                  <a:pt x="f799" y="f693"/>
                </a:lnTo>
                <a:cubicBezTo>
                  <a:pt x="f800" y="f782"/>
                  <a:pt x="f801" y="f780"/>
                  <a:pt x="f802" y="f623"/>
                </a:cubicBezTo>
                <a:cubicBezTo>
                  <a:pt x="f803" y="f625"/>
                  <a:pt x="f804" y="f627"/>
                  <a:pt x="f805" y="f629"/>
                </a:cubicBezTo>
                <a:lnTo>
                  <a:pt x="f806" y="f631"/>
                </a:lnTo>
                <a:cubicBezTo>
                  <a:pt x="f807" y="f633"/>
                  <a:pt x="f94" y="f634"/>
                  <a:pt x="f93" y="f635"/>
                </a:cubicBezTo>
                <a:cubicBezTo>
                  <a:pt x="f92" y="f636"/>
                  <a:pt x="f91" y="f637"/>
                  <a:pt x="f91" y="f638"/>
                </a:cubicBezTo>
                <a:cubicBezTo>
                  <a:pt x="f91" y="f639"/>
                  <a:pt x="f808" y="f641"/>
                  <a:pt x="f809" y="f643"/>
                </a:cubicBezTo>
                <a:lnTo>
                  <a:pt x="f89" y="f644"/>
                </a:lnTo>
                <a:lnTo>
                  <a:pt x="f88" y="f645"/>
                </a:lnTo>
                <a:lnTo>
                  <a:pt x="f810" y="f647"/>
                </a:lnTo>
                <a:cubicBezTo>
                  <a:pt x="f811" y="f649"/>
                  <a:pt x="f812" y="f651"/>
                  <a:pt x="f813" y="f653"/>
                </a:cubicBezTo>
                <a:cubicBezTo>
                  <a:pt x="f814" y="f655"/>
                  <a:pt x="f815" y="f657"/>
                  <a:pt x="f116" y="f658"/>
                </a:cubicBezTo>
                <a:lnTo>
                  <a:pt x="f816" y="f660"/>
                </a:lnTo>
                <a:cubicBezTo>
                  <a:pt x="f817" y="f756"/>
                  <a:pt x="f818" y="f754"/>
                  <a:pt x="f819" y="f716"/>
                </a:cubicBezTo>
                <a:cubicBezTo>
                  <a:pt x="f820" y="f718"/>
                  <a:pt x="f821" y="f720"/>
                  <a:pt x="f822" y="f722"/>
                </a:cubicBezTo>
                <a:lnTo>
                  <a:pt x="f823" y="f724"/>
                </a:lnTo>
                <a:cubicBezTo>
                  <a:pt x="f824" y="f726"/>
                  <a:pt x="f825" y="f728"/>
                  <a:pt x="f826" y="f730"/>
                </a:cubicBezTo>
                <a:cubicBezTo>
                  <a:pt x="f827" y="f732"/>
                  <a:pt x="f828" y="f734"/>
                  <a:pt x="f828" y="f735"/>
                </a:cubicBezTo>
                <a:lnTo>
                  <a:pt x="f829" y="f737"/>
                </a:lnTo>
                <a:lnTo>
                  <a:pt x="f830" y="f739"/>
                </a:lnTo>
                <a:close/>
                <a:moveTo>
                  <a:pt x="f831" y="f677"/>
                </a:moveTo>
                <a:lnTo>
                  <a:pt x="f832" y="f739"/>
                </a:lnTo>
                <a:lnTo>
                  <a:pt x="f833" y="f737"/>
                </a:lnTo>
                <a:lnTo>
                  <a:pt x="f834" y="f735"/>
                </a:lnTo>
                <a:cubicBezTo>
                  <a:pt x="f834" y="f734"/>
                  <a:pt x="f835" y="f732"/>
                  <a:pt x="f836" y="f730"/>
                </a:cubicBezTo>
                <a:cubicBezTo>
                  <a:pt x="f837" y="f728"/>
                  <a:pt x="f838" y="f726"/>
                  <a:pt x="f839" y="f724"/>
                </a:cubicBezTo>
                <a:lnTo>
                  <a:pt x="f840" y="f722"/>
                </a:lnTo>
                <a:cubicBezTo>
                  <a:pt x="f841" y="f720"/>
                  <a:pt x="f842" y="f718"/>
                  <a:pt x="f843" y="f716"/>
                </a:cubicBezTo>
                <a:cubicBezTo>
                  <a:pt x="f844" y="f754"/>
                  <a:pt x="f845" y="f756"/>
                  <a:pt x="f846" y="f660"/>
                </a:cubicBezTo>
                <a:lnTo>
                  <a:pt x="f847" y="f658"/>
                </a:lnTo>
                <a:cubicBezTo>
                  <a:pt x="f848" y="f657"/>
                  <a:pt x="f849" y="f655"/>
                  <a:pt x="f850" y="f653"/>
                </a:cubicBezTo>
                <a:cubicBezTo>
                  <a:pt x="f851" y="f651"/>
                  <a:pt x="f852" y="f649"/>
                  <a:pt x="f853" y="f647"/>
                </a:cubicBezTo>
                <a:lnTo>
                  <a:pt x="f854" y="f645"/>
                </a:lnTo>
                <a:lnTo>
                  <a:pt x="f855" y="f644"/>
                </a:lnTo>
                <a:lnTo>
                  <a:pt x="f856" y="f643"/>
                </a:lnTo>
                <a:cubicBezTo>
                  <a:pt x="f857" y="f641"/>
                  <a:pt x="f858" y="f639"/>
                  <a:pt x="f858" y="f638"/>
                </a:cubicBezTo>
                <a:cubicBezTo>
                  <a:pt x="f858" y="f637"/>
                  <a:pt x="f859" y="f636"/>
                  <a:pt x="f860" y="f635"/>
                </a:cubicBezTo>
                <a:cubicBezTo>
                  <a:pt x="f861" y="f634"/>
                  <a:pt x="f862" y="f633"/>
                  <a:pt x="f863" y="f631"/>
                </a:cubicBezTo>
                <a:lnTo>
                  <a:pt x="f864" y="f629"/>
                </a:lnTo>
                <a:cubicBezTo>
                  <a:pt x="f865" y="f627"/>
                  <a:pt x="f866" y="f625"/>
                  <a:pt x="f867" y="f623"/>
                </a:cubicBezTo>
                <a:cubicBezTo>
                  <a:pt x="f868" y="f780"/>
                  <a:pt x="f869" y="f782"/>
                  <a:pt x="f870" y="f693"/>
                </a:cubicBezTo>
                <a:lnTo>
                  <a:pt x="f871" y="f691"/>
                </a:lnTo>
                <a:cubicBezTo>
                  <a:pt x="f872" y="f689"/>
                  <a:pt x="f873" y="f687"/>
                  <a:pt x="f874" y="f685"/>
                </a:cubicBezTo>
                <a:cubicBezTo>
                  <a:pt x="f875" y="f683"/>
                  <a:pt x="f876" y="f681"/>
                  <a:pt x="f877" y="f679"/>
                </a:cubicBezTo>
                <a:close/>
                <a:moveTo>
                  <a:pt x="f878" y="f677"/>
                </a:moveTo>
                <a:lnTo>
                  <a:pt x="f879" y="f679"/>
                </a:lnTo>
                <a:cubicBezTo>
                  <a:pt x="f880" y="f681"/>
                  <a:pt x="f881" y="f683"/>
                  <a:pt x="f882" y="f685"/>
                </a:cubicBezTo>
                <a:cubicBezTo>
                  <a:pt x="f883" y="f687"/>
                  <a:pt x="f884" y="f689"/>
                  <a:pt x="f885" y="f691"/>
                </a:cubicBezTo>
                <a:lnTo>
                  <a:pt x="f886" y="f693"/>
                </a:lnTo>
                <a:cubicBezTo>
                  <a:pt x="f887" y="f782"/>
                  <a:pt x="f888" y="f780"/>
                  <a:pt x="f889" y="f623"/>
                </a:cubicBezTo>
                <a:cubicBezTo>
                  <a:pt x="f890" y="f625"/>
                  <a:pt x="f891" y="f627"/>
                  <a:pt x="f892" y="f629"/>
                </a:cubicBezTo>
                <a:lnTo>
                  <a:pt x="f893" y="f631"/>
                </a:lnTo>
                <a:cubicBezTo>
                  <a:pt x="f894" y="f633"/>
                  <a:pt x="f163" y="f634"/>
                  <a:pt x="f162" y="f635"/>
                </a:cubicBezTo>
                <a:cubicBezTo>
                  <a:pt x="f161" y="f636"/>
                  <a:pt x="f160" y="f637"/>
                  <a:pt x="f160" y="f638"/>
                </a:cubicBezTo>
                <a:cubicBezTo>
                  <a:pt x="f160" y="f639"/>
                  <a:pt x="f895" y="f641"/>
                  <a:pt x="f896" y="f643"/>
                </a:cubicBezTo>
                <a:lnTo>
                  <a:pt x="f158" y="f644"/>
                </a:lnTo>
                <a:lnTo>
                  <a:pt x="f157" y="f645"/>
                </a:lnTo>
                <a:lnTo>
                  <a:pt x="f897" y="f647"/>
                </a:lnTo>
                <a:cubicBezTo>
                  <a:pt x="f898" y="f649"/>
                  <a:pt x="f899" y="f651"/>
                  <a:pt x="f900" y="f653"/>
                </a:cubicBezTo>
                <a:cubicBezTo>
                  <a:pt x="f901" y="f655"/>
                  <a:pt x="f902" y="f657"/>
                  <a:pt x="f184" y="f658"/>
                </a:cubicBezTo>
                <a:lnTo>
                  <a:pt x="f903" y="f660"/>
                </a:lnTo>
                <a:cubicBezTo>
                  <a:pt x="f904" y="f756"/>
                  <a:pt x="f905" y="f754"/>
                  <a:pt x="f906" y="f716"/>
                </a:cubicBezTo>
                <a:cubicBezTo>
                  <a:pt x="f907" y="f718"/>
                  <a:pt x="f908" y="f720"/>
                  <a:pt x="f909" y="f722"/>
                </a:cubicBezTo>
                <a:lnTo>
                  <a:pt x="f910" y="f724"/>
                </a:lnTo>
                <a:cubicBezTo>
                  <a:pt x="f911" y="f726"/>
                  <a:pt x="f912" y="f728"/>
                  <a:pt x="f913" y="f730"/>
                </a:cubicBezTo>
                <a:cubicBezTo>
                  <a:pt x="f914" y="f732"/>
                  <a:pt x="f915" y="f734"/>
                  <a:pt x="f915" y="f735"/>
                </a:cubicBezTo>
                <a:lnTo>
                  <a:pt x="f916" y="f737"/>
                </a:lnTo>
                <a:lnTo>
                  <a:pt x="f917" y="f739"/>
                </a:lnTo>
                <a:close/>
                <a:moveTo>
                  <a:pt x="f918" y="f677"/>
                </a:moveTo>
                <a:lnTo>
                  <a:pt x="f919" y="f739"/>
                </a:lnTo>
                <a:lnTo>
                  <a:pt x="f920" y="f737"/>
                </a:lnTo>
                <a:lnTo>
                  <a:pt x="f921" y="f735"/>
                </a:lnTo>
                <a:cubicBezTo>
                  <a:pt x="f921" y="f734"/>
                  <a:pt x="f922" y="f732"/>
                  <a:pt x="f923" y="f730"/>
                </a:cubicBezTo>
                <a:cubicBezTo>
                  <a:pt x="f924" y="f728"/>
                  <a:pt x="f925" y="f726"/>
                  <a:pt x="f926" y="f724"/>
                </a:cubicBezTo>
                <a:lnTo>
                  <a:pt x="f927" y="f722"/>
                </a:lnTo>
                <a:cubicBezTo>
                  <a:pt x="f928" y="f720"/>
                  <a:pt x="f929" y="f718"/>
                  <a:pt x="f930" y="f716"/>
                </a:cubicBezTo>
                <a:cubicBezTo>
                  <a:pt x="f931" y="f754"/>
                  <a:pt x="f932" y="f756"/>
                  <a:pt x="f933" y="f660"/>
                </a:cubicBezTo>
                <a:lnTo>
                  <a:pt x="f934" y="f658"/>
                </a:lnTo>
                <a:cubicBezTo>
                  <a:pt x="f935" y="f657"/>
                  <a:pt x="f936" y="f655"/>
                  <a:pt x="f937" y="f653"/>
                </a:cubicBezTo>
                <a:cubicBezTo>
                  <a:pt x="f938" y="f651"/>
                  <a:pt x="f939" y="f649"/>
                  <a:pt x="f940" y="f647"/>
                </a:cubicBezTo>
                <a:lnTo>
                  <a:pt x="f941" y="f645"/>
                </a:lnTo>
                <a:lnTo>
                  <a:pt x="f942" y="f644"/>
                </a:lnTo>
                <a:lnTo>
                  <a:pt x="f943" y="f643"/>
                </a:lnTo>
                <a:cubicBezTo>
                  <a:pt x="f944" y="f641"/>
                  <a:pt x="f945" y="f639"/>
                  <a:pt x="f945" y="f638"/>
                </a:cubicBezTo>
                <a:cubicBezTo>
                  <a:pt x="f945" y="f637"/>
                  <a:pt x="f946" y="f636"/>
                  <a:pt x="f947" y="f635"/>
                </a:cubicBezTo>
                <a:cubicBezTo>
                  <a:pt x="f948" y="f634"/>
                  <a:pt x="f949" y="f633"/>
                  <a:pt x="f950" y="f631"/>
                </a:cubicBezTo>
                <a:lnTo>
                  <a:pt x="f951" y="f629"/>
                </a:lnTo>
                <a:cubicBezTo>
                  <a:pt x="f952" y="f627"/>
                  <a:pt x="f953" y="f625"/>
                  <a:pt x="f954" y="f623"/>
                </a:cubicBezTo>
                <a:cubicBezTo>
                  <a:pt x="f955" y="f780"/>
                  <a:pt x="f956" y="f782"/>
                  <a:pt x="f957" y="f693"/>
                </a:cubicBezTo>
                <a:lnTo>
                  <a:pt x="f958" y="f691"/>
                </a:lnTo>
                <a:cubicBezTo>
                  <a:pt x="f959" y="f689"/>
                  <a:pt x="f960" y="f687"/>
                  <a:pt x="f961" y="f685"/>
                </a:cubicBezTo>
                <a:cubicBezTo>
                  <a:pt x="f962" y="f683"/>
                  <a:pt x="f963" y="f681"/>
                  <a:pt x="f964" y="f679"/>
                </a:cubicBezTo>
                <a:close/>
                <a:moveTo>
                  <a:pt x="f965" y="f677"/>
                </a:moveTo>
                <a:lnTo>
                  <a:pt x="f966" y="f679"/>
                </a:lnTo>
                <a:cubicBezTo>
                  <a:pt x="f967" y="f681"/>
                  <a:pt x="f968" y="f683"/>
                  <a:pt x="f969" y="f685"/>
                </a:cubicBezTo>
                <a:cubicBezTo>
                  <a:pt x="f970" y="f687"/>
                  <a:pt x="f971" y="f689"/>
                  <a:pt x="f972" y="f691"/>
                </a:cubicBezTo>
                <a:lnTo>
                  <a:pt x="f973" y="f693"/>
                </a:lnTo>
                <a:cubicBezTo>
                  <a:pt x="f974" y="f782"/>
                  <a:pt x="f975" y="f780"/>
                  <a:pt x="f976" y="f623"/>
                </a:cubicBezTo>
                <a:cubicBezTo>
                  <a:pt x="f977" y="f625"/>
                  <a:pt x="f978" y="f627"/>
                  <a:pt x="f979" y="f629"/>
                </a:cubicBezTo>
                <a:lnTo>
                  <a:pt x="f980" y="f631"/>
                </a:lnTo>
                <a:cubicBezTo>
                  <a:pt x="f981" y="f633"/>
                  <a:pt x="f982" y="f634"/>
                  <a:pt x="f983" y="f635"/>
                </a:cubicBezTo>
                <a:cubicBezTo>
                  <a:pt x="f984" y="f636"/>
                  <a:pt x="f228" y="f637"/>
                  <a:pt x="f228" y="f638"/>
                </a:cubicBezTo>
                <a:cubicBezTo>
                  <a:pt x="f228" y="f639"/>
                  <a:pt x="f985" y="f641"/>
                  <a:pt x="f986" y="f643"/>
                </a:cubicBezTo>
                <a:lnTo>
                  <a:pt x="f226" y="f644"/>
                </a:lnTo>
                <a:lnTo>
                  <a:pt x="f225" y="f645"/>
                </a:lnTo>
                <a:lnTo>
                  <a:pt x="f987" y="f647"/>
                </a:lnTo>
                <a:cubicBezTo>
                  <a:pt x="f988" y="f649"/>
                  <a:pt x="f989" y="f651"/>
                  <a:pt x="f990" y="f653"/>
                </a:cubicBezTo>
                <a:cubicBezTo>
                  <a:pt x="f991" y="f655"/>
                  <a:pt x="f992" y="f657"/>
                  <a:pt x="f993" y="f658"/>
                </a:cubicBezTo>
                <a:lnTo>
                  <a:pt x="f994" y="f660"/>
                </a:lnTo>
                <a:cubicBezTo>
                  <a:pt x="f995" y="f756"/>
                  <a:pt x="f996" y="f754"/>
                  <a:pt x="f997" y="f716"/>
                </a:cubicBezTo>
                <a:cubicBezTo>
                  <a:pt x="f998" y="f718"/>
                  <a:pt x="f999" y="f720"/>
                  <a:pt x="f1000" y="f722"/>
                </a:cubicBezTo>
                <a:lnTo>
                  <a:pt x="f1001" y="f724"/>
                </a:lnTo>
                <a:cubicBezTo>
                  <a:pt x="f1002" y="f726"/>
                  <a:pt x="f1003" y="f728"/>
                  <a:pt x="f1004" y="f730"/>
                </a:cubicBezTo>
                <a:cubicBezTo>
                  <a:pt x="f1005" y="f732"/>
                  <a:pt x="f1006" y="f734"/>
                  <a:pt x="f1006" y="f735"/>
                </a:cubicBezTo>
                <a:lnTo>
                  <a:pt x="f1007" y="f737"/>
                </a:lnTo>
                <a:lnTo>
                  <a:pt x="f1008" y="f739"/>
                </a:lnTo>
                <a:close/>
                <a:moveTo>
                  <a:pt x="f1009" y="f677"/>
                </a:moveTo>
                <a:lnTo>
                  <a:pt x="f1010" y="f739"/>
                </a:lnTo>
                <a:lnTo>
                  <a:pt x="f1011" y="f737"/>
                </a:lnTo>
                <a:lnTo>
                  <a:pt x="f1012" y="f735"/>
                </a:lnTo>
                <a:cubicBezTo>
                  <a:pt x="f1012" y="f734"/>
                  <a:pt x="f1013" y="f732"/>
                  <a:pt x="f1014" y="f730"/>
                </a:cubicBezTo>
                <a:cubicBezTo>
                  <a:pt x="f1015" y="f728"/>
                  <a:pt x="f1016" y="f726"/>
                  <a:pt x="f1017" y="f724"/>
                </a:cubicBezTo>
                <a:lnTo>
                  <a:pt x="f1018" y="f722"/>
                </a:lnTo>
                <a:cubicBezTo>
                  <a:pt x="f1019" y="f720"/>
                  <a:pt x="f1020" y="f718"/>
                  <a:pt x="f1021" y="f716"/>
                </a:cubicBezTo>
                <a:cubicBezTo>
                  <a:pt x="f1022" y="f754"/>
                  <a:pt x="f1023" y="f756"/>
                  <a:pt x="f1024" y="f660"/>
                </a:cubicBezTo>
                <a:lnTo>
                  <a:pt x="f1025" y="f658"/>
                </a:lnTo>
                <a:cubicBezTo>
                  <a:pt x="f1026" y="f657"/>
                  <a:pt x="f1027" y="f655"/>
                  <a:pt x="f1028" y="f653"/>
                </a:cubicBezTo>
                <a:cubicBezTo>
                  <a:pt x="f1029" y="f651"/>
                  <a:pt x="f1030" y="f649"/>
                  <a:pt x="f1031" y="f647"/>
                </a:cubicBezTo>
                <a:lnTo>
                  <a:pt x="f1032" y="f645"/>
                </a:lnTo>
                <a:lnTo>
                  <a:pt x="f1033" y="f644"/>
                </a:lnTo>
                <a:lnTo>
                  <a:pt x="f1034" y="f643"/>
                </a:lnTo>
                <a:cubicBezTo>
                  <a:pt x="f1035" y="f641"/>
                  <a:pt x="f1036" y="f639"/>
                  <a:pt x="f1036" y="f638"/>
                </a:cubicBezTo>
                <a:cubicBezTo>
                  <a:pt x="f1036" y="f637"/>
                  <a:pt x="f1037" y="f636"/>
                  <a:pt x="f1038" y="f635"/>
                </a:cubicBezTo>
                <a:cubicBezTo>
                  <a:pt x="f1039" y="f634"/>
                  <a:pt x="f1040" y="f633"/>
                  <a:pt x="f1041" y="f631"/>
                </a:cubicBezTo>
                <a:lnTo>
                  <a:pt x="f1042" y="f629"/>
                </a:lnTo>
                <a:cubicBezTo>
                  <a:pt x="f1043" y="f627"/>
                  <a:pt x="f1044" y="f625"/>
                  <a:pt x="f1045" y="f623"/>
                </a:cubicBezTo>
                <a:cubicBezTo>
                  <a:pt x="f1046" y="f780"/>
                  <a:pt x="f1047" y="f782"/>
                  <a:pt x="f1048" y="f693"/>
                </a:cubicBezTo>
                <a:lnTo>
                  <a:pt x="f1049" y="f691"/>
                </a:lnTo>
                <a:cubicBezTo>
                  <a:pt x="f1050" y="f689"/>
                  <a:pt x="f1051" y="f687"/>
                  <a:pt x="f1052" y="f685"/>
                </a:cubicBezTo>
                <a:cubicBezTo>
                  <a:pt x="f1053" y="f683"/>
                  <a:pt x="f1054" y="f681"/>
                  <a:pt x="f1055" y="f679"/>
                </a:cubicBezTo>
                <a:close/>
                <a:moveTo>
                  <a:pt x="f1056" y="f677"/>
                </a:moveTo>
                <a:lnTo>
                  <a:pt x="f1057" y="f679"/>
                </a:lnTo>
                <a:cubicBezTo>
                  <a:pt x="f1058" y="f681"/>
                  <a:pt x="f1059" y="f683"/>
                  <a:pt x="f1060" y="f685"/>
                </a:cubicBezTo>
                <a:cubicBezTo>
                  <a:pt x="f1061" y="f687"/>
                  <a:pt x="f1062" y="f689"/>
                  <a:pt x="f1063" y="f691"/>
                </a:cubicBezTo>
                <a:lnTo>
                  <a:pt x="f1064" y="f693"/>
                </a:lnTo>
                <a:cubicBezTo>
                  <a:pt x="f1065" y="f782"/>
                  <a:pt x="f1066" y="f780"/>
                  <a:pt x="f1067" y="f623"/>
                </a:cubicBezTo>
                <a:cubicBezTo>
                  <a:pt x="f1068" y="f625"/>
                  <a:pt x="f1069" y="f627"/>
                  <a:pt x="f1070" y="f629"/>
                </a:cubicBezTo>
                <a:lnTo>
                  <a:pt x="f1071" y="f631"/>
                </a:lnTo>
                <a:cubicBezTo>
                  <a:pt x="f1072" y="f633"/>
                  <a:pt x="f299" y="f634"/>
                  <a:pt x="f298" y="f635"/>
                </a:cubicBezTo>
                <a:cubicBezTo>
                  <a:pt x="f297" y="f636"/>
                  <a:pt x="f296" y="f637"/>
                  <a:pt x="f296" y="f638"/>
                </a:cubicBezTo>
                <a:cubicBezTo>
                  <a:pt x="f296" y="f639"/>
                  <a:pt x="f1073" y="f641"/>
                  <a:pt x="f1074" y="f643"/>
                </a:cubicBezTo>
                <a:lnTo>
                  <a:pt x="f294" y="f644"/>
                </a:lnTo>
                <a:lnTo>
                  <a:pt x="f293" y="f645"/>
                </a:lnTo>
                <a:lnTo>
                  <a:pt x="f1075" y="f647"/>
                </a:lnTo>
                <a:cubicBezTo>
                  <a:pt x="f1076" y="f649"/>
                  <a:pt x="f1077" y="f651"/>
                  <a:pt x="f1078" y="f653"/>
                </a:cubicBezTo>
                <a:cubicBezTo>
                  <a:pt x="f1079" y="f655"/>
                  <a:pt x="f1080" y="f657"/>
                  <a:pt x="f320" y="f658"/>
                </a:cubicBezTo>
                <a:lnTo>
                  <a:pt x="f1081" y="f660"/>
                </a:lnTo>
                <a:cubicBezTo>
                  <a:pt x="f1082" y="f756"/>
                  <a:pt x="f1083" y="f754"/>
                  <a:pt x="f1084" y="f716"/>
                </a:cubicBezTo>
                <a:cubicBezTo>
                  <a:pt x="f1085" y="f718"/>
                  <a:pt x="f1086" y="f720"/>
                  <a:pt x="f1087" y="f722"/>
                </a:cubicBezTo>
                <a:lnTo>
                  <a:pt x="f1088" y="f724"/>
                </a:lnTo>
                <a:cubicBezTo>
                  <a:pt x="f1089" y="f726"/>
                  <a:pt x="f1090" y="f728"/>
                  <a:pt x="f1091" y="f730"/>
                </a:cubicBezTo>
                <a:cubicBezTo>
                  <a:pt x="f1092" y="f732"/>
                  <a:pt x="f1093" y="f734"/>
                  <a:pt x="f1093" y="f735"/>
                </a:cubicBezTo>
                <a:lnTo>
                  <a:pt x="f1094" y="f737"/>
                </a:lnTo>
                <a:lnTo>
                  <a:pt x="f1095" y="f739"/>
                </a:lnTo>
                <a:close/>
                <a:moveTo>
                  <a:pt x="f1096" y="f677"/>
                </a:moveTo>
                <a:lnTo>
                  <a:pt x="f1097" y="f739"/>
                </a:lnTo>
                <a:lnTo>
                  <a:pt x="f1098" y="f737"/>
                </a:lnTo>
                <a:lnTo>
                  <a:pt x="f1099" y="f735"/>
                </a:lnTo>
                <a:cubicBezTo>
                  <a:pt x="f1099" y="f734"/>
                  <a:pt x="f1100" y="f732"/>
                  <a:pt x="f1101" y="f730"/>
                </a:cubicBezTo>
                <a:cubicBezTo>
                  <a:pt x="f1102" y="f728"/>
                  <a:pt x="f1103" y="f726"/>
                  <a:pt x="f1104" y="f724"/>
                </a:cubicBezTo>
                <a:lnTo>
                  <a:pt x="f1105" y="f722"/>
                </a:lnTo>
                <a:cubicBezTo>
                  <a:pt x="f1106" y="f720"/>
                  <a:pt x="f1107" y="f718"/>
                  <a:pt x="f1108" y="f716"/>
                </a:cubicBezTo>
                <a:cubicBezTo>
                  <a:pt x="f1109" y="f754"/>
                  <a:pt x="f1110" y="f756"/>
                  <a:pt x="f1111" y="f660"/>
                </a:cubicBezTo>
                <a:lnTo>
                  <a:pt x="f1112" y="f658"/>
                </a:lnTo>
                <a:cubicBezTo>
                  <a:pt x="f1113" y="f657"/>
                  <a:pt x="f1114" y="f655"/>
                  <a:pt x="f1115" y="f653"/>
                </a:cubicBezTo>
                <a:cubicBezTo>
                  <a:pt x="f1116" y="f651"/>
                  <a:pt x="f1117" y="f649"/>
                  <a:pt x="f1118" y="f647"/>
                </a:cubicBezTo>
                <a:lnTo>
                  <a:pt x="f1119" y="f645"/>
                </a:lnTo>
                <a:lnTo>
                  <a:pt x="f1120" y="f644"/>
                </a:lnTo>
                <a:lnTo>
                  <a:pt x="f1121" y="f643"/>
                </a:lnTo>
                <a:cubicBezTo>
                  <a:pt x="f1122" y="f641"/>
                  <a:pt x="f1123" y="f639"/>
                  <a:pt x="f1123" y="f638"/>
                </a:cubicBezTo>
                <a:cubicBezTo>
                  <a:pt x="f1123" y="f637"/>
                  <a:pt x="f1124" y="f636"/>
                  <a:pt x="f1125" y="f635"/>
                </a:cubicBezTo>
                <a:cubicBezTo>
                  <a:pt x="f1126" y="f634"/>
                  <a:pt x="f1127" y="f633"/>
                  <a:pt x="f1128" y="f631"/>
                </a:cubicBezTo>
                <a:lnTo>
                  <a:pt x="f1129" y="f629"/>
                </a:lnTo>
                <a:cubicBezTo>
                  <a:pt x="f1130" y="f627"/>
                  <a:pt x="f1131" y="f625"/>
                  <a:pt x="f1132" y="f623"/>
                </a:cubicBezTo>
                <a:cubicBezTo>
                  <a:pt x="f1133" y="f780"/>
                  <a:pt x="f1134" y="f782"/>
                  <a:pt x="f1135" y="f693"/>
                </a:cubicBezTo>
                <a:lnTo>
                  <a:pt x="f1136" y="f691"/>
                </a:lnTo>
                <a:cubicBezTo>
                  <a:pt x="f1137" y="f689"/>
                  <a:pt x="f1138" y="f687"/>
                  <a:pt x="f1139" y="f685"/>
                </a:cubicBezTo>
                <a:cubicBezTo>
                  <a:pt x="f1140" y="f683"/>
                  <a:pt x="f1141" y="f681"/>
                  <a:pt x="f1142" y="f679"/>
                </a:cubicBezTo>
                <a:close/>
                <a:moveTo>
                  <a:pt x="f1143" y="f677"/>
                </a:moveTo>
                <a:lnTo>
                  <a:pt x="f1144" y="f679"/>
                </a:lnTo>
                <a:cubicBezTo>
                  <a:pt x="f1145" y="f681"/>
                  <a:pt x="f1146" y="f683"/>
                  <a:pt x="f1147" y="f685"/>
                </a:cubicBezTo>
                <a:cubicBezTo>
                  <a:pt x="f1148" y="f687"/>
                  <a:pt x="f1149" y="f689"/>
                  <a:pt x="f1150" y="f691"/>
                </a:cubicBezTo>
                <a:lnTo>
                  <a:pt x="f1151" y="f693"/>
                </a:lnTo>
                <a:cubicBezTo>
                  <a:pt x="f1152" y="f782"/>
                  <a:pt x="f1153" y="f780"/>
                  <a:pt x="f1154" y="f623"/>
                </a:cubicBezTo>
                <a:cubicBezTo>
                  <a:pt x="f1155" y="f625"/>
                  <a:pt x="f1156" y="f627"/>
                  <a:pt x="f1157" y="f629"/>
                </a:cubicBezTo>
                <a:lnTo>
                  <a:pt x="f1158" y="f631"/>
                </a:lnTo>
                <a:cubicBezTo>
                  <a:pt x="f1159" y="f633"/>
                  <a:pt x="f367" y="f634"/>
                  <a:pt x="f366" y="f635"/>
                </a:cubicBezTo>
                <a:cubicBezTo>
                  <a:pt x="f365" y="f636"/>
                  <a:pt x="f364" y="f637"/>
                  <a:pt x="f364" y="f638"/>
                </a:cubicBezTo>
                <a:cubicBezTo>
                  <a:pt x="f364" y="f639"/>
                  <a:pt x="f1160" y="f641"/>
                  <a:pt x="f1161" y="f643"/>
                </a:cubicBezTo>
                <a:lnTo>
                  <a:pt x="f362" y="f644"/>
                </a:lnTo>
                <a:lnTo>
                  <a:pt x="f361" y="f645"/>
                </a:lnTo>
                <a:lnTo>
                  <a:pt x="f1162" y="f647"/>
                </a:lnTo>
                <a:cubicBezTo>
                  <a:pt x="f1163" y="f649"/>
                  <a:pt x="f1164" y="f651"/>
                  <a:pt x="f1165" y="f653"/>
                </a:cubicBezTo>
                <a:cubicBezTo>
                  <a:pt x="f1166" y="f655"/>
                  <a:pt x="f1167" y="f657"/>
                  <a:pt x="f388" y="f658"/>
                </a:cubicBezTo>
                <a:lnTo>
                  <a:pt x="f1168" y="f660"/>
                </a:lnTo>
                <a:cubicBezTo>
                  <a:pt x="f1169" y="f756"/>
                  <a:pt x="f1170" y="f754"/>
                  <a:pt x="f1171" y="f716"/>
                </a:cubicBezTo>
                <a:cubicBezTo>
                  <a:pt x="f1172" y="f718"/>
                  <a:pt x="f1173" y="f720"/>
                  <a:pt x="f1174" y="f722"/>
                </a:cubicBezTo>
                <a:lnTo>
                  <a:pt x="f1175" y="f724"/>
                </a:lnTo>
                <a:cubicBezTo>
                  <a:pt x="f1176" y="f726"/>
                  <a:pt x="f1177" y="f728"/>
                  <a:pt x="f1178" y="f730"/>
                </a:cubicBezTo>
                <a:cubicBezTo>
                  <a:pt x="f1179" y="f732"/>
                  <a:pt x="f1180" y="f734"/>
                  <a:pt x="f1180" y="f735"/>
                </a:cubicBezTo>
                <a:lnTo>
                  <a:pt x="f1181" y="f737"/>
                </a:lnTo>
                <a:lnTo>
                  <a:pt x="f1182" y="f739"/>
                </a:lnTo>
                <a:close/>
                <a:moveTo>
                  <a:pt x="f1183" y="f677"/>
                </a:moveTo>
                <a:lnTo>
                  <a:pt x="f1184" y="f739"/>
                </a:lnTo>
                <a:lnTo>
                  <a:pt x="f1185" y="f737"/>
                </a:lnTo>
                <a:lnTo>
                  <a:pt x="f1186" y="f735"/>
                </a:lnTo>
                <a:cubicBezTo>
                  <a:pt x="f1186" y="f734"/>
                  <a:pt x="f1187" y="f732"/>
                  <a:pt x="f1188" y="f730"/>
                </a:cubicBezTo>
                <a:cubicBezTo>
                  <a:pt x="f1189" y="f728"/>
                  <a:pt x="f1190" y="f726"/>
                  <a:pt x="f1191" y="f724"/>
                </a:cubicBezTo>
                <a:lnTo>
                  <a:pt x="f1192" y="f722"/>
                </a:lnTo>
                <a:cubicBezTo>
                  <a:pt x="f1193" y="f720"/>
                  <a:pt x="f1194" y="f718"/>
                  <a:pt x="f1195" y="f716"/>
                </a:cubicBezTo>
                <a:cubicBezTo>
                  <a:pt x="f1196" y="f754"/>
                  <a:pt x="f1197" y="f756"/>
                  <a:pt x="f1198" y="f660"/>
                </a:cubicBezTo>
                <a:lnTo>
                  <a:pt x="f1199" y="f658"/>
                </a:lnTo>
                <a:cubicBezTo>
                  <a:pt x="f1200" y="f657"/>
                  <a:pt x="f1201" y="f655"/>
                  <a:pt x="f1202" y="f653"/>
                </a:cubicBezTo>
                <a:cubicBezTo>
                  <a:pt x="f1203" y="f651"/>
                  <a:pt x="f1204" y="f649"/>
                  <a:pt x="f1205" y="f647"/>
                </a:cubicBezTo>
                <a:lnTo>
                  <a:pt x="f1206" y="f645"/>
                </a:lnTo>
                <a:lnTo>
                  <a:pt x="f1207" y="f644"/>
                </a:lnTo>
                <a:lnTo>
                  <a:pt x="f1208" y="f643"/>
                </a:lnTo>
                <a:cubicBezTo>
                  <a:pt x="f1209" y="f641"/>
                  <a:pt x="f1210" y="f639"/>
                  <a:pt x="f1210" y="f638"/>
                </a:cubicBezTo>
                <a:cubicBezTo>
                  <a:pt x="f1210" y="f637"/>
                  <a:pt x="f1211" y="f636"/>
                  <a:pt x="f1212" y="f635"/>
                </a:cubicBezTo>
                <a:cubicBezTo>
                  <a:pt x="f1213" y="f634"/>
                  <a:pt x="f1214" y="f633"/>
                  <a:pt x="f1215" y="f631"/>
                </a:cubicBezTo>
                <a:lnTo>
                  <a:pt x="f1216" y="f629"/>
                </a:lnTo>
                <a:cubicBezTo>
                  <a:pt x="f1217" y="f627"/>
                  <a:pt x="f1218" y="f625"/>
                  <a:pt x="f1219" y="f623"/>
                </a:cubicBezTo>
                <a:cubicBezTo>
                  <a:pt x="f1220" y="f780"/>
                  <a:pt x="f1221" y="f782"/>
                  <a:pt x="f1222" y="f693"/>
                </a:cubicBezTo>
                <a:lnTo>
                  <a:pt x="f1223" y="f691"/>
                </a:lnTo>
                <a:cubicBezTo>
                  <a:pt x="f1224" y="f689"/>
                  <a:pt x="f1225" y="f687"/>
                  <a:pt x="f1226" y="f685"/>
                </a:cubicBezTo>
                <a:cubicBezTo>
                  <a:pt x="f1227" y="f683"/>
                  <a:pt x="f1228" y="f681"/>
                  <a:pt x="f1229" y="f679"/>
                </a:cubicBezTo>
                <a:close/>
                <a:moveTo>
                  <a:pt x="f1230" y="f677"/>
                </a:moveTo>
                <a:lnTo>
                  <a:pt x="f1231" y="f679"/>
                </a:lnTo>
                <a:cubicBezTo>
                  <a:pt x="f1232" y="f681"/>
                  <a:pt x="f1233" y="f683"/>
                  <a:pt x="f1234" y="f685"/>
                </a:cubicBezTo>
                <a:cubicBezTo>
                  <a:pt x="f1235" y="f687"/>
                  <a:pt x="f1236" y="f689"/>
                  <a:pt x="f1237" y="f691"/>
                </a:cubicBezTo>
                <a:lnTo>
                  <a:pt x="f1238" y="f693"/>
                </a:lnTo>
                <a:cubicBezTo>
                  <a:pt x="f1239" y="f782"/>
                  <a:pt x="f1240" y="f780"/>
                  <a:pt x="f1241" y="f623"/>
                </a:cubicBezTo>
                <a:cubicBezTo>
                  <a:pt x="f1242" y="f625"/>
                  <a:pt x="f1243" y="f627"/>
                  <a:pt x="f1244" y="f629"/>
                </a:cubicBezTo>
                <a:lnTo>
                  <a:pt x="f1245" y="f631"/>
                </a:lnTo>
                <a:cubicBezTo>
                  <a:pt x="f1246" y="f633"/>
                  <a:pt x="f435" y="f634"/>
                  <a:pt x="f434" y="f635"/>
                </a:cubicBezTo>
                <a:cubicBezTo>
                  <a:pt x="f433" y="f636"/>
                  <a:pt x="f432" y="f637"/>
                  <a:pt x="f432" y="f638"/>
                </a:cubicBezTo>
                <a:cubicBezTo>
                  <a:pt x="f432" y="f639"/>
                  <a:pt x="f1247" y="f641"/>
                  <a:pt x="f1248" y="f643"/>
                </a:cubicBezTo>
                <a:lnTo>
                  <a:pt x="f430" y="f644"/>
                </a:lnTo>
                <a:lnTo>
                  <a:pt x="f429" y="f645"/>
                </a:lnTo>
                <a:lnTo>
                  <a:pt x="f1249" y="f647"/>
                </a:lnTo>
                <a:cubicBezTo>
                  <a:pt x="f1250" y="f649"/>
                  <a:pt x="f1251" y="f651"/>
                  <a:pt x="f1252" y="f653"/>
                </a:cubicBezTo>
                <a:cubicBezTo>
                  <a:pt x="f1253" y="f655"/>
                  <a:pt x="f1254" y="f657"/>
                  <a:pt x="f456" y="f658"/>
                </a:cubicBezTo>
                <a:lnTo>
                  <a:pt x="f1255" y="f660"/>
                </a:lnTo>
                <a:cubicBezTo>
                  <a:pt x="f1256" y="f756"/>
                  <a:pt x="f1257" y="f754"/>
                  <a:pt x="f1258" y="f716"/>
                </a:cubicBezTo>
                <a:cubicBezTo>
                  <a:pt x="f1259" y="f718"/>
                  <a:pt x="f1260" y="f720"/>
                  <a:pt x="f1261" y="f722"/>
                </a:cubicBezTo>
                <a:lnTo>
                  <a:pt x="f1262" y="f724"/>
                </a:lnTo>
                <a:cubicBezTo>
                  <a:pt x="f1263" y="f726"/>
                  <a:pt x="f1264" y="f728"/>
                  <a:pt x="f1265" y="f730"/>
                </a:cubicBezTo>
                <a:cubicBezTo>
                  <a:pt x="f1266" y="f732"/>
                  <a:pt x="f1267" y="f734"/>
                  <a:pt x="f1267" y="f735"/>
                </a:cubicBezTo>
                <a:lnTo>
                  <a:pt x="f1268" y="f737"/>
                </a:lnTo>
                <a:lnTo>
                  <a:pt x="f1269" y="f739"/>
                </a:lnTo>
                <a:close/>
                <a:moveTo>
                  <a:pt x="f1270" y="f677"/>
                </a:moveTo>
                <a:lnTo>
                  <a:pt x="f1271" y="f739"/>
                </a:lnTo>
                <a:lnTo>
                  <a:pt x="f1272" y="f737"/>
                </a:lnTo>
                <a:lnTo>
                  <a:pt x="f1273" y="f735"/>
                </a:lnTo>
                <a:cubicBezTo>
                  <a:pt x="f1273" y="f734"/>
                  <a:pt x="f1274" y="f732"/>
                  <a:pt x="f1275" y="f730"/>
                </a:cubicBezTo>
                <a:cubicBezTo>
                  <a:pt x="f1276" y="f728"/>
                  <a:pt x="f1277" y="f726"/>
                  <a:pt x="f1278" y="f724"/>
                </a:cubicBezTo>
                <a:lnTo>
                  <a:pt x="f1279" y="f722"/>
                </a:lnTo>
                <a:cubicBezTo>
                  <a:pt x="f1280" y="f720"/>
                  <a:pt x="f1281" y="f718"/>
                  <a:pt x="f1282" y="f716"/>
                </a:cubicBezTo>
                <a:cubicBezTo>
                  <a:pt x="f1283" y="f754"/>
                  <a:pt x="f1284" y="f756"/>
                  <a:pt x="f1285" y="f660"/>
                </a:cubicBezTo>
                <a:lnTo>
                  <a:pt x="f1286" y="f658"/>
                </a:lnTo>
                <a:cubicBezTo>
                  <a:pt x="f1287" y="f657"/>
                  <a:pt x="f1288" y="f655"/>
                  <a:pt x="f1289" y="f653"/>
                </a:cubicBezTo>
                <a:cubicBezTo>
                  <a:pt x="f1290" y="f651"/>
                  <a:pt x="f1291" y="f649"/>
                  <a:pt x="f1292" y="f647"/>
                </a:cubicBezTo>
                <a:lnTo>
                  <a:pt x="f1293" y="f645"/>
                </a:lnTo>
                <a:lnTo>
                  <a:pt x="f1294" y="f644"/>
                </a:lnTo>
                <a:lnTo>
                  <a:pt x="f1295" y="f643"/>
                </a:lnTo>
                <a:cubicBezTo>
                  <a:pt x="f1296" y="f641"/>
                  <a:pt x="f1297" y="f639"/>
                  <a:pt x="f1297" y="f638"/>
                </a:cubicBezTo>
                <a:cubicBezTo>
                  <a:pt x="f1297" y="f637"/>
                  <a:pt x="f1298" y="f636"/>
                  <a:pt x="f1299" y="f635"/>
                </a:cubicBezTo>
                <a:cubicBezTo>
                  <a:pt x="f1300" y="f634"/>
                  <a:pt x="f1301" y="f633"/>
                  <a:pt x="f1302" y="f631"/>
                </a:cubicBezTo>
                <a:lnTo>
                  <a:pt x="f1303" y="f629"/>
                </a:lnTo>
                <a:cubicBezTo>
                  <a:pt x="f1304" y="f627"/>
                  <a:pt x="f1305" y="f625"/>
                  <a:pt x="f1306" y="f623"/>
                </a:cubicBezTo>
                <a:cubicBezTo>
                  <a:pt x="f1307" y="f780"/>
                  <a:pt x="f1308" y="f782"/>
                  <a:pt x="f1309" y="f693"/>
                </a:cubicBezTo>
                <a:lnTo>
                  <a:pt x="f1310" y="f691"/>
                </a:lnTo>
                <a:cubicBezTo>
                  <a:pt x="f1311" y="f689"/>
                  <a:pt x="f1312" y="f687"/>
                  <a:pt x="f1313" y="f685"/>
                </a:cubicBezTo>
                <a:cubicBezTo>
                  <a:pt x="f1314" y="f683"/>
                  <a:pt x="f1315" y="f681"/>
                  <a:pt x="f1316" y="f679"/>
                </a:cubicBezTo>
                <a:close/>
                <a:moveTo>
                  <a:pt x="f51" y="f1317"/>
                </a:moveTo>
                <a:cubicBezTo>
                  <a:pt x="f1318" y="f1319"/>
                  <a:pt x="f1320" y="f1321"/>
                  <a:pt x="f1322" y="f1323"/>
                </a:cubicBezTo>
                <a:cubicBezTo>
                  <a:pt x="f1324" y="f1325"/>
                  <a:pt x="f1326" y="f1327"/>
                  <a:pt x="f51" y="f1317"/>
                </a:cubicBezTo>
                <a:close/>
                <a:moveTo>
                  <a:pt x="f108" y="f1317"/>
                </a:moveTo>
                <a:cubicBezTo>
                  <a:pt x="f553" y="f1327"/>
                  <a:pt x="f1328" y="f1325"/>
                  <a:pt x="f551" y="f1323"/>
                </a:cubicBezTo>
                <a:cubicBezTo>
                  <a:pt x="f555" y="f1321"/>
                  <a:pt x="f1329" y="f1319"/>
                  <a:pt x="f108" y="f1317"/>
                </a:cubicBezTo>
                <a:close/>
                <a:moveTo>
                  <a:pt x="f138" y="f1317"/>
                </a:moveTo>
                <a:cubicBezTo>
                  <a:pt x="f1330" y="f1319"/>
                  <a:pt x="f1331" y="f1321"/>
                  <a:pt x="f1332" y="f1323"/>
                </a:cubicBezTo>
                <a:cubicBezTo>
                  <a:pt x="f1333" y="f1325"/>
                  <a:pt x="f1334" y="f1327"/>
                  <a:pt x="f138" y="f1317"/>
                </a:cubicBezTo>
                <a:close/>
                <a:moveTo>
                  <a:pt x="f176" y="f1317"/>
                </a:moveTo>
                <a:cubicBezTo>
                  <a:pt x="f564" y="f1327"/>
                  <a:pt x="f1335" y="f1325"/>
                  <a:pt x="f562" y="f1323"/>
                </a:cubicBezTo>
                <a:cubicBezTo>
                  <a:pt x="f566" y="f1321"/>
                  <a:pt x="f1336" y="f1319"/>
                  <a:pt x="f176" y="f1317"/>
                </a:cubicBezTo>
                <a:close/>
                <a:moveTo>
                  <a:pt x="f206" y="f1317"/>
                </a:moveTo>
                <a:cubicBezTo>
                  <a:pt x="f1337" y="f1319"/>
                  <a:pt x="f1338" y="f1321"/>
                  <a:pt x="f1339" y="f1323"/>
                </a:cubicBezTo>
                <a:cubicBezTo>
                  <a:pt x="f1340" y="f1325"/>
                  <a:pt x="f1341" y="f1327"/>
                  <a:pt x="f206" y="f1317"/>
                </a:cubicBezTo>
                <a:close/>
                <a:moveTo>
                  <a:pt x="f244" y="f1317"/>
                </a:moveTo>
                <a:cubicBezTo>
                  <a:pt x="f575" y="f1327"/>
                  <a:pt x="f1342" y="f1325"/>
                  <a:pt x="f573" y="f1323"/>
                </a:cubicBezTo>
                <a:cubicBezTo>
                  <a:pt x="f577" y="f1321"/>
                  <a:pt x="f1343" y="f1319"/>
                  <a:pt x="f244" y="f1317"/>
                </a:cubicBezTo>
                <a:close/>
                <a:moveTo>
                  <a:pt x="f274" y="f1317"/>
                </a:moveTo>
                <a:cubicBezTo>
                  <a:pt x="f1344" y="f1319"/>
                  <a:pt x="f1345" y="f1321"/>
                  <a:pt x="f1346" y="f1323"/>
                </a:cubicBezTo>
                <a:cubicBezTo>
                  <a:pt x="f1347" y="f1325"/>
                  <a:pt x="f1348" y="f1327"/>
                  <a:pt x="f274" y="f1317"/>
                </a:cubicBezTo>
                <a:close/>
                <a:moveTo>
                  <a:pt x="f312" y="f1317"/>
                </a:moveTo>
                <a:cubicBezTo>
                  <a:pt x="f586" y="f1327"/>
                  <a:pt x="f1349" y="f1325"/>
                  <a:pt x="f584" y="f1323"/>
                </a:cubicBezTo>
                <a:cubicBezTo>
                  <a:pt x="f588" y="f1321"/>
                  <a:pt x="f1350" y="f1319"/>
                  <a:pt x="f312" y="f1317"/>
                </a:cubicBezTo>
                <a:close/>
                <a:moveTo>
                  <a:pt x="f342" y="f1317"/>
                </a:moveTo>
                <a:cubicBezTo>
                  <a:pt x="f1351" y="f1319"/>
                  <a:pt x="f1352" y="f1321"/>
                  <a:pt x="f1353" y="f1323"/>
                </a:cubicBezTo>
                <a:cubicBezTo>
                  <a:pt x="f1354" y="f1325"/>
                  <a:pt x="f1355" y="f1327"/>
                  <a:pt x="f342" y="f1317"/>
                </a:cubicBezTo>
                <a:close/>
                <a:moveTo>
                  <a:pt x="f380" y="f1317"/>
                </a:moveTo>
                <a:cubicBezTo>
                  <a:pt x="f597" y="f1327"/>
                  <a:pt x="f1356" y="f1325"/>
                  <a:pt x="f595" y="f1323"/>
                </a:cubicBezTo>
                <a:cubicBezTo>
                  <a:pt x="f599" y="f1321"/>
                  <a:pt x="f1357" y="f1319"/>
                  <a:pt x="f380" y="f1317"/>
                </a:cubicBezTo>
                <a:close/>
                <a:moveTo>
                  <a:pt x="f410" y="f1317"/>
                </a:moveTo>
                <a:cubicBezTo>
                  <a:pt x="f1358" y="f1319"/>
                  <a:pt x="f1359" y="f1321"/>
                  <a:pt x="f1360" y="f1323"/>
                </a:cubicBezTo>
                <a:cubicBezTo>
                  <a:pt x="f1361" y="f1325"/>
                  <a:pt x="f1362" y="f1327"/>
                  <a:pt x="f410" y="f1317"/>
                </a:cubicBezTo>
                <a:close/>
                <a:moveTo>
                  <a:pt x="f448" y="f1317"/>
                </a:moveTo>
                <a:cubicBezTo>
                  <a:pt x="f608" y="f1327"/>
                  <a:pt x="f1363" y="f1325"/>
                  <a:pt x="f606" y="f1323"/>
                </a:cubicBezTo>
                <a:cubicBezTo>
                  <a:pt x="f610" y="f1321"/>
                  <a:pt x="f1364" y="f1319"/>
                  <a:pt x="f448" y="f1317"/>
                </a:cubicBezTo>
                <a:close/>
                <a:moveTo>
                  <a:pt x="f478" y="f1317"/>
                </a:moveTo>
                <a:cubicBezTo>
                  <a:pt x="f1365" y="f1319"/>
                  <a:pt x="f1366" y="f1321"/>
                  <a:pt x="f1367" y="f1323"/>
                </a:cubicBezTo>
                <a:cubicBezTo>
                  <a:pt x="f1368" y="f1325"/>
                  <a:pt x="f1369" y="f1327"/>
                  <a:pt x="f478" y="f1317"/>
                </a:cubicBezTo>
                <a:close/>
                <a:moveTo>
                  <a:pt x="f3" y="f1370"/>
                </a:moveTo>
                <a:lnTo>
                  <a:pt x="f3" y="f1371"/>
                </a:lnTo>
                <a:cubicBezTo>
                  <a:pt x="f1372" y="f1373"/>
                  <a:pt x="f1374" y="f1375"/>
                  <a:pt x="f704" y="f1323"/>
                </a:cubicBezTo>
                <a:cubicBezTo>
                  <a:pt x="f1376" y="f1377"/>
                  <a:pt x="f1378" y="f1379"/>
                  <a:pt x="f3" y="f1380"/>
                </a:cubicBezTo>
                <a:lnTo>
                  <a:pt x="f3" y="f1381"/>
                </a:lnTo>
                <a:cubicBezTo>
                  <a:pt x="f1382" y="f1383"/>
                  <a:pt x="f1384" y="f1385"/>
                  <a:pt x="f1386" y="f1387"/>
                </a:cubicBezTo>
                <a:lnTo>
                  <a:pt x="f690" y="f1388"/>
                </a:lnTo>
                <a:cubicBezTo>
                  <a:pt x="f1389" y="f1390"/>
                  <a:pt x="f1391" y="f1392"/>
                  <a:pt x="f1393" y="f1394"/>
                </a:cubicBezTo>
                <a:cubicBezTo>
                  <a:pt x="f1395" y="f1396"/>
                  <a:pt x="f1397" y="f1398"/>
                  <a:pt x="f1399" y="f1400"/>
                </a:cubicBezTo>
                <a:lnTo>
                  <a:pt x="f676" y="f1401"/>
                </a:lnTo>
                <a:lnTo>
                  <a:pt x="f738" y="f1402"/>
                </a:lnTo>
                <a:lnTo>
                  <a:pt x="f1403" y="f1404"/>
                </a:lnTo>
                <a:cubicBezTo>
                  <a:pt x="f1405" y="f1406"/>
                  <a:pt x="f733" y="f1407"/>
                  <a:pt x="f733" y="f1408"/>
                </a:cubicBezTo>
                <a:cubicBezTo>
                  <a:pt x="f733" y="f1409"/>
                  <a:pt x="f731" y="f1410"/>
                  <a:pt x="f729" y="f1411"/>
                </a:cubicBezTo>
                <a:cubicBezTo>
                  <a:pt x="f727" y="f1412"/>
                  <a:pt x="f1413" y="f1414"/>
                  <a:pt x="f1415" y="f1416"/>
                </a:cubicBezTo>
                <a:lnTo>
                  <a:pt x="f1417" y="f1418"/>
                </a:lnTo>
                <a:cubicBezTo>
                  <a:pt x="f1419" y="f1420"/>
                  <a:pt x="f1421" y="f1422"/>
                  <a:pt x="f1423" y="f1424"/>
                </a:cubicBezTo>
                <a:cubicBezTo>
                  <a:pt x="f713" y="f1425"/>
                  <a:pt x="f1426" y="f1427"/>
                  <a:pt x="f3" y="f1370"/>
                </a:cubicBezTo>
                <a:close/>
                <a:moveTo>
                  <a:pt x="f23" y="f1428"/>
                </a:moveTo>
                <a:lnTo>
                  <a:pt x="f25" y="f1429"/>
                </a:lnTo>
                <a:cubicBezTo>
                  <a:pt x="f27" y="f1430"/>
                  <a:pt x="f29" y="f1431"/>
                  <a:pt x="f31" y="f1432"/>
                </a:cubicBezTo>
                <a:cubicBezTo>
                  <a:pt x="f33" y="f1433"/>
                  <a:pt x="f35" y="f1434"/>
                  <a:pt x="f37" y="f1435"/>
                </a:cubicBezTo>
                <a:lnTo>
                  <a:pt x="f39" y="f1436"/>
                </a:lnTo>
                <a:cubicBezTo>
                  <a:pt x="f1437" y="f1438"/>
                  <a:pt x="f1439" y="f1440"/>
                  <a:pt x="f1441" y="f1424"/>
                </a:cubicBezTo>
                <a:cubicBezTo>
                  <a:pt x="f1442" y="f1422"/>
                  <a:pt x="f1443" y="f1420"/>
                  <a:pt x="f1444" y="f1418"/>
                </a:cubicBezTo>
                <a:lnTo>
                  <a:pt x="f1445" y="f1416"/>
                </a:lnTo>
                <a:cubicBezTo>
                  <a:pt x="f1446" y="f1414"/>
                  <a:pt x="f1447" y="f1412"/>
                  <a:pt x="f1448" y="f1411"/>
                </a:cubicBezTo>
                <a:cubicBezTo>
                  <a:pt x="f1449" y="f1410"/>
                  <a:pt x="f1450" y="f1409"/>
                  <a:pt x="f1450" y="f1408"/>
                </a:cubicBezTo>
                <a:cubicBezTo>
                  <a:pt x="f1450" y="f1407"/>
                  <a:pt x="f1451" y="f1406"/>
                  <a:pt x="f1452" y="f1404"/>
                </a:cubicBezTo>
                <a:lnTo>
                  <a:pt x="f1453" y="f1402"/>
                </a:lnTo>
                <a:lnTo>
                  <a:pt x="f1454" y="f1401"/>
                </a:lnTo>
                <a:lnTo>
                  <a:pt x="f1455" y="f1400"/>
                </a:lnTo>
                <a:cubicBezTo>
                  <a:pt x="f1456" y="f1398"/>
                  <a:pt x="f1457" y="f1396"/>
                  <a:pt x="f1458" y="f1394"/>
                </a:cubicBezTo>
                <a:cubicBezTo>
                  <a:pt x="f1459" y="f1392"/>
                  <a:pt x="f1460" y="f1390"/>
                  <a:pt x="f1461" y="f1388"/>
                </a:cubicBezTo>
                <a:lnTo>
                  <a:pt x="f1462" y="f1387"/>
                </a:lnTo>
                <a:cubicBezTo>
                  <a:pt x="f1463" y="f1464"/>
                  <a:pt x="f1465" y="f1466"/>
                  <a:pt x="f63" y="f1467"/>
                </a:cubicBezTo>
                <a:cubicBezTo>
                  <a:pt x="f65" y="f1468"/>
                  <a:pt x="f67" y="f1469"/>
                  <a:pt x="f69" y="f1470"/>
                </a:cubicBezTo>
                <a:lnTo>
                  <a:pt x="f71" y="f1471"/>
                </a:lnTo>
                <a:cubicBezTo>
                  <a:pt x="f73" y="f1472"/>
                  <a:pt x="f75" y="f1473"/>
                  <a:pt x="f77" y="f1474"/>
                </a:cubicBezTo>
                <a:cubicBezTo>
                  <a:pt x="f79" y="f1475"/>
                  <a:pt x="f81" y="f1476"/>
                  <a:pt x="f81" y="f1477"/>
                </a:cubicBezTo>
                <a:lnTo>
                  <a:pt x="f84" y="f1478"/>
                </a:lnTo>
                <a:lnTo>
                  <a:pt x="f86" y="f1479"/>
                </a:lnTo>
                <a:close/>
                <a:moveTo>
                  <a:pt x="f88" y="f1428"/>
                </a:moveTo>
                <a:lnTo>
                  <a:pt x="f89" y="f1479"/>
                </a:lnTo>
                <a:lnTo>
                  <a:pt x="f90" y="f1478"/>
                </a:lnTo>
                <a:lnTo>
                  <a:pt x="f91" y="f1477"/>
                </a:lnTo>
                <a:cubicBezTo>
                  <a:pt x="f91" y="f1476"/>
                  <a:pt x="f92" y="f1475"/>
                  <a:pt x="f93" y="f1474"/>
                </a:cubicBezTo>
                <a:cubicBezTo>
                  <a:pt x="f94" y="f1473"/>
                  <a:pt x="f95" y="f1472"/>
                  <a:pt x="f96" y="f1471"/>
                </a:cubicBezTo>
                <a:lnTo>
                  <a:pt x="f97" y="f1470"/>
                </a:lnTo>
                <a:cubicBezTo>
                  <a:pt x="f98" y="f1469"/>
                  <a:pt x="f99" y="f1468"/>
                  <a:pt x="f100" y="f1467"/>
                </a:cubicBezTo>
                <a:cubicBezTo>
                  <a:pt x="f801" y="f1466"/>
                  <a:pt x="f800" y="f1464"/>
                  <a:pt x="f1480" y="f1387"/>
                </a:cubicBezTo>
                <a:lnTo>
                  <a:pt x="f798" y="f1388"/>
                </a:lnTo>
                <a:cubicBezTo>
                  <a:pt x="f1481" y="f1390"/>
                  <a:pt x="f1482" y="f1392"/>
                  <a:pt x="f1483" y="f1394"/>
                </a:cubicBezTo>
                <a:cubicBezTo>
                  <a:pt x="f1484" y="f1396"/>
                  <a:pt x="f1485" y="f1398"/>
                  <a:pt x="f1486" y="f1400"/>
                </a:cubicBezTo>
                <a:lnTo>
                  <a:pt x="f791" y="f1401"/>
                </a:lnTo>
                <a:lnTo>
                  <a:pt x="f830" y="f1402"/>
                </a:lnTo>
                <a:lnTo>
                  <a:pt x="f1487" y="f1404"/>
                </a:lnTo>
                <a:cubicBezTo>
                  <a:pt x="f1488" y="f1406"/>
                  <a:pt x="f828" y="f1407"/>
                  <a:pt x="f828" y="f1408"/>
                </a:cubicBezTo>
                <a:cubicBezTo>
                  <a:pt x="f828" y="f1409"/>
                  <a:pt x="f827" y="f1410"/>
                  <a:pt x="f826" y="f1411"/>
                </a:cubicBezTo>
                <a:cubicBezTo>
                  <a:pt x="f825" y="f1412"/>
                  <a:pt x="f1489" y="f1414"/>
                  <a:pt x="f1490" y="f1416"/>
                </a:cubicBezTo>
                <a:lnTo>
                  <a:pt x="f1491" y="f1418"/>
                </a:lnTo>
                <a:cubicBezTo>
                  <a:pt x="f1492" y="f1420"/>
                  <a:pt x="f1493" y="f1422"/>
                  <a:pt x="f1494" y="f1424"/>
                </a:cubicBezTo>
                <a:cubicBezTo>
                  <a:pt x="f818" y="f1440"/>
                  <a:pt x="f817" y="f1438"/>
                  <a:pt x="f115" y="f1436"/>
                </a:cubicBezTo>
                <a:lnTo>
                  <a:pt x="f116" y="f1435"/>
                </a:lnTo>
                <a:cubicBezTo>
                  <a:pt x="f117" y="f1434"/>
                  <a:pt x="f118" y="f1433"/>
                  <a:pt x="f119" y="f1432"/>
                </a:cubicBezTo>
                <a:cubicBezTo>
                  <a:pt x="f120" y="f1431"/>
                  <a:pt x="f121" y="f1430"/>
                  <a:pt x="f122" y="f1429"/>
                </a:cubicBezTo>
                <a:close/>
                <a:moveTo>
                  <a:pt x="f123" y="f1428"/>
                </a:moveTo>
                <a:lnTo>
                  <a:pt x="f124" y="f1429"/>
                </a:lnTo>
                <a:cubicBezTo>
                  <a:pt x="f125" y="f1430"/>
                  <a:pt x="f126" y="f1431"/>
                  <a:pt x="f127" y="f1432"/>
                </a:cubicBezTo>
                <a:cubicBezTo>
                  <a:pt x="f128" y="f1433"/>
                  <a:pt x="f129" y="f1434"/>
                  <a:pt x="f130" y="f1435"/>
                </a:cubicBezTo>
                <a:lnTo>
                  <a:pt x="f131" y="f1436"/>
                </a:lnTo>
                <a:cubicBezTo>
                  <a:pt x="f1495" y="f1438"/>
                  <a:pt x="f1496" y="f1440"/>
                  <a:pt x="f1497" y="f1424"/>
                </a:cubicBezTo>
                <a:cubicBezTo>
                  <a:pt x="f1498" y="f1422"/>
                  <a:pt x="f1499" y="f1420"/>
                  <a:pt x="f1500" y="f1418"/>
                </a:cubicBezTo>
                <a:lnTo>
                  <a:pt x="f1501" y="f1416"/>
                </a:lnTo>
                <a:cubicBezTo>
                  <a:pt x="f1502" y="f1414"/>
                  <a:pt x="f1503" y="f1412"/>
                  <a:pt x="f1504" y="f1411"/>
                </a:cubicBezTo>
                <a:cubicBezTo>
                  <a:pt x="f1505" y="f1410"/>
                  <a:pt x="f1506" y="f1409"/>
                  <a:pt x="f1506" y="f1408"/>
                </a:cubicBezTo>
                <a:cubicBezTo>
                  <a:pt x="f1506" y="f1407"/>
                  <a:pt x="f1507" y="f1406"/>
                  <a:pt x="f1508" y="f1404"/>
                </a:cubicBezTo>
                <a:lnTo>
                  <a:pt x="f1509" y="f1402"/>
                </a:lnTo>
                <a:lnTo>
                  <a:pt x="f1510" y="f1401"/>
                </a:lnTo>
                <a:lnTo>
                  <a:pt x="f1511" y="f1400"/>
                </a:lnTo>
                <a:cubicBezTo>
                  <a:pt x="f1512" y="f1398"/>
                  <a:pt x="f1513" y="f1396"/>
                  <a:pt x="f1514" y="f1394"/>
                </a:cubicBezTo>
                <a:cubicBezTo>
                  <a:pt x="f1515" y="f1392"/>
                  <a:pt x="f1516" y="f1390"/>
                  <a:pt x="f1517" y="f1388"/>
                </a:cubicBezTo>
                <a:lnTo>
                  <a:pt x="f1518" y="f1387"/>
                </a:lnTo>
                <a:cubicBezTo>
                  <a:pt x="f1519" y="f1464"/>
                  <a:pt x="f1520" y="f1466"/>
                  <a:pt x="f145" y="f1467"/>
                </a:cubicBezTo>
                <a:cubicBezTo>
                  <a:pt x="f146" y="f1468"/>
                  <a:pt x="f147" y="f1469"/>
                  <a:pt x="f148" y="f1470"/>
                </a:cubicBezTo>
                <a:lnTo>
                  <a:pt x="f149" y="f1471"/>
                </a:lnTo>
                <a:cubicBezTo>
                  <a:pt x="f150" y="f1472"/>
                  <a:pt x="f151" y="f1473"/>
                  <a:pt x="f152" y="f1474"/>
                </a:cubicBezTo>
                <a:cubicBezTo>
                  <a:pt x="f153" y="f1475"/>
                  <a:pt x="f154" y="f1476"/>
                  <a:pt x="f154" y="f1477"/>
                </a:cubicBezTo>
                <a:lnTo>
                  <a:pt x="f155" y="f1478"/>
                </a:lnTo>
                <a:lnTo>
                  <a:pt x="f156" y="f1479"/>
                </a:lnTo>
                <a:close/>
                <a:moveTo>
                  <a:pt x="f157" y="f1428"/>
                </a:moveTo>
                <a:lnTo>
                  <a:pt x="f158" y="f1479"/>
                </a:lnTo>
                <a:lnTo>
                  <a:pt x="f159" y="f1478"/>
                </a:lnTo>
                <a:lnTo>
                  <a:pt x="f160" y="f1477"/>
                </a:lnTo>
                <a:cubicBezTo>
                  <a:pt x="f160" y="f1476"/>
                  <a:pt x="f161" y="f1475"/>
                  <a:pt x="f162" y="f1474"/>
                </a:cubicBezTo>
                <a:cubicBezTo>
                  <a:pt x="f163" y="f1473"/>
                  <a:pt x="f164" y="f1472"/>
                  <a:pt x="f165" y="f1471"/>
                </a:cubicBezTo>
                <a:lnTo>
                  <a:pt x="f166" y="f1470"/>
                </a:lnTo>
                <a:cubicBezTo>
                  <a:pt x="f167" y="f1469"/>
                  <a:pt x="f168" y="f1468"/>
                  <a:pt x="f169" y="f1467"/>
                </a:cubicBezTo>
                <a:cubicBezTo>
                  <a:pt x="f888" y="f1466"/>
                  <a:pt x="f887" y="f1464"/>
                  <a:pt x="f1521" y="f1387"/>
                </a:cubicBezTo>
                <a:lnTo>
                  <a:pt x="f885" y="f1388"/>
                </a:lnTo>
                <a:cubicBezTo>
                  <a:pt x="f1522" y="f1390"/>
                  <a:pt x="f1523" y="f1392"/>
                  <a:pt x="f1524" y="f1394"/>
                </a:cubicBezTo>
                <a:cubicBezTo>
                  <a:pt x="f1525" y="f1396"/>
                  <a:pt x="f1526" y="f1398"/>
                  <a:pt x="f1527" y="f1400"/>
                </a:cubicBezTo>
                <a:lnTo>
                  <a:pt x="f878" y="f1401"/>
                </a:lnTo>
                <a:lnTo>
                  <a:pt x="f917" y="f1402"/>
                </a:lnTo>
                <a:lnTo>
                  <a:pt x="f1528" y="f1404"/>
                </a:lnTo>
                <a:cubicBezTo>
                  <a:pt x="f1529" y="f1406"/>
                  <a:pt x="f915" y="f1407"/>
                  <a:pt x="f915" y="f1408"/>
                </a:cubicBezTo>
                <a:cubicBezTo>
                  <a:pt x="f915" y="f1409"/>
                  <a:pt x="f914" y="f1410"/>
                  <a:pt x="f913" y="f1411"/>
                </a:cubicBezTo>
                <a:cubicBezTo>
                  <a:pt x="f912" y="f1412"/>
                  <a:pt x="f1530" y="f1414"/>
                  <a:pt x="f1531" y="f1416"/>
                </a:cubicBezTo>
                <a:lnTo>
                  <a:pt x="f1532" y="f1418"/>
                </a:lnTo>
                <a:cubicBezTo>
                  <a:pt x="f1533" y="f1420"/>
                  <a:pt x="f1534" y="f1422"/>
                  <a:pt x="f1535" y="f1424"/>
                </a:cubicBezTo>
                <a:cubicBezTo>
                  <a:pt x="f905" y="f1440"/>
                  <a:pt x="f904" y="f1438"/>
                  <a:pt x="f183" y="f1436"/>
                </a:cubicBezTo>
                <a:lnTo>
                  <a:pt x="f184" y="f1435"/>
                </a:lnTo>
                <a:cubicBezTo>
                  <a:pt x="f185" y="f1434"/>
                  <a:pt x="f186" y="f1433"/>
                  <a:pt x="f187" y="f1432"/>
                </a:cubicBezTo>
                <a:cubicBezTo>
                  <a:pt x="f188" y="f1431"/>
                  <a:pt x="f189" y="f1430"/>
                  <a:pt x="f190" y="f1429"/>
                </a:cubicBezTo>
                <a:close/>
                <a:moveTo>
                  <a:pt x="f191" y="f1428"/>
                </a:moveTo>
                <a:lnTo>
                  <a:pt x="f192" y="f1429"/>
                </a:lnTo>
                <a:cubicBezTo>
                  <a:pt x="f193" y="f1430"/>
                  <a:pt x="f194" y="f1431"/>
                  <a:pt x="f195" y="f1432"/>
                </a:cubicBezTo>
                <a:cubicBezTo>
                  <a:pt x="f196" y="f1433"/>
                  <a:pt x="f197" y="f1434"/>
                  <a:pt x="f198" y="f1435"/>
                </a:cubicBezTo>
                <a:lnTo>
                  <a:pt x="f199" y="f1436"/>
                </a:lnTo>
                <a:cubicBezTo>
                  <a:pt x="f1536" y="f1438"/>
                  <a:pt x="f1537" y="f1440"/>
                  <a:pt x="f1538" y="f1424"/>
                </a:cubicBezTo>
                <a:cubicBezTo>
                  <a:pt x="f1539" y="f1422"/>
                  <a:pt x="f1540" y="f1420"/>
                  <a:pt x="f1541" y="f1418"/>
                </a:cubicBezTo>
                <a:lnTo>
                  <a:pt x="f1542" y="f1416"/>
                </a:lnTo>
                <a:cubicBezTo>
                  <a:pt x="f1543" y="f1414"/>
                  <a:pt x="f1544" y="f1412"/>
                  <a:pt x="f1545" y="f1411"/>
                </a:cubicBezTo>
                <a:cubicBezTo>
                  <a:pt x="f1546" y="f1410"/>
                  <a:pt x="f1547" y="f1409"/>
                  <a:pt x="f1547" y="f1408"/>
                </a:cubicBezTo>
                <a:cubicBezTo>
                  <a:pt x="f1547" y="f1407"/>
                  <a:pt x="f1548" y="f1406"/>
                  <a:pt x="f1549" y="f1404"/>
                </a:cubicBezTo>
                <a:lnTo>
                  <a:pt x="f1550" y="f1402"/>
                </a:lnTo>
                <a:lnTo>
                  <a:pt x="f1551" y="f1401"/>
                </a:lnTo>
                <a:lnTo>
                  <a:pt x="f1552" y="f1400"/>
                </a:lnTo>
                <a:cubicBezTo>
                  <a:pt x="f1553" y="f1398"/>
                  <a:pt x="f1554" y="f1396"/>
                  <a:pt x="f1555" y="f1394"/>
                </a:cubicBezTo>
                <a:cubicBezTo>
                  <a:pt x="f1556" y="f1392"/>
                  <a:pt x="f1557" y="f1390"/>
                  <a:pt x="f1558" y="f1388"/>
                </a:cubicBezTo>
                <a:lnTo>
                  <a:pt x="f1559" y="f1387"/>
                </a:lnTo>
                <a:cubicBezTo>
                  <a:pt x="f1560" y="f1464"/>
                  <a:pt x="f1561" y="f1466"/>
                  <a:pt x="f213" y="f1467"/>
                </a:cubicBezTo>
                <a:cubicBezTo>
                  <a:pt x="f214" y="f1468"/>
                  <a:pt x="f215" y="f1469"/>
                  <a:pt x="f216" y="f1470"/>
                </a:cubicBezTo>
                <a:lnTo>
                  <a:pt x="f217" y="f1471"/>
                </a:lnTo>
                <a:cubicBezTo>
                  <a:pt x="f218" y="f1472"/>
                  <a:pt x="f219" y="f1473"/>
                  <a:pt x="f220" y="f1474"/>
                </a:cubicBezTo>
                <a:cubicBezTo>
                  <a:pt x="f221" y="f1475"/>
                  <a:pt x="f222" y="f1476"/>
                  <a:pt x="f222" y="f1477"/>
                </a:cubicBezTo>
                <a:lnTo>
                  <a:pt x="f223" y="f1478"/>
                </a:lnTo>
                <a:lnTo>
                  <a:pt x="f224" y="f1479"/>
                </a:lnTo>
                <a:close/>
                <a:moveTo>
                  <a:pt x="f225" y="f1428"/>
                </a:moveTo>
                <a:lnTo>
                  <a:pt x="f226" y="f1479"/>
                </a:lnTo>
                <a:lnTo>
                  <a:pt x="f227" y="f1478"/>
                </a:lnTo>
                <a:lnTo>
                  <a:pt x="f228" y="f1477"/>
                </a:lnTo>
                <a:cubicBezTo>
                  <a:pt x="f228" y="f1476"/>
                  <a:pt x="f984" y="f1475"/>
                  <a:pt x="f983" y="f1474"/>
                </a:cubicBezTo>
                <a:cubicBezTo>
                  <a:pt x="f982" y="f1473"/>
                  <a:pt x="f232" y="f1472"/>
                  <a:pt x="f1562" y="f1471"/>
                </a:cubicBezTo>
                <a:lnTo>
                  <a:pt x="f234" y="f1470"/>
                </a:lnTo>
                <a:cubicBezTo>
                  <a:pt x="f1563" y="f1469"/>
                  <a:pt x="f236" y="f1468"/>
                  <a:pt x="f1564" y="f1467"/>
                </a:cubicBezTo>
                <a:cubicBezTo>
                  <a:pt x="f975" y="f1466"/>
                  <a:pt x="f974" y="f1464"/>
                  <a:pt x="f1565" y="f1387"/>
                </a:cubicBezTo>
                <a:lnTo>
                  <a:pt x="f972" y="f1388"/>
                </a:lnTo>
                <a:cubicBezTo>
                  <a:pt x="f1566" y="f1390"/>
                  <a:pt x="f1567" y="f1392"/>
                  <a:pt x="f1568" y="f1394"/>
                </a:cubicBezTo>
                <a:cubicBezTo>
                  <a:pt x="f1569" y="f1396"/>
                  <a:pt x="f1570" y="f1398"/>
                  <a:pt x="f1571" y="f1400"/>
                </a:cubicBezTo>
                <a:lnTo>
                  <a:pt x="f965" y="f1401"/>
                </a:lnTo>
                <a:lnTo>
                  <a:pt x="f1008" y="f1402"/>
                </a:lnTo>
                <a:lnTo>
                  <a:pt x="f1572" y="f1404"/>
                </a:lnTo>
                <a:cubicBezTo>
                  <a:pt x="f1573" y="f1406"/>
                  <a:pt x="f1006" y="f1407"/>
                  <a:pt x="f1006" y="f1408"/>
                </a:cubicBezTo>
                <a:cubicBezTo>
                  <a:pt x="f1006" y="f1409"/>
                  <a:pt x="f1005" y="f1410"/>
                  <a:pt x="f1004" y="f1411"/>
                </a:cubicBezTo>
                <a:cubicBezTo>
                  <a:pt x="f1003" y="f1412"/>
                  <a:pt x="f1574" y="f1414"/>
                  <a:pt x="f1575" y="f1416"/>
                </a:cubicBezTo>
                <a:lnTo>
                  <a:pt x="f1576" y="f1418"/>
                </a:lnTo>
                <a:cubicBezTo>
                  <a:pt x="f1577" y="f1420"/>
                  <a:pt x="f1578" y="f1422"/>
                  <a:pt x="f1579" y="f1424"/>
                </a:cubicBezTo>
                <a:cubicBezTo>
                  <a:pt x="f996" y="f1440"/>
                  <a:pt x="f995" y="f1438"/>
                  <a:pt x="f1580" y="f1436"/>
                </a:cubicBezTo>
                <a:lnTo>
                  <a:pt x="f993" y="f1435"/>
                </a:lnTo>
                <a:cubicBezTo>
                  <a:pt x="f253" y="f1434"/>
                  <a:pt x="f254" y="f1433"/>
                  <a:pt x="f255" y="f1432"/>
                </a:cubicBezTo>
                <a:cubicBezTo>
                  <a:pt x="f1581" y="f1431"/>
                  <a:pt x="f257" y="f1430"/>
                  <a:pt x="f1582" y="f1429"/>
                </a:cubicBezTo>
                <a:close/>
                <a:moveTo>
                  <a:pt x="f259" y="f1428"/>
                </a:moveTo>
                <a:lnTo>
                  <a:pt x="f260" y="f1429"/>
                </a:lnTo>
                <a:cubicBezTo>
                  <a:pt x="f261" y="f1430"/>
                  <a:pt x="f262" y="f1431"/>
                  <a:pt x="f263" y="f1432"/>
                </a:cubicBezTo>
                <a:cubicBezTo>
                  <a:pt x="f264" y="f1433"/>
                  <a:pt x="f265" y="f1434"/>
                  <a:pt x="f266" y="f1435"/>
                </a:cubicBezTo>
                <a:lnTo>
                  <a:pt x="f267" y="f1436"/>
                </a:lnTo>
                <a:cubicBezTo>
                  <a:pt x="f1583" y="f1438"/>
                  <a:pt x="f1584" y="f1440"/>
                  <a:pt x="f1585" y="f1424"/>
                </a:cubicBezTo>
                <a:cubicBezTo>
                  <a:pt x="f1586" y="f1422"/>
                  <a:pt x="f1587" y="f1420"/>
                  <a:pt x="f1588" y="f1418"/>
                </a:cubicBezTo>
                <a:lnTo>
                  <a:pt x="f1589" y="f1416"/>
                </a:lnTo>
                <a:cubicBezTo>
                  <a:pt x="f1590" y="f1414"/>
                  <a:pt x="f1591" y="f1412"/>
                  <a:pt x="f1592" y="f1411"/>
                </a:cubicBezTo>
                <a:cubicBezTo>
                  <a:pt x="f1593" y="f1410"/>
                  <a:pt x="f1594" y="f1409"/>
                  <a:pt x="f1594" y="f1408"/>
                </a:cubicBezTo>
                <a:cubicBezTo>
                  <a:pt x="f1594" y="f1407"/>
                  <a:pt x="f1595" y="f1406"/>
                  <a:pt x="f1596" y="f1404"/>
                </a:cubicBezTo>
                <a:lnTo>
                  <a:pt x="f1597" y="f1402"/>
                </a:lnTo>
                <a:lnTo>
                  <a:pt x="f1598" y="f1401"/>
                </a:lnTo>
                <a:lnTo>
                  <a:pt x="f1599" y="f1400"/>
                </a:lnTo>
                <a:cubicBezTo>
                  <a:pt x="f1600" y="f1398"/>
                  <a:pt x="f1601" y="f1396"/>
                  <a:pt x="f1602" y="f1394"/>
                </a:cubicBezTo>
                <a:cubicBezTo>
                  <a:pt x="f1603" y="f1392"/>
                  <a:pt x="f1604" y="f1390"/>
                  <a:pt x="f1605" y="f1388"/>
                </a:cubicBezTo>
                <a:lnTo>
                  <a:pt x="f1606" y="f1387"/>
                </a:lnTo>
                <a:cubicBezTo>
                  <a:pt x="f1607" y="f1464"/>
                  <a:pt x="f1608" y="f1466"/>
                  <a:pt x="f281" y="f1467"/>
                </a:cubicBezTo>
                <a:cubicBezTo>
                  <a:pt x="f282" y="f1468"/>
                  <a:pt x="f283" y="f1469"/>
                  <a:pt x="f284" y="f1470"/>
                </a:cubicBezTo>
                <a:lnTo>
                  <a:pt x="f285" y="f1471"/>
                </a:lnTo>
                <a:cubicBezTo>
                  <a:pt x="f286" y="f1472"/>
                  <a:pt x="f287" y="f1473"/>
                  <a:pt x="f288" y="f1474"/>
                </a:cubicBezTo>
                <a:cubicBezTo>
                  <a:pt x="f289" y="f1475"/>
                  <a:pt x="f290" y="f1476"/>
                  <a:pt x="f290" y="f1477"/>
                </a:cubicBezTo>
                <a:lnTo>
                  <a:pt x="f291" y="f1478"/>
                </a:lnTo>
                <a:lnTo>
                  <a:pt x="f292" y="f1479"/>
                </a:lnTo>
                <a:close/>
                <a:moveTo>
                  <a:pt x="f293" y="f1428"/>
                </a:moveTo>
                <a:lnTo>
                  <a:pt x="f294" y="f1479"/>
                </a:lnTo>
                <a:lnTo>
                  <a:pt x="f295" y="f1478"/>
                </a:lnTo>
                <a:lnTo>
                  <a:pt x="f296" y="f1477"/>
                </a:lnTo>
                <a:cubicBezTo>
                  <a:pt x="f296" y="f1476"/>
                  <a:pt x="f297" y="f1475"/>
                  <a:pt x="f298" y="f1474"/>
                </a:cubicBezTo>
                <a:cubicBezTo>
                  <a:pt x="f299" y="f1473"/>
                  <a:pt x="f300" y="f1472"/>
                  <a:pt x="f301" y="f1471"/>
                </a:cubicBezTo>
                <a:lnTo>
                  <a:pt x="f302" y="f1470"/>
                </a:lnTo>
                <a:cubicBezTo>
                  <a:pt x="f303" y="f1469"/>
                  <a:pt x="f304" y="f1468"/>
                  <a:pt x="f305" y="f1467"/>
                </a:cubicBezTo>
                <a:cubicBezTo>
                  <a:pt x="f1066" y="f1466"/>
                  <a:pt x="f1065" y="f1464"/>
                  <a:pt x="f1609" y="f1387"/>
                </a:cubicBezTo>
                <a:lnTo>
                  <a:pt x="f1063" y="f1388"/>
                </a:lnTo>
                <a:cubicBezTo>
                  <a:pt x="f1610" y="f1390"/>
                  <a:pt x="f1611" y="f1392"/>
                  <a:pt x="f1612" y="f1394"/>
                </a:cubicBezTo>
                <a:cubicBezTo>
                  <a:pt x="f1613" y="f1396"/>
                  <a:pt x="f1614" y="f1398"/>
                  <a:pt x="f1615" y="f1400"/>
                </a:cubicBezTo>
                <a:lnTo>
                  <a:pt x="f1056" y="f1401"/>
                </a:lnTo>
                <a:lnTo>
                  <a:pt x="f1095" y="f1402"/>
                </a:lnTo>
                <a:lnTo>
                  <a:pt x="f1616" y="f1404"/>
                </a:lnTo>
                <a:cubicBezTo>
                  <a:pt x="f1617" y="f1406"/>
                  <a:pt x="f1093" y="f1407"/>
                  <a:pt x="f1093" y="f1408"/>
                </a:cubicBezTo>
                <a:cubicBezTo>
                  <a:pt x="f1093" y="f1409"/>
                  <a:pt x="f1092" y="f1410"/>
                  <a:pt x="f1091" y="f1411"/>
                </a:cubicBezTo>
                <a:cubicBezTo>
                  <a:pt x="f1090" y="f1412"/>
                  <a:pt x="f1618" y="f1414"/>
                  <a:pt x="f1619" y="f1416"/>
                </a:cubicBezTo>
                <a:lnTo>
                  <a:pt x="f1620" y="f1418"/>
                </a:lnTo>
                <a:cubicBezTo>
                  <a:pt x="f1621" y="f1420"/>
                  <a:pt x="f1622" y="f1422"/>
                  <a:pt x="f1623" y="f1424"/>
                </a:cubicBezTo>
                <a:cubicBezTo>
                  <a:pt x="f1083" y="f1440"/>
                  <a:pt x="f1082" y="f1438"/>
                  <a:pt x="f319" y="f1436"/>
                </a:cubicBezTo>
                <a:lnTo>
                  <a:pt x="f320" y="f1435"/>
                </a:lnTo>
                <a:cubicBezTo>
                  <a:pt x="f321" y="f1434"/>
                  <a:pt x="f322" y="f1433"/>
                  <a:pt x="f323" y="f1432"/>
                </a:cubicBezTo>
                <a:cubicBezTo>
                  <a:pt x="f324" y="f1431"/>
                  <a:pt x="f325" y="f1430"/>
                  <a:pt x="f326" y="f1429"/>
                </a:cubicBezTo>
                <a:close/>
                <a:moveTo>
                  <a:pt x="f327" y="f1428"/>
                </a:moveTo>
                <a:lnTo>
                  <a:pt x="f328" y="f1429"/>
                </a:lnTo>
                <a:cubicBezTo>
                  <a:pt x="f329" y="f1430"/>
                  <a:pt x="f330" y="f1431"/>
                  <a:pt x="f331" y="f1432"/>
                </a:cubicBezTo>
                <a:cubicBezTo>
                  <a:pt x="f332" y="f1433"/>
                  <a:pt x="f333" y="f1434"/>
                  <a:pt x="f334" y="f1435"/>
                </a:cubicBezTo>
                <a:lnTo>
                  <a:pt x="f335" y="f1436"/>
                </a:lnTo>
                <a:cubicBezTo>
                  <a:pt x="f1624" y="f1438"/>
                  <a:pt x="f1625" y="f1440"/>
                  <a:pt x="f1626" y="f1424"/>
                </a:cubicBezTo>
                <a:cubicBezTo>
                  <a:pt x="f1627" y="f1422"/>
                  <a:pt x="f1628" y="f1420"/>
                  <a:pt x="f1629" y="f1418"/>
                </a:cubicBezTo>
                <a:lnTo>
                  <a:pt x="f1630" y="f1416"/>
                </a:lnTo>
                <a:cubicBezTo>
                  <a:pt x="f1631" y="f1414"/>
                  <a:pt x="f1632" y="f1412"/>
                  <a:pt x="f1633" y="f1411"/>
                </a:cubicBezTo>
                <a:cubicBezTo>
                  <a:pt x="f1634" y="f1410"/>
                  <a:pt x="f1635" y="f1409"/>
                  <a:pt x="f1635" y="f1408"/>
                </a:cubicBezTo>
                <a:cubicBezTo>
                  <a:pt x="f1635" y="f1407"/>
                  <a:pt x="f1636" y="f1406"/>
                  <a:pt x="f1637" y="f1404"/>
                </a:cubicBezTo>
                <a:lnTo>
                  <a:pt x="f1638" y="f1402"/>
                </a:lnTo>
                <a:lnTo>
                  <a:pt x="f1639" y="f1401"/>
                </a:lnTo>
                <a:lnTo>
                  <a:pt x="f1640" y="f1400"/>
                </a:lnTo>
                <a:cubicBezTo>
                  <a:pt x="f1641" y="f1398"/>
                  <a:pt x="f1642" y="f1396"/>
                  <a:pt x="f1643" y="f1394"/>
                </a:cubicBezTo>
                <a:cubicBezTo>
                  <a:pt x="f1644" y="f1392"/>
                  <a:pt x="f1645" y="f1390"/>
                  <a:pt x="f1646" y="f1388"/>
                </a:cubicBezTo>
                <a:lnTo>
                  <a:pt x="f1647" y="f1387"/>
                </a:lnTo>
                <a:cubicBezTo>
                  <a:pt x="f1648" y="f1464"/>
                  <a:pt x="f1649" y="f1466"/>
                  <a:pt x="f349" y="f1467"/>
                </a:cubicBezTo>
                <a:cubicBezTo>
                  <a:pt x="f350" y="f1468"/>
                  <a:pt x="f351" y="f1469"/>
                  <a:pt x="f352" y="f1470"/>
                </a:cubicBezTo>
                <a:lnTo>
                  <a:pt x="f353" y="f1471"/>
                </a:lnTo>
                <a:cubicBezTo>
                  <a:pt x="f354" y="f1472"/>
                  <a:pt x="f355" y="f1473"/>
                  <a:pt x="f356" y="f1474"/>
                </a:cubicBezTo>
                <a:cubicBezTo>
                  <a:pt x="f357" y="f1475"/>
                  <a:pt x="f358" y="f1476"/>
                  <a:pt x="f358" y="f1477"/>
                </a:cubicBezTo>
                <a:lnTo>
                  <a:pt x="f359" y="f1478"/>
                </a:lnTo>
                <a:lnTo>
                  <a:pt x="f360" y="f1479"/>
                </a:lnTo>
                <a:close/>
                <a:moveTo>
                  <a:pt x="f361" y="f1428"/>
                </a:moveTo>
                <a:lnTo>
                  <a:pt x="f362" y="f1479"/>
                </a:lnTo>
                <a:lnTo>
                  <a:pt x="f363" y="f1478"/>
                </a:lnTo>
                <a:lnTo>
                  <a:pt x="f364" y="f1477"/>
                </a:lnTo>
                <a:cubicBezTo>
                  <a:pt x="f364" y="f1476"/>
                  <a:pt x="f365" y="f1475"/>
                  <a:pt x="f366" y="f1474"/>
                </a:cubicBezTo>
                <a:cubicBezTo>
                  <a:pt x="f367" y="f1473"/>
                  <a:pt x="f368" y="f1472"/>
                  <a:pt x="f369" y="f1471"/>
                </a:cubicBezTo>
                <a:lnTo>
                  <a:pt x="f370" y="f1470"/>
                </a:lnTo>
                <a:cubicBezTo>
                  <a:pt x="f371" y="f1469"/>
                  <a:pt x="f372" y="f1468"/>
                  <a:pt x="f373" y="f1467"/>
                </a:cubicBezTo>
                <a:cubicBezTo>
                  <a:pt x="f1153" y="f1466"/>
                  <a:pt x="f1152" y="f1464"/>
                  <a:pt x="f1650" y="f1387"/>
                </a:cubicBezTo>
                <a:lnTo>
                  <a:pt x="f1150" y="f1388"/>
                </a:lnTo>
                <a:cubicBezTo>
                  <a:pt x="f1651" y="f1390"/>
                  <a:pt x="f1652" y="f1392"/>
                  <a:pt x="f1653" y="f1394"/>
                </a:cubicBezTo>
                <a:cubicBezTo>
                  <a:pt x="f1654" y="f1396"/>
                  <a:pt x="f1655" y="f1398"/>
                  <a:pt x="f1656" y="f1400"/>
                </a:cubicBezTo>
                <a:lnTo>
                  <a:pt x="f1143" y="f1401"/>
                </a:lnTo>
                <a:lnTo>
                  <a:pt x="f1182" y="f1402"/>
                </a:lnTo>
                <a:lnTo>
                  <a:pt x="f1657" y="f1404"/>
                </a:lnTo>
                <a:cubicBezTo>
                  <a:pt x="f1658" y="f1406"/>
                  <a:pt x="f1180" y="f1407"/>
                  <a:pt x="f1180" y="f1408"/>
                </a:cubicBezTo>
                <a:cubicBezTo>
                  <a:pt x="f1180" y="f1409"/>
                  <a:pt x="f1179" y="f1410"/>
                  <a:pt x="f1178" y="f1411"/>
                </a:cubicBezTo>
                <a:cubicBezTo>
                  <a:pt x="f1177" y="f1412"/>
                  <a:pt x="f1659" y="f1414"/>
                  <a:pt x="f1660" y="f1416"/>
                </a:cubicBezTo>
                <a:lnTo>
                  <a:pt x="f1661" y="f1418"/>
                </a:lnTo>
                <a:cubicBezTo>
                  <a:pt x="f1662" y="f1420"/>
                  <a:pt x="f1663" y="f1422"/>
                  <a:pt x="f1664" y="f1424"/>
                </a:cubicBezTo>
                <a:cubicBezTo>
                  <a:pt x="f1170" y="f1440"/>
                  <a:pt x="f1169" y="f1438"/>
                  <a:pt x="f387" y="f1436"/>
                </a:cubicBezTo>
                <a:lnTo>
                  <a:pt x="f388" y="f1435"/>
                </a:lnTo>
                <a:cubicBezTo>
                  <a:pt x="f389" y="f1434"/>
                  <a:pt x="f390" y="f1433"/>
                  <a:pt x="f391" y="f1432"/>
                </a:cubicBezTo>
                <a:cubicBezTo>
                  <a:pt x="f392" y="f1431"/>
                  <a:pt x="f393" y="f1430"/>
                  <a:pt x="f394" y="f1429"/>
                </a:cubicBezTo>
                <a:close/>
                <a:moveTo>
                  <a:pt x="f395" y="f1428"/>
                </a:moveTo>
                <a:lnTo>
                  <a:pt x="f396" y="f1429"/>
                </a:lnTo>
                <a:cubicBezTo>
                  <a:pt x="f397" y="f1430"/>
                  <a:pt x="f398" y="f1431"/>
                  <a:pt x="f399" y="f1432"/>
                </a:cubicBezTo>
                <a:cubicBezTo>
                  <a:pt x="f400" y="f1433"/>
                  <a:pt x="f401" y="f1434"/>
                  <a:pt x="f402" y="f1435"/>
                </a:cubicBezTo>
                <a:lnTo>
                  <a:pt x="f403" y="f1436"/>
                </a:lnTo>
                <a:cubicBezTo>
                  <a:pt x="f1665" y="f1438"/>
                  <a:pt x="f1666" y="f1440"/>
                  <a:pt x="f1667" y="f1424"/>
                </a:cubicBezTo>
                <a:cubicBezTo>
                  <a:pt x="f1668" y="f1422"/>
                  <a:pt x="f1669" y="f1420"/>
                  <a:pt x="f1670" y="f1418"/>
                </a:cubicBezTo>
                <a:lnTo>
                  <a:pt x="f1671" y="f1416"/>
                </a:lnTo>
                <a:cubicBezTo>
                  <a:pt x="f1672" y="f1414"/>
                  <a:pt x="f1673" y="f1412"/>
                  <a:pt x="f1674" y="f1411"/>
                </a:cubicBezTo>
                <a:cubicBezTo>
                  <a:pt x="f1675" y="f1410"/>
                  <a:pt x="f1676" y="f1409"/>
                  <a:pt x="f1676" y="f1408"/>
                </a:cubicBezTo>
                <a:cubicBezTo>
                  <a:pt x="f1676" y="f1407"/>
                  <a:pt x="f1677" y="f1406"/>
                  <a:pt x="f1678" y="f1404"/>
                </a:cubicBezTo>
                <a:lnTo>
                  <a:pt x="f1679" y="f1402"/>
                </a:lnTo>
                <a:lnTo>
                  <a:pt x="f1680" y="f1401"/>
                </a:lnTo>
                <a:lnTo>
                  <a:pt x="f1681" y="f1400"/>
                </a:lnTo>
                <a:cubicBezTo>
                  <a:pt x="f1682" y="f1398"/>
                  <a:pt x="f1683" y="f1396"/>
                  <a:pt x="f1684" y="f1394"/>
                </a:cubicBezTo>
                <a:cubicBezTo>
                  <a:pt x="f1685" y="f1392"/>
                  <a:pt x="f1686" y="f1390"/>
                  <a:pt x="f1687" y="f1388"/>
                </a:cubicBezTo>
                <a:lnTo>
                  <a:pt x="f1688" y="f1387"/>
                </a:lnTo>
                <a:cubicBezTo>
                  <a:pt x="f1689" y="f1464"/>
                  <a:pt x="f1690" y="f1466"/>
                  <a:pt x="f417" y="f1467"/>
                </a:cubicBezTo>
                <a:cubicBezTo>
                  <a:pt x="f418" y="f1468"/>
                  <a:pt x="f419" y="f1469"/>
                  <a:pt x="f420" y="f1470"/>
                </a:cubicBezTo>
                <a:lnTo>
                  <a:pt x="f421" y="f1471"/>
                </a:lnTo>
                <a:cubicBezTo>
                  <a:pt x="f422" y="f1472"/>
                  <a:pt x="f423" y="f1473"/>
                  <a:pt x="f424" y="f1474"/>
                </a:cubicBezTo>
                <a:cubicBezTo>
                  <a:pt x="f425" y="f1475"/>
                  <a:pt x="f426" y="f1476"/>
                  <a:pt x="f426" y="f1477"/>
                </a:cubicBezTo>
                <a:lnTo>
                  <a:pt x="f427" y="f1478"/>
                </a:lnTo>
                <a:lnTo>
                  <a:pt x="f428" y="f1479"/>
                </a:lnTo>
                <a:close/>
                <a:moveTo>
                  <a:pt x="f429" y="f1428"/>
                </a:moveTo>
                <a:lnTo>
                  <a:pt x="f430" y="f1479"/>
                </a:lnTo>
                <a:lnTo>
                  <a:pt x="f431" y="f1478"/>
                </a:lnTo>
                <a:lnTo>
                  <a:pt x="f432" y="f1477"/>
                </a:lnTo>
                <a:cubicBezTo>
                  <a:pt x="f432" y="f1476"/>
                  <a:pt x="f433" y="f1475"/>
                  <a:pt x="f434" y="f1474"/>
                </a:cubicBezTo>
                <a:cubicBezTo>
                  <a:pt x="f435" y="f1473"/>
                  <a:pt x="f436" y="f1472"/>
                  <a:pt x="f437" y="f1471"/>
                </a:cubicBezTo>
                <a:lnTo>
                  <a:pt x="f438" y="f1470"/>
                </a:lnTo>
                <a:cubicBezTo>
                  <a:pt x="f439" y="f1469"/>
                  <a:pt x="f440" y="f1468"/>
                  <a:pt x="f441" y="f1467"/>
                </a:cubicBezTo>
                <a:cubicBezTo>
                  <a:pt x="f1240" y="f1466"/>
                  <a:pt x="f1239" y="f1464"/>
                  <a:pt x="f1691" y="f1387"/>
                </a:cubicBezTo>
                <a:lnTo>
                  <a:pt x="f1237" y="f1388"/>
                </a:lnTo>
                <a:cubicBezTo>
                  <a:pt x="f1692" y="f1390"/>
                  <a:pt x="f1693" y="f1392"/>
                  <a:pt x="f1694" y="f1394"/>
                </a:cubicBezTo>
                <a:cubicBezTo>
                  <a:pt x="f1695" y="f1396"/>
                  <a:pt x="f1696" y="f1398"/>
                  <a:pt x="f1697" y="f1400"/>
                </a:cubicBezTo>
                <a:lnTo>
                  <a:pt x="f1230" y="f1401"/>
                </a:lnTo>
                <a:lnTo>
                  <a:pt x="f1269" y="f1402"/>
                </a:lnTo>
                <a:lnTo>
                  <a:pt x="f1698" y="f1404"/>
                </a:lnTo>
                <a:cubicBezTo>
                  <a:pt x="f1699" y="f1406"/>
                  <a:pt x="f1267" y="f1407"/>
                  <a:pt x="f1267" y="f1408"/>
                </a:cubicBezTo>
                <a:cubicBezTo>
                  <a:pt x="f1267" y="f1409"/>
                  <a:pt x="f1266" y="f1410"/>
                  <a:pt x="f1265" y="f1411"/>
                </a:cubicBezTo>
                <a:cubicBezTo>
                  <a:pt x="f1264" y="f1412"/>
                  <a:pt x="f1700" y="f1414"/>
                  <a:pt x="f1701" y="f1416"/>
                </a:cubicBezTo>
                <a:lnTo>
                  <a:pt x="f1702" y="f1418"/>
                </a:lnTo>
                <a:cubicBezTo>
                  <a:pt x="f1703" y="f1420"/>
                  <a:pt x="f1704" y="f1422"/>
                  <a:pt x="f1705" y="f1424"/>
                </a:cubicBezTo>
                <a:cubicBezTo>
                  <a:pt x="f1257" y="f1440"/>
                  <a:pt x="f1256" y="f1438"/>
                  <a:pt x="f455" y="f1436"/>
                </a:cubicBezTo>
                <a:lnTo>
                  <a:pt x="f456" y="f1435"/>
                </a:lnTo>
                <a:cubicBezTo>
                  <a:pt x="f457" y="f1434"/>
                  <a:pt x="f458" y="f1433"/>
                  <a:pt x="f459" y="f1432"/>
                </a:cubicBezTo>
                <a:cubicBezTo>
                  <a:pt x="f460" y="f1431"/>
                  <a:pt x="f461" y="f1430"/>
                  <a:pt x="f462" y="f1429"/>
                </a:cubicBezTo>
                <a:close/>
                <a:moveTo>
                  <a:pt x="f463" y="f1428"/>
                </a:moveTo>
                <a:lnTo>
                  <a:pt x="f464" y="f1429"/>
                </a:lnTo>
                <a:cubicBezTo>
                  <a:pt x="f465" y="f1430"/>
                  <a:pt x="f466" y="f1431"/>
                  <a:pt x="f467" y="f1432"/>
                </a:cubicBezTo>
                <a:cubicBezTo>
                  <a:pt x="f468" y="f1433"/>
                  <a:pt x="f469" y="f1434"/>
                  <a:pt x="f470" y="f1435"/>
                </a:cubicBezTo>
                <a:lnTo>
                  <a:pt x="f471" y="f1436"/>
                </a:lnTo>
                <a:cubicBezTo>
                  <a:pt x="f1706" y="f1438"/>
                  <a:pt x="f1707" y="f1440"/>
                  <a:pt x="f1708" y="f1424"/>
                </a:cubicBezTo>
                <a:cubicBezTo>
                  <a:pt x="f1709" y="f1422"/>
                  <a:pt x="f1710" y="f1420"/>
                  <a:pt x="f1711" y="f1418"/>
                </a:cubicBezTo>
                <a:lnTo>
                  <a:pt x="f1712" y="f1416"/>
                </a:lnTo>
                <a:cubicBezTo>
                  <a:pt x="f1713" y="f1414"/>
                  <a:pt x="f1714" y="f1412"/>
                  <a:pt x="f1715" y="f1411"/>
                </a:cubicBezTo>
                <a:cubicBezTo>
                  <a:pt x="f1716" y="f1410"/>
                  <a:pt x="f1717" y="f1409"/>
                  <a:pt x="f1717" y="f1408"/>
                </a:cubicBezTo>
                <a:cubicBezTo>
                  <a:pt x="f1717" y="f1407"/>
                  <a:pt x="f1718" y="f1406"/>
                  <a:pt x="f1719" y="f1404"/>
                </a:cubicBezTo>
                <a:lnTo>
                  <a:pt x="f1720" y="f1402"/>
                </a:lnTo>
                <a:lnTo>
                  <a:pt x="f1721" y="f1401"/>
                </a:lnTo>
                <a:lnTo>
                  <a:pt x="f1722" y="f1400"/>
                </a:lnTo>
                <a:cubicBezTo>
                  <a:pt x="f1723" y="f1398"/>
                  <a:pt x="f1724" y="f1396"/>
                  <a:pt x="f1725" y="f1394"/>
                </a:cubicBezTo>
                <a:cubicBezTo>
                  <a:pt x="f1726" y="f1392"/>
                  <a:pt x="f1727" y="f1390"/>
                  <a:pt x="f1728" y="f1388"/>
                </a:cubicBezTo>
                <a:lnTo>
                  <a:pt x="f1729" y="f1387"/>
                </a:lnTo>
                <a:cubicBezTo>
                  <a:pt x="f1730" y="f1464"/>
                  <a:pt x="f1731" y="f1466"/>
                  <a:pt x="f485" y="f1467"/>
                </a:cubicBezTo>
                <a:cubicBezTo>
                  <a:pt x="f486" y="f1468"/>
                  <a:pt x="f487" y="f1469"/>
                  <a:pt x="f488" y="f1470"/>
                </a:cubicBezTo>
                <a:lnTo>
                  <a:pt x="f489" y="f1471"/>
                </a:lnTo>
                <a:cubicBezTo>
                  <a:pt x="f490" y="f1472"/>
                  <a:pt x="f491" y="f1473"/>
                  <a:pt x="f492" y="f1474"/>
                </a:cubicBezTo>
                <a:cubicBezTo>
                  <a:pt x="f493" y="f1475"/>
                  <a:pt x="f494" y="f1476"/>
                  <a:pt x="f494" y="f1477"/>
                </a:cubicBezTo>
                <a:lnTo>
                  <a:pt x="f495" y="f1478"/>
                </a:lnTo>
                <a:lnTo>
                  <a:pt x="f496" y="f1479"/>
                </a:lnTo>
                <a:close/>
                <a:moveTo>
                  <a:pt x="f497" y="f1428"/>
                </a:moveTo>
                <a:lnTo>
                  <a:pt x="f498" y="f1479"/>
                </a:lnTo>
                <a:lnTo>
                  <a:pt x="f499" y="f1478"/>
                </a:lnTo>
                <a:lnTo>
                  <a:pt x="f500" y="f1477"/>
                </a:lnTo>
                <a:cubicBezTo>
                  <a:pt x="f500" y="f1476"/>
                  <a:pt x="f501" y="f1475"/>
                  <a:pt x="f502" y="f1474"/>
                </a:cubicBezTo>
                <a:cubicBezTo>
                  <a:pt x="f503" y="f1473"/>
                  <a:pt x="f504" y="f1472"/>
                  <a:pt x="f505" y="f1471"/>
                </a:cubicBezTo>
                <a:lnTo>
                  <a:pt x="f506" y="f1470"/>
                </a:lnTo>
                <a:cubicBezTo>
                  <a:pt x="f507" y="f1469"/>
                  <a:pt x="f508" y="f1468"/>
                  <a:pt x="f509" y="f1467"/>
                </a:cubicBezTo>
                <a:cubicBezTo>
                  <a:pt x="f620" y="f1732"/>
                  <a:pt x="f1733" y="f1734"/>
                  <a:pt x="f2" y="f1735"/>
                </a:cubicBezTo>
                <a:lnTo>
                  <a:pt x="f2" y="f1736"/>
                </a:lnTo>
                <a:cubicBezTo>
                  <a:pt x="f1737" y="f1738"/>
                  <a:pt x="f1739" y="f1740"/>
                  <a:pt x="f520" y="f1317"/>
                </a:cubicBezTo>
                <a:cubicBezTo>
                  <a:pt x="f521" y="f1741"/>
                  <a:pt x="f523" y="f1742"/>
                  <a:pt x="f2" y="f1743"/>
                </a:cubicBezTo>
                <a:lnTo>
                  <a:pt x="f2" y="f1744"/>
                </a:lnTo>
                <a:cubicBezTo>
                  <a:pt x="f527" y="f1745"/>
                  <a:pt x="f529" y="f1746"/>
                  <a:pt x="f531" y="f1436"/>
                </a:cubicBezTo>
                <a:lnTo>
                  <a:pt x="f532" y="f1435"/>
                </a:lnTo>
                <a:cubicBezTo>
                  <a:pt x="f533" y="f1434"/>
                  <a:pt x="f534" y="f1433"/>
                  <a:pt x="f535" y="f1432"/>
                </a:cubicBezTo>
                <a:cubicBezTo>
                  <a:pt x="f536" y="f1431"/>
                  <a:pt x="f537" y="f1430"/>
                  <a:pt x="f538" y="f1429"/>
                </a:cubicBezTo>
                <a:close/>
                <a:moveTo>
                  <a:pt x="f539" y="f1747"/>
                </a:moveTo>
                <a:cubicBezTo>
                  <a:pt x="f541" y="f1748"/>
                  <a:pt x="f543" y="f1749"/>
                  <a:pt x="f545" y="f1750"/>
                </a:cubicBezTo>
                <a:cubicBezTo>
                  <a:pt x="f547" y="f1751"/>
                  <a:pt x="f549" y="f1752"/>
                  <a:pt x="f539" y="f1747"/>
                </a:cubicBezTo>
                <a:close/>
                <a:moveTo>
                  <a:pt x="f551" y="f1747"/>
                </a:moveTo>
                <a:cubicBezTo>
                  <a:pt x="f552" y="f1752"/>
                  <a:pt x="f553" y="f1751"/>
                  <a:pt x="f108" y="f1750"/>
                </a:cubicBezTo>
                <a:cubicBezTo>
                  <a:pt x="f554" y="f1749"/>
                  <a:pt x="f555" y="f1748"/>
                  <a:pt x="f551" y="f1747"/>
                </a:cubicBezTo>
                <a:close/>
                <a:moveTo>
                  <a:pt x="f556" y="f1747"/>
                </a:moveTo>
                <a:cubicBezTo>
                  <a:pt x="f557" y="f1748"/>
                  <a:pt x="f558" y="f1749"/>
                  <a:pt x="f559" y="f1750"/>
                </a:cubicBezTo>
                <a:cubicBezTo>
                  <a:pt x="f560" y="f1751"/>
                  <a:pt x="f561" y="f1752"/>
                  <a:pt x="f556" y="f1747"/>
                </a:cubicBezTo>
                <a:close/>
                <a:moveTo>
                  <a:pt x="f562" y="f1747"/>
                </a:moveTo>
                <a:cubicBezTo>
                  <a:pt x="f563" y="f1752"/>
                  <a:pt x="f564" y="f1751"/>
                  <a:pt x="f176" y="f1750"/>
                </a:cubicBezTo>
                <a:cubicBezTo>
                  <a:pt x="f565" y="f1749"/>
                  <a:pt x="f566" y="f1748"/>
                  <a:pt x="f562" y="f1747"/>
                </a:cubicBezTo>
                <a:close/>
                <a:moveTo>
                  <a:pt x="f567" y="f1747"/>
                </a:moveTo>
                <a:cubicBezTo>
                  <a:pt x="f568" y="f1748"/>
                  <a:pt x="f569" y="f1749"/>
                  <a:pt x="f570" y="f1750"/>
                </a:cubicBezTo>
                <a:cubicBezTo>
                  <a:pt x="f571" y="f1751"/>
                  <a:pt x="f572" y="f1752"/>
                  <a:pt x="f567" y="f1747"/>
                </a:cubicBezTo>
                <a:close/>
                <a:moveTo>
                  <a:pt x="f573" y="f1747"/>
                </a:moveTo>
                <a:cubicBezTo>
                  <a:pt x="f574" y="f1752"/>
                  <a:pt x="f575" y="f1751"/>
                  <a:pt x="f244" y="f1750"/>
                </a:cubicBezTo>
                <a:cubicBezTo>
                  <a:pt x="f576" y="f1749"/>
                  <a:pt x="f577" y="f1748"/>
                  <a:pt x="f573" y="f1747"/>
                </a:cubicBezTo>
                <a:close/>
                <a:moveTo>
                  <a:pt x="f578" y="f1747"/>
                </a:moveTo>
                <a:cubicBezTo>
                  <a:pt x="f579" y="f1748"/>
                  <a:pt x="f580" y="f1749"/>
                  <a:pt x="f581" y="f1750"/>
                </a:cubicBezTo>
                <a:cubicBezTo>
                  <a:pt x="f582" y="f1751"/>
                  <a:pt x="f583" y="f1752"/>
                  <a:pt x="f578" y="f1747"/>
                </a:cubicBezTo>
                <a:close/>
                <a:moveTo>
                  <a:pt x="f584" y="f1747"/>
                </a:moveTo>
                <a:cubicBezTo>
                  <a:pt x="f585" y="f1752"/>
                  <a:pt x="f586" y="f1751"/>
                  <a:pt x="f312" y="f1750"/>
                </a:cubicBezTo>
                <a:cubicBezTo>
                  <a:pt x="f587" y="f1749"/>
                  <a:pt x="f588" y="f1748"/>
                  <a:pt x="f584" y="f1747"/>
                </a:cubicBezTo>
                <a:close/>
                <a:moveTo>
                  <a:pt x="f589" y="f1747"/>
                </a:moveTo>
                <a:cubicBezTo>
                  <a:pt x="f590" y="f1748"/>
                  <a:pt x="f591" y="f1749"/>
                  <a:pt x="f592" y="f1750"/>
                </a:cubicBezTo>
                <a:cubicBezTo>
                  <a:pt x="f593" y="f1751"/>
                  <a:pt x="f594" y="f1752"/>
                  <a:pt x="f589" y="f1747"/>
                </a:cubicBezTo>
                <a:close/>
                <a:moveTo>
                  <a:pt x="f595" y="f1747"/>
                </a:moveTo>
                <a:cubicBezTo>
                  <a:pt x="f596" y="f1752"/>
                  <a:pt x="f597" y="f1751"/>
                  <a:pt x="f380" y="f1750"/>
                </a:cubicBezTo>
                <a:cubicBezTo>
                  <a:pt x="f598" y="f1749"/>
                  <a:pt x="f599" y="f1748"/>
                  <a:pt x="f595" y="f1747"/>
                </a:cubicBezTo>
                <a:close/>
                <a:moveTo>
                  <a:pt x="f600" y="f1747"/>
                </a:moveTo>
                <a:cubicBezTo>
                  <a:pt x="f601" y="f1748"/>
                  <a:pt x="f602" y="f1749"/>
                  <a:pt x="f603" y="f1750"/>
                </a:cubicBezTo>
                <a:cubicBezTo>
                  <a:pt x="f604" y="f1751"/>
                  <a:pt x="f605" y="f1752"/>
                  <a:pt x="f600" y="f1747"/>
                </a:cubicBezTo>
                <a:close/>
                <a:moveTo>
                  <a:pt x="f606" y="f1747"/>
                </a:moveTo>
                <a:cubicBezTo>
                  <a:pt x="f607" y="f1752"/>
                  <a:pt x="f608" y="f1751"/>
                  <a:pt x="f448" y="f1750"/>
                </a:cubicBezTo>
                <a:cubicBezTo>
                  <a:pt x="f609" y="f1749"/>
                  <a:pt x="f610" y="f1748"/>
                  <a:pt x="f606" y="f1747"/>
                </a:cubicBezTo>
                <a:close/>
                <a:moveTo>
                  <a:pt x="f611" y="f1747"/>
                </a:moveTo>
                <a:cubicBezTo>
                  <a:pt x="f612" y="f1748"/>
                  <a:pt x="f613" y="f1749"/>
                  <a:pt x="f614" y="f1750"/>
                </a:cubicBezTo>
                <a:cubicBezTo>
                  <a:pt x="f615" y="f1751"/>
                  <a:pt x="f616" y="f1752"/>
                  <a:pt x="f611" y="f1747"/>
                </a:cubicBezTo>
                <a:close/>
                <a:moveTo>
                  <a:pt x="f2" y="f1753"/>
                </a:moveTo>
                <a:cubicBezTo>
                  <a:pt x="f618" y="f1754"/>
                  <a:pt x="f620" y="f1755"/>
                  <a:pt x="f622" y="f1756"/>
                </a:cubicBezTo>
                <a:cubicBezTo>
                  <a:pt x="f624" y="f1757"/>
                  <a:pt x="f626" y="f1758"/>
                  <a:pt x="f628" y="f1759"/>
                </a:cubicBezTo>
                <a:lnTo>
                  <a:pt x="f630" y="f1760"/>
                </a:lnTo>
                <a:cubicBezTo>
                  <a:pt x="f632" y="f1761"/>
                  <a:pt x="f503" y="f1762"/>
                  <a:pt x="f502" y="f1763"/>
                </a:cubicBezTo>
                <a:cubicBezTo>
                  <a:pt x="f501" y="f1764"/>
                  <a:pt x="f500" y="f1765"/>
                  <a:pt x="f500" y="f1766"/>
                </a:cubicBezTo>
                <a:cubicBezTo>
                  <a:pt x="f500" y="f1767"/>
                  <a:pt x="f640" y="f1768"/>
                  <a:pt x="f642" y="f1769"/>
                </a:cubicBezTo>
                <a:lnTo>
                  <a:pt x="f498" y="f1770"/>
                </a:lnTo>
                <a:lnTo>
                  <a:pt x="f497" y="f1771"/>
                </a:lnTo>
                <a:lnTo>
                  <a:pt x="f646" y="f1772"/>
                </a:lnTo>
                <a:cubicBezTo>
                  <a:pt x="f648" y="f1773"/>
                  <a:pt x="f650" y="f1774"/>
                  <a:pt x="f652" y="f1775"/>
                </a:cubicBezTo>
                <a:cubicBezTo>
                  <a:pt x="f654" y="f1776"/>
                  <a:pt x="f656" y="f1777"/>
                  <a:pt x="f532" y="f1778"/>
                </a:cubicBezTo>
                <a:lnTo>
                  <a:pt x="f659" y="f1779"/>
                </a:lnTo>
                <a:cubicBezTo>
                  <a:pt x="f661" y="f1780"/>
                  <a:pt x="f663" y="f1781"/>
                  <a:pt x="f2" y="f1782"/>
                </a:cubicBezTo>
                <a:lnTo>
                  <a:pt x="f2" y="f1783"/>
                </a:lnTo>
                <a:cubicBezTo>
                  <a:pt x="f667" y="f1784"/>
                  <a:pt x="f669" y="f1785"/>
                  <a:pt x="f520" y="f1750"/>
                </a:cubicBezTo>
                <a:cubicBezTo>
                  <a:pt x="f671" y="f1786"/>
                  <a:pt x="f673" y="f1787"/>
                  <a:pt x="f2" y="f1788"/>
                </a:cubicBezTo>
                <a:close/>
                <a:moveTo>
                  <a:pt x="f676" y="f1789"/>
                </a:moveTo>
                <a:lnTo>
                  <a:pt x="f678" y="f1790"/>
                </a:lnTo>
                <a:cubicBezTo>
                  <a:pt x="f680" y="f1791"/>
                  <a:pt x="f682" y="f1792"/>
                  <a:pt x="f684" y="f1793"/>
                </a:cubicBezTo>
                <a:cubicBezTo>
                  <a:pt x="f686" y="f1794"/>
                  <a:pt x="f688" y="f1795"/>
                  <a:pt x="f690" y="f1796"/>
                </a:cubicBezTo>
                <a:lnTo>
                  <a:pt x="f692" y="f1797"/>
                </a:lnTo>
                <a:cubicBezTo>
                  <a:pt x="f694" y="f1798"/>
                  <a:pt x="f696" y="f1799"/>
                  <a:pt x="f3" y="f1800"/>
                </a:cubicBezTo>
                <a:lnTo>
                  <a:pt x="f3" y="f1801"/>
                </a:lnTo>
                <a:cubicBezTo>
                  <a:pt x="f700" y="f1802"/>
                  <a:pt x="f702" y="f1803"/>
                  <a:pt x="f704" y="f1804"/>
                </a:cubicBezTo>
                <a:cubicBezTo>
                  <a:pt x="f705" y="f1805"/>
                  <a:pt x="f707" y="f1806"/>
                  <a:pt x="f3" y="f1807"/>
                </a:cubicBezTo>
                <a:lnTo>
                  <a:pt x="f3" y="f1808"/>
                </a:lnTo>
                <a:cubicBezTo>
                  <a:pt x="f711" y="f1809"/>
                  <a:pt x="f713" y="f1810"/>
                  <a:pt x="f715" y="f1811"/>
                </a:cubicBezTo>
                <a:cubicBezTo>
                  <a:pt x="f717" y="f1812"/>
                  <a:pt x="f719" y="f1813"/>
                  <a:pt x="f721" y="f1814"/>
                </a:cubicBezTo>
                <a:lnTo>
                  <a:pt x="f723" y="f1815"/>
                </a:lnTo>
                <a:cubicBezTo>
                  <a:pt x="f725" y="f1816"/>
                  <a:pt x="f727" y="f1817"/>
                  <a:pt x="f729" y="f1818"/>
                </a:cubicBezTo>
                <a:cubicBezTo>
                  <a:pt x="f731" y="f1819"/>
                  <a:pt x="f733" y="f1820"/>
                  <a:pt x="f733" y="f1821"/>
                </a:cubicBezTo>
                <a:lnTo>
                  <a:pt x="f736" y="f1822"/>
                </a:lnTo>
                <a:lnTo>
                  <a:pt x="f738" y="f1823"/>
                </a:lnTo>
                <a:close/>
                <a:moveTo>
                  <a:pt x="f740" y="f1789"/>
                </a:moveTo>
                <a:lnTo>
                  <a:pt x="f741" y="f1823"/>
                </a:lnTo>
                <a:lnTo>
                  <a:pt x="f742" y="f1824"/>
                </a:lnTo>
                <a:lnTo>
                  <a:pt x="f743" y="f1821"/>
                </a:lnTo>
                <a:cubicBezTo>
                  <a:pt x="f743" y="f1820"/>
                  <a:pt x="f744" y="f1819"/>
                  <a:pt x="f745" y="f1818"/>
                </a:cubicBezTo>
                <a:cubicBezTo>
                  <a:pt x="f746" y="f1817"/>
                  <a:pt x="f747" y="f1816"/>
                  <a:pt x="f748" y="f1815"/>
                </a:cubicBezTo>
                <a:lnTo>
                  <a:pt x="f749" y="f1814"/>
                </a:lnTo>
                <a:cubicBezTo>
                  <a:pt x="f750" y="f1813"/>
                  <a:pt x="f751" y="f1812"/>
                  <a:pt x="f752" y="f1811"/>
                </a:cubicBezTo>
                <a:cubicBezTo>
                  <a:pt x="f753" y="f1825"/>
                  <a:pt x="f755" y="f1826"/>
                  <a:pt x="f757" y="f1779"/>
                </a:cubicBezTo>
                <a:lnTo>
                  <a:pt x="f758" y="f1778"/>
                </a:lnTo>
                <a:cubicBezTo>
                  <a:pt x="f759" y="f1777"/>
                  <a:pt x="f760" y="f1776"/>
                  <a:pt x="f761" y="f1775"/>
                </a:cubicBezTo>
                <a:cubicBezTo>
                  <a:pt x="f762" y="f1774"/>
                  <a:pt x="f763" y="f1773"/>
                  <a:pt x="f764" y="f1772"/>
                </a:cubicBezTo>
                <a:lnTo>
                  <a:pt x="f765" y="f1771"/>
                </a:lnTo>
                <a:lnTo>
                  <a:pt x="f766" y="f1770"/>
                </a:lnTo>
                <a:lnTo>
                  <a:pt x="f767" y="f1769"/>
                </a:lnTo>
                <a:cubicBezTo>
                  <a:pt x="f768" y="f1768"/>
                  <a:pt x="f769" y="f1767"/>
                  <a:pt x="f769" y="f1766"/>
                </a:cubicBezTo>
                <a:cubicBezTo>
                  <a:pt x="f769" y="f1765"/>
                  <a:pt x="f770" y="f1764"/>
                  <a:pt x="f771" y="f1763"/>
                </a:cubicBezTo>
                <a:cubicBezTo>
                  <a:pt x="f772" y="f1762"/>
                  <a:pt x="f773" y="f1761"/>
                  <a:pt x="f774" y="f1760"/>
                </a:cubicBezTo>
                <a:lnTo>
                  <a:pt x="f775" y="f1759"/>
                </a:lnTo>
                <a:cubicBezTo>
                  <a:pt x="f776" y="f1758"/>
                  <a:pt x="f777" y="f1757"/>
                  <a:pt x="f778" y="f1756"/>
                </a:cubicBezTo>
                <a:cubicBezTo>
                  <a:pt x="f779" y="f1827"/>
                  <a:pt x="f781" y="f1828"/>
                  <a:pt x="f783" y="f1797"/>
                </a:cubicBezTo>
                <a:lnTo>
                  <a:pt x="f784" y="f1796"/>
                </a:lnTo>
                <a:cubicBezTo>
                  <a:pt x="f785" y="f1795"/>
                  <a:pt x="f786" y="f1794"/>
                  <a:pt x="f787" y="f1793"/>
                </a:cubicBezTo>
                <a:cubicBezTo>
                  <a:pt x="f788" y="f1792"/>
                  <a:pt x="f789" y="f1791"/>
                  <a:pt x="f790" y="f1790"/>
                </a:cubicBezTo>
                <a:close/>
                <a:moveTo>
                  <a:pt x="f791" y="f1789"/>
                </a:moveTo>
                <a:lnTo>
                  <a:pt x="f792" y="f1790"/>
                </a:lnTo>
                <a:cubicBezTo>
                  <a:pt x="f793" y="f1791"/>
                  <a:pt x="f794" y="f1792"/>
                  <a:pt x="f795" y="f1793"/>
                </a:cubicBezTo>
                <a:cubicBezTo>
                  <a:pt x="f796" y="f1794"/>
                  <a:pt x="f797" y="f1795"/>
                  <a:pt x="f798" y="f1796"/>
                </a:cubicBezTo>
                <a:lnTo>
                  <a:pt x="f799" y="f1797"/>
                </a:lnTo>
                <a:cubicBezTo>
                  <a:pt x="f800" y="f1828"/>
                  <a:pt x="f801" y="f1827"/>
                  <a:pt x="f802" y="f1756"/>
                </a:cubicBezTo>
                <a:cubicBezTo>
                  <a:pt x="f803" y="f1757"/>
                  <a:pt x="f804" y="f1758"/>
                  <a:pt x="f805" y="f1759"/>
                </a:cubicBezTo>
                <a:lnTo>
                  <a:pt x="f806" y="f1760"/>
                </a:lnTo>
                <a:cubicBezTo>
                  <a:pt x="f807" y="f1761"/>
                  <a:pt x="f94" y="f1762"/>
                  <a:pt x="f93" y="f1763"/>
                </a:cubicBezTo>
                <a:cubicBezTo>
                  <a:pt x="f92" y="f1764"/>
                  <a:pt x="f91" y="f1765"/>
                  <a:pt x="f91" y="f1766"/>
                </a:cubicBezTo>
                <a:cubicBezTo>
                  <a:pt x="f91" y="f1767"/>
                  <a:pt x="f808" y="f1768"/>
                  <a:pt x="f809" y="f1769"/>
                </a:cubicBezTo>
                <a:lnTo>
                  <a:pt x="f89" y="f1770"/>
                </a:lnTo>
                <a:lnTo>
                  <a:pt x="f88" y="f1771"/>
                </a:lnTo>
                <a:lnTo>
                  <a:pt x="f810" y="f1772"/>
                </a:lnTo>
                <a:cubicBezTo>
                  <a:pt x="f811" y="f1773"/>
                  <a:pt x="f812" y="f1774"/>
                  <a:pt x="f813" y="f1775"/>
                </a:cubicBezTo>
                <a:cubicBezTo>
                  <a:pt x="f814" y="f1776"/>
                  <a:pt x="f815" y="f1777"/>
                  <a:pt x="f116" y="f1778"/>
                </a:cubicBezTo>
                <a:lnTo>
                  <a:pt x="f816" y="f1779"/>
                </a:lnTo>
                <a:cubicBezTo>
                  <a:pt x="f817" y="f1826"/>
                  <a:pt x="f818" y="f1825"/>
                  <a:pt x="f819" y="f1811"/>
                </a:cubicBezTo>
                <a:cubicBezTo>
                  <a:pt x="f820" y="f1812"/>
                  <a:pt x="f821" y="f1813"/>
                  <a:pt x="f822" y="f1814"/>
                </a:cubicBezTo>
                <a:lnTo>
                  <a:pt x="f823" y="f1815"/>
                </a:lnTo>
                <a:cubicBezTo>
                  <a:pt x="f824" y="f1816"/>
                  <a:pt x="f825" y="f1817"/>
                  <a:pt x="f826" y="f1818"/>
                </a:cubicBezTo>
                <a:cubicBezTo>
                  <a:pt x="f827" y="f1819"/>
                  <a:pt x="f828" y="f1820"/>
                  <a:pt x="f828" y="f1821"/>
                </a:cubicBezTo>
                <a:lnTo>
                  <a:pt x="f829" y="f1824"/>
                </a:lnTo>
                <a:lnTo>
                  <a:pt x="f830" y="f1823"/>
                </a:lnTo>
                <a:close/>
                <a:moveTo>
                  <a:pt x="f831" y="f1789"/>
                </a:moveTo>
                <a:lnTo>
                  <a:pt x="f832" y="f1823"/>
                </a:lnTo>
                <a:lnTo>
                  <a:pt x="f833" y="f1824"/>
                </a:lnTo>
                <a:lnTo>
                  <a:pt x="f834" y="f1821"/>
                </a:lnTo>
                <a:cubicBezTo>
                  <a:pt x="f834" y="f1820"/>
                  <a:pt x="f835" y="f1819"/>
                  <a:pt x="f836" y="f1818"/>
                </a:cubicBezTo>
                <a:cubicBezTo>
                  <a:pt x="f837" y="f1817"/>
                  <a:pt x="f838" y="f1816"/>
                  <a:pt x="f839" y="f1815"/>
                </a:cubicBezTo>
                <a:lnTo>
                  <a:pt x="f840" y="f1814"/>
                </a:lnTo>
                <a:cubicBezTo>
                  <a:pt x="f841" y="f1813"/>
                  <a:pt x="f842" y="f1812"/>
                  <a:pt x="f843" y="f1811"/>
                </a:cubicBezTo>
                <a:cubicBezTo>
                  <a:pt x="f844" y="f1825"/>
                  <a:pt x="f845" y="f1826"/>
                  <a:pt x="f846" y="f1779"/>
                </a:cubicBezTo>
                <a:lnTo>
                  <a:pt x="f847" y="f1778"/>
                </a:lnTo>
                <a:cubicBezTo>
                  <a:pt x="f848" y="f1777"/>
                  <a:pt x="f849" y="f1776"/>
                  <a:pt x="f850" y="f1775"/>
                </a:cubicBezTo>
                <a:cubicBezTo>
                  <a:pt x="f851" y="f1774"/>
                  <a:pt x="f852" y="f1773"/>
                  <a:pt x="f853" y="f1772"/>
                </a:cubicBezTo>
                <a:lnTo>
                  <a:pt x="f854" y="f1771"/>
                </a:lnTo>
                <a:lnTo>
                  <a:pt x="f855" y="f1770"/>
                </a:lnTo>
                <a:lnTo>
                  <a:pt x="f856" y="f1769"/>
                </a:lnTo>
                <a:cubicBezTo>
                  <a:pt x="f857" y="f1768"/>
                  <a:pt x="f858" y="f1767"/>
                  <a:pt x="f858" y="f1766"/>
                </a:cubicBezTo>
                <a:cubicBezTo>
                  <a:pt x="f858" y="f1765"/>
                  <a:pt x="f859" y="f1764"/>
                  <a:pt x="f860" y="f1763"/>
                </a:cubicBezTo>
                <a:cubicBezTo>
                  <a:pt x="f861" y="f1762"/>
                  <a:pt x="f862" y="f1761"/>
                  <a:pt x="f863" y="f1760"/>
                </a:cubicBezTo>
                <a:lnTo>
                  <a:pt x="f864" y="f1759"/>
                </a:lnTo>
                <a:cubicBezTo>
                  <a:pt x="f865" y="f1758"/>
                  <a:pt x="f866" y="f1757"/>
                  <a:pt x="f867" y="f1756"/>
                </a:cubicBezTo>
                <a:cubicBezTo>
                  <a:pt x="f868" y="f1827"/>
                  <a:pt x="f869" y="f1828"/>
                  <a:pt x="f870" y="f1797"/>
                </a:cubicBezTo>
                <a:lnTo>
                  <a:pt x="f871" y="f1796"/>
                </a:lnTo>
                <a:cubicBezTo>
                  <a:pt x="f872" y="f1795"/>
                  <a:pt x="f873" y="f1794"/>
                  <a:pt x="f874" y="f1793"/>
                </a:cubicBezTo>
                <a:cubicBezTo>
                  <a:pt x="f875" y="f1792"/>
                  <a:pt x="f876" y="f1791"/>
                  <a:pt x="f877" y="f1790"/>
                </a:cubicBezTo>
                <a:close/>
                <a:moveTo>
                  <a:pt x="f878" y="f1789"/>
                </a:moveTo>
                <a:lnTo>
                  <a:pt x="f879" y="f1790"/>
                </a:lnTo>
                <a:cubicBezTo>
                  <a:pt x="f880" y="f1791"/>
                  <a:pt x="f881" y="f1792"/>
                  <a:pt x="f882" y="f1793"/>
                </a:cubicBezTo>
                <a:cubicBezTo>
                  <a:pt x="f883" y="f1794"/>
                  <a:pt x="f884" y="f1795"/>
                  <a:pt x="f885" y="f1796"/>
                </a:cubicBezTo>
                <a:lnTo>
                  <a:pt x="f886" y="f1797"/>
                </a:lnTo>
                <a:cubicBezTo>
                  <a:pt x="f887" y="f1828"/>
                  <a:pt x="f888" y="f1827"/>
                  <a:pt x="f889" y="f1756"/>
                </a:cubicBezTo>
                <a:cubicBezTo>
                  <a:pt x="f890" y="f1757"/>
                  <a:pt x="f891" y="f1758"/>
                  <a:pt x="f892" y="f1759"/>
                </a:cubicBezTo>
                <a:lnTo>
                  <a:pt x="f893" y="f1760"/>
                </a:lnTo>
                <a:cubicBezTo>
                  <a:pt x="f894" y="f1761"/>
                  <a:pt x="f163" y="f1762"/>
                  <a:pt x="f162" y="f1763"/>
                </a:cubicBezTo>
                <a:cubicBezTo>
                  <a:pt x="f161" y="f1764"/>
                  <a:pt x="f160" y="f1765"/>
                  <a:pt x="f160" y="f1766"/>
                </a:cubicBezTo>
                <a:cubicBezTo>
                  <a:pt x="f160" y="f1767"/>
                  <a:pt x="f895" y="f1768"/>
                  <a:pt x="f896" y="f1769"/>
                </a:cubicBezTo>
                <a:lnTo>
                  <a:pt x="f158" y="f1770"/>
                </a:lnTo>
                <a:lnTo>
                  <a:pt x="f157" y="f1771"/>
                </a:lnTo>
                <a:lnTo>
                  <a:pt x="f897" y="f1772"/>
                </a:lnTo>
                <a:cubicBezTo>
                  <a:pt x="f898" y="f1773"/>
                  <a:pt x="f899" y="f1774"/>
                  <a:pt x="f900" y="f1775"/>
                </a:cubicBezTo>
                <a:cubicBezTo>
                  <a:pt x="f901" y="f1776"/>
                  <a:pt x="f902" y="f1777"/>
                  <a:pt x="f184" y="f1778"/>
                </a:cubicBezTo>
                <a:lnTo>
                  <a:pt x="f903" y="f1779"/>
                </a:lnTo>
                <a:cubicBezTo>
                  <a:pt x="f904" y="f1826"/>
                  <a:pt x="f905" y="f1825"/>
                  <a:pt x="f906" y="f1811"/>
                </a:cubicBezTo>
                <a:cubicBezTo>
                  <a:pt x="f907" y="f1812"/>
                  <a:pt x="f908" y="f1813"/>
                  <a:pt x="f909" y="f1814"/>
                </a:cubicBezTo>
                <a:lnTo>
                  <a:pt x="f910" y="f1815"/>
                </a:lnTo>
                <a:cubicBezTo>
                  <a:pt x="f911" y="f1816"/>
                  <a:pt x="f912" y="f1817"/>
                  <a:pt x="f913" y="f1818"/>
                </a:cubicBezTo>
                <a:cubicBezTo>
                  <a:pt x="f914" y="f1819"/>
                  <a:pt x="f915" y="f1820"/>
                  <a:pt x="f915" y="f1821"/>
                </a:cubicBezTo>
                <a:lnTo>
                  <a:pt x="f916" y="f1824"/>
                </a:lnTo>
                <a:lnTo>
                  <a:pt x="f917" y="f1823"/>
                </a:lnTo>
                <a:close/>
                <a:moveTo>
                  <a:pt x="f918" y="f1789"/>
                </a:moveTo>
                <a:lnTo>
                  <a:pt x="f919" y="f1823"/>
                </a:lnTo>
                <a:lnTo>
                  <a:pt x="f920" y="f1824"/>
                </a:lnTo>
                <a:lnTo>
                  <a:pt x="f921" y="f1821"/>
                </a:lnTo>
                <a:cubicBezTo>
                  <a:pt x="f921" y="f1820"/>
                  <a:pt x="f922" y="f1819"/>
                  <a:pt x="f923" y="f1818"/>
                </a:cubicBezTo>
                <a:cubicBezTo>
                  <a:pt x="f924" y="f1817"/>
                  <a:pt x="f925" y="f1816"/>
                  <a:pt x="f926" y="f1815"/>
                </a:cubicBezTo>
                <a:lnTo>
                  <a:pt x="f927" y="f1814"/>
                </a:lnTo>
                <a:cubicBezTo>
                  <a:pt x="f928" y="f1813"/>
                  <a:pt x="f929" y="f1812"/>
                  <a:pt x="f930" y="f1811"/>
                </a:cubicBezTo>
                <a:cubicBezTo>
                  <a:pt x="f931" y="f1825"/>
                  <a:pt x="f932" y="f1826"/>
                  <a:pt x="f933" y="f1779"/>
                </a:cubicBezTo>
                <a:lnTo>
                  <a:pt x="f934" y="f1778"/>
                </a:lnTo>
                <a:cubicBezTo>
                  <a:pt x="f935" y="f1777"/>
                  <a:pt x="f936" y="f1776"/>
                  <a:pt x="f937" y="f1775"/>
                </a:cubicBezTo>
                <a:cubicBezTo>
                  <a:pt x="f938" y="f1774"/>
                  <a:pt x="f939" y="f1773"/>
                  <a:pt x="f940" y="f1772"/>
                </a:cubicBezTo>
                <a:lnTo>
                  <a:pt x="f941" y="f1771"/>
                </a:lnTo>
                <a:lnTo>
                  <a:pt x="f942" y="f1770"/>
                </a:lnTo>
                <a:lnTo>
                  <a:pt x="f943" y="f1769"/>
                </a:lnTo>
                <a:cubicBezTo>
                  <a:pt x="f944" y="f1768"/>
                  <a:pt x="f945" y="f1767"/>
                  <a:pt x="f945" y="f1766"/>
                </a:cubicBezTo>
                <a:cubicBezTo>
                  <a:pt x="f945" y="f1765"/>
                  <a:pt x="f946" y="f1764"/>
                  <a:pt x="f947" y="f1763"/>
                </a:cubicBezTo>
                <a:cubicBezTo>
                  <a:pt x="f948" y="f1762"/>
                  <a:pt x="f949" y="f1761"/>
                  <a:pt x="f950" y="f1760"/>
                </a:cubicBezTo>
                <a:lnTo>
                  <a:pt x="f951" y="f1759"/>
                </a:lnTo>
                <a:cubicBezTo>
                  <a:pt x="f952" y="f1758"/>
                  <a:pt x="f953" y="f1757"/>
                  <a:pt x="f954" y="f1756"/>
                </a:cubicBezTo>
                <a:cubicBezTo>
                  <a:pt x="f955" y="f1827"/>
                  <a:pt x="f956" y="f1828"/>
                  <a:pt x="f957" y="f1797"/>
                </a:cubicBezTo>
                <a:lnTo>
                  <a:pt x="f958" y="f1796"/>
                </a:lnTo>
                <a:cubicBezTo>
                  <a:pt x="f959" y="f1795"/>
                  <a:pt x="f960" y="f1794"/>
                  <a:pt x="f961" y="f1793"/>
                </a:cubicBezTo>
                <a:cubicBezTo>
                  <a:pt x="f962" y="f1792"/>
                  <a:pt x="f963" y="f1791"/>
                  <a:pt x="f964" y="f1790"/>
                </a:cubicBezTo>
                <a:close/>
                <a:moveTo>
                  <a:pt x="f965" y="f1789"/>
                </a:moveTo>
                <a:lnTo>
                  <a:pt x="f966" y="f1790"/>
                </a:lnTo>
                <a:cubicBezTo>
                  <a:pt x="f967" y="f1791"/>
                  <a:pt x="f968" y="f1792"/>
                  <a:pt x="f969" y="f1793"/>
                </a:cubicBezTo>
                <a:cubicBezTo>
                  <a:pt x="f970" y="f1794"/>
                  <a:pt x="f971" y="f1795"/>
                  <a:pt x="f972" y="f1796"/>
                </a:cubicBezTo>
                <a:lnTo>
                  <a:pt x="f973" y="f1797"/>
                </a:lnTo>
                <a:cubicBezTo>
                  <a:pt x="f974" y="f1828"/>
                  <a:pt x="f975" y="f1827"/>
                  <a:pt x="f976" y="f1756"/>
                </a:cubicBezTo>
                <a:cubicBezTo>
                  <a:pt x="f977" y="f1757"/>
                  <a:pt x="f978" y="f1758"/>
                  <a:pt x="f979" y="f1759"/>
                </a:cubicBezTo>
                <a:lnTo>
                  <a:pt x="f980" y="f1760"/>
                </a:lnTo>
                <a:cubicBezTo>
                  <a:pt x="f981" y="f1761"/>
                  <a:pt x="f982" y="f1762"/>
                  <a:pt x="f983" y="f1763"/>
                </a:cubicBezTo>
                <a:cubicBezTo>
                  <a:pt x="f984" y="f1764"/>
                  <a:pt x="f228" y="f1765"/>
                  <a:pt x="f228" y="f1766"/>
                </a:cubicBezTo>
                <a:cubicBezTo>
                  <a:pt x="f228" y="f1767"/>
                  <a:pt x="f985" y="f1768"/>
                  <a:pt x="f986" y="f1769"/>
                </a:cubicBezTo>
                <a:lnTo>
                  <a:pt x="f226" y="f1770"/>
                </a:lnTo>
                <a:lnTo>
                  <a:pt x="f225" y="f1771"/>
                </a:lnTo>
                <a:lnTo>
                  <a:pt x="f987" y="f1772"/>
                </a:lnTo>
                <a:cubicBezTo>
                  <a:pt x="f988" y="f1773"/>
                  <a:pt x="f989" y="f1774"/>
                  <a:pt x="f990" y="f1775"/>
                </a:cubicBezTo>
                <a:cubicBezTo>
                  <a:pt x="f991" y="f1776"/>
                  <a:pt x="f992" y="f1777"/>
                  <a:pt x="f993" y="f1778"/>
                </a:cubicBezTo>
                <a:lnTo>
                  <a:pt x="f994" y="f1779"/>
                </a:lnTo>
                <a:cubicBezTo>
                  <a:pt x="f995" y="f1826"/>
                  <a:pt x="f996" y="f1825"/>
                  <a:pt x="f997" y="f1811"/>
                </a:cubicBezTo>
                <a:cubicBezTo>
                  <a:pt x="f998" y="f1812"/>
                  <a:pt x="f999" y="f1813"/>
                  <a:pt x="f1000" y="f1814"/>
                </a:cubicBezTo>
                <a:lnTo>
                  <a:pt x="f1001" y="f1815"/>
                </a:lnTo>
                <a:cubicBezTo>
                  <a:pt x="f1002" y="f1816"/>
                  <a:pt x="f1003" y="f1817"/>
                  <a:pt x="f1004" y="f1818"/>
                </a:cubicBezTo>
                <a:cubicBezTo>
                  <a:pt x="f1005" y="f1819"/>
                  <a:pt x="f1006" y="f1820"/>
                  <a:pt x="f1006" y="f1821"/>
                </a:cubicBezTo>
                <a:lnTo>
                  <a:pt x="f1007" y="f1824"/>
                </a:lnTo>
                <a:lnTo>
                  <a:pt x="f1008" y="f1823"/>
                </a:lnTo>
                <a:close/>
                <a:moveTo>
                  <a:pt x="f1009" y="f1789"/>
                </a:moveTo>
                <a:lnTo>
                  <a:pt x="f1010" y="f1823"/>
                </a:lnTo>
                <a:lnTo>
                  <a:pt x="f1011" y="f1824"/>
                </a:lnTo>
                <a:lnTo>
                  <a:pt x="f1012" y="f1821"/>
                </a:lnTo>
                <a:cubicBezTo>
                  <a:pt x="f1012" y="f1820"/>
                  <a:pt x="f1013" y="f1819"/>
                  <a:pt x="f1014" y="f1818"/>
                </a:cubicBezTo>
                <a:cubicBezTo>
                  <a:pt x="f1015" y="f1817"/>
                  <a:pt x="f1016" y="f1816"/>
                  <a:pt x="f1017" y="f1815"/>
                </a:cubicBezTo>
                <a:lnTo>
                  <a:pt x="f1018" y="f1814"/>
                </a:lnTo>
                <a:cubicBezTo>
                  <a:pt x="f1019" y="f1813"/>
                  <a:pt x="f1020" y="f1812"/>
                  <a:pt x="f1021" y="f1811"/>
                </a:cubicBezTo>
                <a:cubicBezTo>
                  <a:pt x="f1022" y="f1825"/>
                  <a:pt x="f1023" y="f1826"/>
                  <a:pt x="f1024" y="f1779"/>
                </a:cubicBezTo>
                <a:lnTo>
                  <a:pt x="f1025" y="f1778"/>
                </a:lnTo>
                <a:cubicBezTo>
                  <a:pt x="f1026" y="f1777"/>
                  <a:pt x="f1027" y="f1776"/>
                  <a:pt x="f1028" y="f1775"/>
                </a:cubicBezTo>
                <a:cubicBezTo>
                  <a:pt x="f1029" y="f1774"/>
                  <a:pt x="f1030" y="f1773"/>
                  <a:pt x="f1031" y="f1772"/>
                </a:cubicBezTo>
                <a:lnTo>
                  <a:pt x="f1032" y="f1771"/>
                </a:lnTo>
                <a:lnTo>
                  <a:pt x="f1033" y="f1770"/>
                </a:lnTo>
                <a:lnTo>
                  <a:pt x="f1034" y="f1769"/>
                </a:lnTo>
                <a:cubicBezTo>
                  <a:pt x="f1035" y="f1768"/>
                  <a:pt x="f1036" y="f1767"/>
                  <a:pt x="f1036" y="f1766"/>
                </a:cubicBezTo>
                <a:cubicBezTo>
                  <a:pt x="f1036" y="f1765"/>
                  <a:pt x="f1037" y="f1764"/>
                  <a:pt x="f1038" y="f1763"/>
                </a:cubicBezTo>
                <a:cubicBezTo>
                  <a:pt x="f1039" y="f1762"/>
                  <a:pt x="f1040" y="f1761"/>
                  <a:pt x="f1041" y="f1760"/>
                </a:cubicBezTo>
                <a:lnTo>
                  <a:pt x="f1042" y="f1759"/>
                </a:lnTo>
                <a:cubicBezTo>
                  <a:pt x="f1043" y="f1758"/>
                  <a:pt x="f1044" y="f1757"/>
                  <a:pt x="f1045" y="f1756"/>
                </a:cubicBezTo>
                <a:cubicBezTo>
                  <a:pt x="f1046" y="f1827"/>
                  <a:pt x="f1047" y="f1828"/>
                  <a:pt x="f1048" y="f1797"/>
                </a:cubicBezTo>
                <a:lnTo>
                  <a:pt x="f1049" y="f1796"/>
                </a:lnTo>
                <a:cubicBezTo>
                  <a:pt x="f1050" y="f1795"/>
                  <a:pt x="f1051" y="f1794"/>
                  <a:pt x="f1052" y="f1793"/>
                </a:cubicBezTo>
                <a:cubicBezTo>
                  <a:pt x="f1053" y="f1792"/>
                  <a:pt x="f1054" y="f1791"/>
                  <a:pt x="f1055" y="f1790"/>
                </a:cubicBezTo>
                <a:close/>
                <a:moveTo>
                  <a:pt x="f1056" y="f1789"/>
                </a:moveTo>
                <a:lnTo>
                  <a:pt x="f1057" y="f1790"/>
                </a:lnTo>
                <a:cubicBezTo>
                  <a:pt x="f1058" y="f1791"/>
                  <a:pt x="f1059" y="f1792"/>
                  <a:pt x="f1060" y="f1793"/>
                </a:cubicBezTo>
                <a:cubicBezTo>
                  <a:pt x="f1061" y="f1794"/>
                  <a:pt x="f1062" y="f1795"/>
                  <a:pt x="f1063" y="f1796"/>
                </a:cubicBezTo>
                <a:lnTo>
                  <a:pt x="f1064" y="f1797"/>
                </a:lnTo>
                <a:cubicBezTo>
                  <a:pt x="f1065" y="f1828"/>
                  <a:pt x="f1066" y="f1827"/>
                  <a:pt x="f1067" y="f1756"/>
                </a:cubicBezTo>
                <a:cubicBezTo>
                  <a:pt x="f1068" y="f1757"/>
                  <a:pt x="f1069" y="f1758"/>
                  <a:pt x="f1070" y="f1759"/>
                </a:cubicBezTo>
                <a:lnTo>
                  <a:pt x="f1071" y="f1760"/>
                </a:lnTo>
                <a:cubicBezTo>
                  <a:pt x="f1072" y="f1761"/>
                  <a:pt x="f299" y="f1762"/>
                  <a:pt x="f298" y="f1763"/>
                </a:cubicBezTo>
                <a:cubicBezTo>
                  <a:pt x="f297" y="f1764"/>
                  <a:pt x="f296" y="f1765"/>
                  <a:pt x="f296" y="f1766"/>
                </a:cubicBezTo>
                <a:cubicBezTo>
                  <a:pt x="f296" y="f1767"/>
                  <a:pt x="f1073" y="f1768"/>
                  <a:pt x="f1074" y="f1769"/>
                </a:cubicBezTo>
                <a:lnTo>
                  <a:pt x="f294" y="f1770"/>
                </a:lnTo>
                <a:lnTo>
                  <a:pt x="f293" y="f1771"/>
                </a:lnTo>
                <a:lnTo>
                  <a:pt x="f1075" y="f1772"/>
                </a:lnTo>
                <a:cubicBezTo>
                  <a:pt x="f1076" y="f1773"/>
                  <a:pt x="f1077" y="f1774"/>
                  <a:pt x="f1078" y="f1775"/>
                </a:cubicBezTo>
                <a:cubicBezTo>
                  <a:pt x="f1079" y="f1776"/>
                  <a:pt x="f1080" y="f1777"/>
                  <a:pt x="f320" y="f1778"/>
                </a:cubicBezTo>
                <a:lnTo>
                  <a:pt x="f1081" y="f1779"/>
                </a:lnTo>
                <a:cubicBezTo>
                  <a:pt x="f1082" y="f1826"/>
                  <a:pt x="f1083" y="f1825"/>
                  <a:pt x="f1084" y="f1811"/>
                </a:cubicBezTo>
                <a:cubicBezTo>
                  <a:pt x="f1085" y="f1812"/>
                  <a:pt x="f1086" y="f1813"/>
                  <a:pt x="f1087" y="f1814"/>
                </a:cubicBezTo>
                <a:lnTo>
                  <a:pt x="f1088" y="f1815"/>
                </a:lnTo>
                <a:cubicBezTo>
                  <a:pt x="f1089" y="f1816"/>
                  <a:pt x="f1090" y="f1817"/>
                  <a:pt x="f1091" y="f1818"/>
                </a:cubicBezTo>
                <a:cubicBezTo>
                  <a:pt x="f1092" y="f1819"/>
                  <a:pt x="f1093" y="f1820"/>
                  <a:pt x="f1093" y="f1821"/>
                </a:cubicBezTo>
                <a:lnTo>
                  <a:pt x="f1094" y="f1824"/>
                </a:lnTo>
                <a:lnTo>
                  <a:pt x="f1095" y="f1823"/>
                </a:lnTo>
                <a:close/>
                <a:moveTo>
                  <a:pt x="f1096" y="f1789"/>
                </a:moveTo>
                <a:lnTo>
                  <a:pt x="f1097" y="f1823"/>
                </a:lnTo>
                <a:lnTo>
                  <a:pt x="f1098" y="f1824"/>
                </a:lnTo>
                <a:lnTo>
                  <a:pt x="f1099" y="f1821"/>
                </a:lnTo>
                <a:cubicBezTo>
                  <a:pt x="f1099" y="f1820"/>
                  <a:pt x="f1100" y="f1819"/>
                  <a:pt x="f1101" y="f1818"/>
                </a:cubicBezTo>
                <a:cubicBezTo>
                  <a:pt x="f1102" y="f1817"/>
                  <a:pt x="f1103" y="f1816"/>
                  <a:pt x="f1104" y="f1815"/>
                </a:cubicBezTo>
                <a:lnTo>
                  <a:pt x="f1105" y="f1814"/>
                </a:lnTo>
                <a:cubicBezTo>
                  <a:pt x="f1106" y="f1813"/>
                  <a:pt x="f1107" y="f1812"/>
                  <a:pt x="f1108" y="f1811"/>
                </a:cubicBezTo>
                <a:cubicBezTo>
                  <a:pt x="f1109" y="f1825"/>
                  <a:pt x="f1110" y="f1826"/>
                  <a:pt x="f1111" y="f1779"/>
                </a:cubicBezTo>
                <a:lnTo>
                  <a:pt x="f1112" y="f1778"/>
                </a:lnTo>
                <a:cubicBezTo>
                  <a:pt x="f1113" y="f1777"/>
                  <a:pt x="f1114" y="f1776"/>
                  <a:pt x="f1115" y="f1775"/>
                </a:cubicBezTo>
                <a:cubicBezTo>
                  <a:pt x="f1116" y="f1774"/>
                  <a:pt x="f1117" y="f1773"/>
                  <a:pt x="f1118" y="f1772"/>
                </a:cubicBezTo>
                <a:lnTo>
                  <a:pt x="f1119" y="f1771"/>
                </a:lnTo>
                <a:lnTo>
                  <a:pt x="f1120" y="f1770"/>
                </a:lnTo>
                <a:lnTo>
                  <a:pt x="f1121" y="f1769"/>
                </a:lnTo>
                <a:cubicBezTo>
                  <a:pt x="f1122" y="f1768"/>
                  <a:pt x="f1123" y="f1767"/>
                  <a:pt x="f1123" y="f1766"/>
                </a:cubicBezTo>
                <a:cubicBezTo>
                  <a:pt x="f1123" y="f1765"/>
                  <a:pt x="f1124" y="f1764"/>
                  <a:pt x="f1125" y="f1763"/>
                </a:cubicBezTo>
                <a:cubicBezTo>
                  <a:pt x="f1126" y="f1762"/>
                  <a:pt x="f1127" y="f1761"/>
                  <a:pt x="f1128" y="f1760"/>
                </a:cubicBezTo>
                <a:lnTo>
                  <a:pt x="f1129" y="f1759"/>
                </a:lnTo>
                <a:cubicBezTo>
                  <a:pt x="f1130" y="f1758"/>
                  <a:pt x="f1131" y="f1757"/>
                  <a:pt x="f1132" y="f1756"/>
                </a:cubicBezTo>
                <a:cubicBezTo>
                  <a:pt x="f1133" y="f1827"/>
                  <a:pt x="f1134" y="f1828"/>
                  <a:pt x="f1135" y="f1797"/>
                </a:cubicBezTo>
                <a:lnTo>
                  <a:pt x="f1136" y="f1796"/>
                </a:lnTo>
                <a:cubicBezTo>
                  <a:pt x="f1137" y="f1795"/>
                  <a:pt x="f1138" y="f1794"/>
                  <a:pt x="f1139" y="f1793"/>
                </a:cubicBezTo>
                <a:cubicBezTo>
                  <a:pt x="f1140" y="f1792"/>
                  <a:pt x="f1141" y="f1791"/>
                  <a:pt x="f1142" y="f1790"/>
                </a:cubicBezTo>
                <a:close/>
                <a:moveTo>
                  <a:pt x="f1143" y="f1789"/>
                </a:moveTo>
                <a:lnTo>
                  <a:pt x="f1144" y="f1790"/>
                </a:lnTo>
                <a:cubicBezTo>
                  <a:pt x="f1145" y="f1791"/>
                  <a:pt x="f1146" y="f1792"/>
                  <a:pt x="f1147" y="f1793"/>
                </a:cubicBezTo>
                <a:cubicBezTo>
                  <a:pt x="f1148" y="f1794"/>
                  <a:pt x="f1149" y="f1795"/>
                  <a:pt x="f1150" y="f1796"/>
                </a:cubicBezTo>
                <a:lnTo>
                  <a:pt x="f1151" y="f1797"/>
                </a:lnTo>
                <a:cubicBezTo>
                  <a:pt x="f1152" y="f1828"/>
                  <a:pt x="f1153" y="f1827"/>
                  <a:pt x="f1154" y="f1756"/>
                </a:cubicBezTo>
                <a:cubicBezTo>
                  <a:pt x="f1155" y="f1757"/>
                  <a:pt x="f1156" y="f1758"/>
                  <a:pt x="f1157" y="f1759"/>
                </a:cubicBezTo>
                <a:lnTo>
                  <a:pt x="f1158" y="f1760"/>
                </a:lnTo>
                <a:cubicBezTo>
                  <a:pt x="f1159" y="f1761"/>
                  <a:pt x="f367" y="f1762"/>
                  <a:pt x="f366" y="f1763"/>
                </a:cubicBezTo>
                <a:cubicBezTo>
                  <a:pt x="f365" y="f1764"/>
                  <a:pt x="f364" y="f1765"/>
                  <a:pt x="f364" y="f1766"/>
                </a:cubicBezTo>
                <a:cubicBezTo>
                  <a:pt x="f364" y="f1767"/>
                  <a:pt x="f1160" y="f1768"/>
                  <a:pt x="f1161" y="f1769"/>
                </a:cubicBezTo>
                <a:lnTo>
                  <a:pt x="f362" y="f1770"/>
                </a:lnTo>
                <a:lnTo>
                  <a:pt x="f361" y="f1771"/>
                </a:lnTo>
                <a:lnTo>
                  <a:pt x="f1162" y="f1772"/>
                </a:lnTo>
                <a:cubicBezTo>
                  <a:pt x="f1163" y="f1773"/>
                  <a:pt x="f1164" y="f1774"/>
                  <a:pt x="f1165" y="f1775"/>
                </a:cubicBezTo>
                <a:cubicBezTo>
                  <a:pt x="f1166" y="f1776"/>
                  <a:pt x="f1167" y="f1777"/>
                  <a:pt x="f388" y="f1778"/>
                </a:cubicBezTo>
                <a:lnTo>
                  <a:pt x="f1168" y="f1779"/>
                </a:lnTo>
                <a:cubicBezTo>
                  <a:pt x="f1169" y="f1826"/>
                  <a:pt x="f1170" y="f1825"/>
                  <a:pt x="f1171" y="f1811"/>
                </a:cubicBezTo>
                <a:cubicBezTo>
                  <a:pt x="f1172" y="f1812"/>
                  <a:pt x="f1173" y="f1813"/>
                  <a:pt x="f1174" y="f1814"/>
                </a:cubicBezTo>
                <a:lnTo>
                  <a:pt x="f1175" y="f1815"/>
                </a:lnTo>
                <a:cubicBezTo>
                  <a:pt x="f1176" y="f1816"/>
                  <a:pt x="f1177" y="f1817"/>
                  <a:pt x="f1178" y="f1818"/>
                </a:cubicBezTo>
                <a:cubicBezTo>
                  <a:pt x="f1179" y="f1819"/>
                  <a:pt x="f1180" y="f1820"/>
                  <a:pt x="f1180" y="f1821"/>
                </a:cubicBezTo>
                <a:lnTo>
                  <a:pt x="f1181" y="f1824"/>
                </a:lnTo>
                <a:lnTo>
                  <a:pt x="f1182" y="f1823"/>
                </a:lnTo>
                <a:close/>
                <a:moveTo>
                  <a:pt x="f1183" y="f1789"/>
                </a:moveTo>
                <a:lnTo>
                  <a:pt x="f1184" y="f1823"/>
                </a:lnTo>
                <a:lnTo>
                  <a:pt x="f1185" y="f1824"/>
                </a:lnTo>
                <a:lnTo>
                  <a:pt x="f1186" y="f1821"/>
                </a:lnTo>
                <a:cubicBezTo>
                  <a:pt x="f1186" y="f1820"/>
                  <a:pt x="f1187" y="f1819"/>
                  <a:pt x="f1188" y="f1818"/>
                </a:cubicBezTo>
                <a:cubicBezTo>
                  <a:pt x="f1189" y="f1817"/>
                  <a:pt x="f1190" y="f1816"/>
                  <a:pt x="f1191" y="f1815"/>
                </a:cubicBezTo>
                <a:lnTo>
                  <a:pt x="f1192" y="f1814"/>
                </a:lnTo>
                <a:cubicBezTo>
                  <a:pt x="f1193" y="f1813"/>
                  <a:pt x="f1194" y="f1812"/>
                  <a:pt x="f1195" y="f1811"/>
                </a:cubicBezTo>
                <a:cubicBezTo>
                  <a:pt x="f1196" y="f1825"/>
                  <a:pt x="f1197" y="f1826"/>
                  <a:pt x="f1198" y="f1779"/>
                </a:cubicBezTo>
                <a:lnTo>
                  <a:pt x="f1199" y="f1778"/>
                </a:lnTo>
                <a:cubicBezTo>
                  <a:pt x="f1200" y="f1777"/>
                  <a:pt x="f1201" y="f1776"/>
                  <a:pt x="f1202" y="f1775"/>
                </a:cubicBezTo>
                <a:cubicBezTo>
                  <a:pt x="f1203" y="f1774"/>
                  <a:pt x="f1204" y="f1773"/>
                  <a:pt x="f1205" y="f1772"/>
                </a:cubicBezTo>
                <a:lnTo>
                  <a:pt x="f1206" y="f1771"/>
                </a:lnTo>
                <a:lnTo>
                  <a:pt x="f1207" y="f1770"/>
                </a:lnTo>
                <a:lnTo>
                  <a:pt x="f1208" y="f1769"/>
                </a:lnTo>
                <a:cubicBezTo>
                  <a:pt x="f1209" y="f1768"/>
                  <a:pt x="f1210" y="f1767"/>
                  <a:pt x="f1210" y="f1766"/>
                </a:cubicBezTo>
                <a:cubicBezTo>
                  <a:pt x="f1210" y="f1765"/>
                  <a:pt x="f1211" y="f1764"/>
                  <a:pt x="f1212" y="f1763"/>
                </a:cubicBezTo>
                <a:cubicBezTo>
                  <a:pt x="f1213" y="f1762"/>
                  <a:pt x="f1214" y="f1761"/>
                  <a:pt x="f1215" y="f1760"/>
                </a:cubicBezTo>
                <a:lnTo>
                  <a:pt x="f1216" y="f1759"/>
                </a:lnTo>
                <a:cubicBezTo>
                  <a:pt x="f1217" y="f1758"/>
                  <a:pt x="f1218" y="f1757"/>
                  <a:pt x="f1219" y="f1756"/>
                </a:cubicBezTo>
                <a:cubicBezTo>
                  <a:pt x="f1220" y="f1827"/>
                  <a:pt x="f1221" y="f1828"/>
                  <a:pt x="f1222" y="f1797"/>
                </a:cubicBezTo>
                <a:lnTo>
                  <a:pt x="f1223" y="f1796"/>
                </a:lnTo>
                <a:cubicBezTo>
                  <a:pt x="f1224" y="f1795"/>
                  <a:pt x="f1225" y="f1794"/>
                  <a:pt x="f1226" y="f1793"/>
                </a:cubicBezTo>
                <a:cubicBezTo>
                  <a:pt x="f1227" y="f1792"/>
                  <a:pt x="f1228" y="f1791"/>
                  <a:pt x="f1229" y="f1790"/>
                </a:cubicBezTo>
                <a:close/>
                <a:moveTo>
                  <a:pt x="f1230" y="f1789"/>
                </a:moveTo>
                <a:lnTo>
                  <a:pt x="f1231" y="f1790"/>
                </a:lnTo>
                <a:cubicBezTo>
                  <a:pt x="f1232" y="f1791"/>
                  <a:pt x="f1233" y="f1792"/>
                  <a:pt x="f1234" y="f1793"/>
                </a:cubicBezTo>
                <a:cubicBezTo>
                  <a:pt x="f1235" y="f1794"/>
                  <a:pt x="f1236" y="f1795"/>
                  <a:pt x="f1237" y="f1796"/>
                </a:cubicBezTo>
                <a:lnTo>
                  <a:pt x="f1238" y="f1797"/>
                </a:lnTo>
                <a:cubicBezTo>
                  <a:pt x="f1239" y="f1828"/>
                  <a:pt x="f1240" y="f1827"/>
                  <a:pt x="f1241" y="f1756"/>
                </a:cubicBezTo>
                <a:cubicBezTo>
                  <a:pt x="f1242" y="f1757"/>
                  <a:pt x="f1243" y="f1758"/>
                  <a:pt x="f1244" y="f1759"/>
                </a:cubicBezTo>
                <a:lnTo>
                  <a:pt x="f1245" y="f1760"/>
                </a:lnTo>
                <a:cubicBezTo>
                  <a:pt x="f1246" y="f1761"/>
                  <a:pt x="f435" y="f1762"/>
                  <a:pt x="f434" y="f1763"/>
                </a:cubicBezTo>
                <a:cubicBezTo>
                  <a:pt x="f433" y="f1764"/>
                  <a:pt x="f432" y="f1765"/>
                  <a:pt x="f432" y="f1766"/>
                </a:cubicBezTo>
                <a:cubicBezTo>
                  <a:pt x="f432" y="f1767"/>
                  <a:pt x="f1247" y="f1768"/>
                  <a:pt x="f1248" y="f1769"/>
                </a:cubicBezTo>
                <a:lnTo>
                  <a:pt x="f430" y="f1770"/>
                </a:lnTo>
                <a:lnTo>
                  <a:pt x="f429" y="f1771"/>
                </a:lnTo>
                <a:lnTo>
                  <a:pt x="f1249" y="f1772"/>
                </a:lnTo>
                <a:cubicBezTo>
                  <a:pt x="f1250" y="f1773"/>
                  <a:pt x="f1251" y="f1774"/>
                  <a:pt x="f1252" y="f1775"/>
                </a:cubicBezTo>
                <a:cubicBezTo>
                  <a:pt x="f1253" y="f1776"/>
                  <a:pt x="f1254" y="f1777"/>
                  <a:pt x="f456" y="f1778"/>
                </a:cubicBezTo>
                <a:lnTo>
                  <a:pt x="f1255" y="f1779"/>
                </a:lnTo>
                <a:cubicBezTo>
                  <a:pt x="f1256" y="f1826"/>
                  <a:pt x="f1257" y="f1825"/>
                  <a:pt x="f1258" y="f1811"/>
                </a:cubicBezTo>
                <a:cubicBezTo>
                  <a:pt x="f1259" y="f1812"/>
                  <a:pt x="f1260" y="f1813"/>
                  <a:pt x="f1261" y="f1814"/>
                </a:cubicBezTo>
                <a:lnTo>
                  <a:pt x="f1262" y="f1815"/>
                </a:lnTo>
                <a:cubicBezTo>
                  <a:pt x="f1263" y="f1816"/>
                  <a:pt x="f1264" y="f1817"/>
                  <a:pt x="f1265" y="f1818"/>
                </a:cubicBezTo>
                <a:cubicBezTo>
                  <a:pt x="f1266" y="f1819"/>
                  <a:pt x="f1267" y="f1820"/>
                  <a:pt x="f1267" y="f1821"/>
                </a:cubicBezTo>
                <a:lnTo>
                  <a:pt x="f1268" y="f1824"/>
                </a:lnTo>
                <a:lnTo>
                  <a:pt x="f1269" y="f1823"/>
                </a:lnTo>
                <a:close/>
                <a:moveTo>
                  <a:pt x="f1270" y="f1789"/>
                </a:moveTo>
                <a:lnTo>
                  <a:pt x="f1271" y="f1823"/>
                </a:lnTo>
                <a:lnTo>
                  <a:pt x="f1272" y="f1824"/>
                </a:lnTo>
                <a:lnTo>
                  <a:pt x="f1273" y="f1821"/>
                </a:lnTo>
                <a:cubicBezTo>
                  <a:pt x="f1273" y="f1820"/>
                  <a:pt x="f1274" y="f1819"/>
                  <a:pt x="f1275" y="f1818"/>
                </a:cubicBezTo>
                <a:cubicBezTo>
                  <a:pt x="f1276" y="f1817"/>
                  <a:pt x="f1277" y="f1816"/>
                  <a:pt x="f1278" y="f1815"/>
                </a:cubicBezTo>
                <a:lnTo>
                  <a:pt x="f1279" y="f1814"/>
                </a:lnTo>
                <a:cubicBezTo>
                  <a:pt x="f1280" y="f1813"/>
                  <a:pt x="f1281" y="f1812"/>
                  <a:pt x="f1282" y="f1811"/>
                </a:cubicBezTo>
                <a:cubicBezTo>
                  <a:pt x="f1283" y="f1825"/>
                  <a:pt x="f1284" y="f1826"/>
                  <a:pt x="f1285" y="f1779"/>
                </a:cubicBezTo>
                <a:lnTo>
                  <a:pt x="f1286" y="f1778"/>
                </a:lnTo>
                <a:cubicBezTo>
                  <a:pt x="f1287" y="f1777"/>
                  <a:pt x="f1288" y="f1776"/>
                  <a:pt x="f1289" y="f1775"/>
                </a:cubicBezTo>
                <a:cubicBezTo>
                  <a:pt x="f1290" y="f1774"/>
                  <a:pt x="f1291" y="f1773"/>
                  <a:pt x="f1292" y="f1772"/>
                </a:cubicBezTo>
                <a:lnTo>
                  <a:pt x="f1293" y="f1771"/>
                </a:lnTo>
                <a:lnTo>
                  <a:pt x="f1294" y="f1770"/>
                </a:lnTo>
                <a:lnTo>
                  <a:pt x="f1295" y="f1769"/>
                </a:lnTo>
                <a:cubicBezTo>
                  <a:pt x="f1296" y="f1768"/>
                  <a:pt x="f1297" y="f1767"/>
                  <a:pt x="f1297" y="f1766"/>
                </a:cubicBezTo>
                <a:cubicBezTo>
                  <a:pt x="f1297" y="f1765"/>
                  <a:pt x="f1298" y="f1764"/>
                  <a:pt x="f1299" y="f1763"/>
                </a:cubicBezTo>
                <a:cubicBezTo>
                  <a:pt x="f1300" y="f1762"/>
                  <a:pt x="f1301" y="f1761"/>
                  <a:pt x="f1302" y="f1760"/>
                </a:cubicBezTo>
                <a:lnTo>
                  <a:pt x="f1303" y="f1759"/>
                </a:lnTo>
                <a:cubicBezTo>
                  <a:pt x="f1304" y="f1758"/>
                  <a:pt x="f1305" y="f1757"/>
                  <a:pt x="f1306" y="f1756"/>
                </a:cubicBezTo>
                <a:cubicBezTo>
                  <a:pt x="f1307" y="f1827"/>
                  <a:pt x="f1308" y="f1828"/>
                  <a:pt x="f1309" y="f1797"/>
                </a:cubicBezTo>
                <a:lnTo>
                  <a:pt x="f1310" y="f1796"/>
                </a:lnTo>
                <a:cubicBezTo>
                  <a:pt x="f1311" y="f1795"/>
                  <a:pt x="f1312" y="f1794"/>
                  <a:pt x="f1313" y="f1793"/>
                </a:cubicBezTo>
                <a:cubicBezTo>
                  <a:pt x="f1314" y="f1792"/>
                  <a:pt x="f1315" y="f1791"/>
                  <a:pt x="f1316" y="f1790"/>
                </a:cubicBezTo>
                <a:close/>
                <a:moveTo>
                  <a:pt x="f51" y="f1829"/>
                </a:moveTo>
                <a:cubicBezTo>
                  <a:pt x="f1318" y="f1830"/>
                  <a:pt x="f1320" y="f1831"/>
                  <a:pt x="f1322" y="f1832"/>
                </a:cubicBezTo>
                <a:cubicBezTo>
                  <a:pt x="f1324" y="f1833"/>
                  <a:pt x="f1326" y="f1834"/>
                  <a:pt x="f51" y="f1829"/>
                </a:cubicBezTo>
                <a:close/>
                <a:moveTo>
                  <a:pt x="f108" y="f1829"/>
                </a:moveTo>
                <a:cubicBezTo>
                  <a:pt x="f553" y="f1834"/>
                  <a:pt x="f1328" y="f1833"/>
                  <a:pt x="f551" y="f1832"/>
                </a:cubicBezTo>
                <a:cubicBezTo>
                  <a:pt x="f555" y="f1831"/>
                  <a:pt x="f1329" y="f1830"/>
                  <a:pt x="f108" y="f1829"/>
                </a:cubicBezTo>
                <a:close/>
                <a:moveTo>
                  <a:pt x="f138" y="f1829"/>
                </a:moveTo>
                <a:cubicBezTo>
                  <a:pt x="f1330" y="f1830"/>
                  <a:pt x="f1331" y="f1831"/>
                  <a:pt x="f1332" y="f1832"/>
                </a:cubicBezTo>
                <a:cubicBezTo>
                  <a:pt x="f1333" y="f1833"/>
                  <a:pt x="f1334" y="f1834"/>
                  <a:pt x="f138" y="f1829"/>
                </a:cubicBezTo>
                <a:close/>
                <a:moveTo>
                  <a:pt x="f176" y="f1829"/>
                </a:moveTo>
                <a:cubicBezTo>
                  <a:pt x="f564" y="f1834"/>
                  <a:pt x="f1335" y="f1833"/>
                  <a:pt x="f562" y="f1832"/>
                </a:cubicBezTo>
                <a:cubicBezTo>
                  <a:pt x="f566" y="f1831"/>
                  <a:pt x="f1336" y="f1830"/>
                  <a:pt x="f176" y="f1829"/>
                </a:cubicBezTo>
                <a:close/>
                <a:moveTo>
                  <a:pt x="f206" y="f1829"/>
                </a:moveTo>
                <a:cubicBezTo>
                  <a:pt x="f1337" y="f1830"/>
                  <a:pt x="f1338" y="f1831"/>
                  <a:pt x="f1339" y="f1832"/>
                </a:cubicBezTo>
                <a:cubicBezTo>
                  <a:pt x="f1340" y="f1833"/>
                  <a:pt x="f1341" y="f1834"/>
                  <a:pt x="f206" y="f1829"/>
                </a:cubicBezTo>
                <a:close/>
                <a:moveTo>
                  <a:pt x="f244" y="f1829"/>
                </a:moveTo>
                <a:cubicBezTo>
                  <a:pt x="f575" y="f1834"/>
                  <a:pt x="f1342" y="f1833"/>
                  <a:pt x="f573" y="f1832"/>
                </a:cubicBezTo>
                <a:cubicBezTo>
                  <a:pt x="f577" y="f1831"/>
                  <a:pt x="f1343" y="f1830"/>
                  <a:pt x="f244" y="f1829"/>
                </a:cubicBezTo>
                <a:close/>
                <a:moveTo>
                  <a:pt x="f274" y="f1829"/>
                </a:moveTo>
                <a:cubicBezTo>
                  <a:pt x="f1344" y="f1830"/>
                  <a:pt x="f1345" y="f1831"/>
                  <a:pt x="f1346" y="f1832"/>
                </a:cubicBezTo>
                <a:cubicBezTo>
                  <a:pt x="f1347" y="f1833"/>
                  <a:pt x="f1348" y="f1834"/>
                  <a:pt x="f274" y="f1829"/>
                </a:cubicBezTo>
                <a:close/>
                <a:moveTo>
                  <a:pt x="f312" y="f1829"/>
                </a:moveTo>
                <a:cubicBezTo>
                  <a:pt x="f586" y="f1834"/>
                  <a:pt x="f1349" y="f1833"/>
                  <a:pt x="f584" y="f1832"/>
                </a:cubicBezTo>
                <a:cubicBezTo>
                  <a:pt x="f588" y="f1831"/>
                  <a:pt x="f1350" y="f1830"/>
                  <a:pt x="f312" y="f1829"/>
                </a:cubicBezTo>
                <a:close/>
                <a:moveTo>
                  <a:pt x="f342" y="f1829"/>
                </a:moveTo>
                <a:cubicBezTo>
                  <a:pt x="f1351" y="f1830"/>
                  <a:pt x="f1352" y="f1831"/>
                  <a:pt x="f1353" y="f1832"/>
                </a:cubicBezTo>
                <a:cubicBezTo>
                  <a:pt x="f1354" y="f1833"/>
                  <a:pt x="f1355" y="f1834"/>
                  <a:pt x="f342" y="f1829"/>
                </a:cubicBezTo>
                <a:close/>
                <a:moveTo>
                  <a:pt x="f380" y="f1829"/>
                </a:moveTo>
                <a:cubicBezTo>
                  <a:pt x="f597" y="f1834"/>
                  <a:pt x="f1356" y="f1833"/>
                  <a:pt x="f595" y="f1832"/>
                </a:cubicBezTo>
                <a:cubicBezTo>
                  <a:pt x="f599" y="f1831"/>
                  <a:pt x="f1357" y="f1830"/>
                  <a:pt x="f380" y="f1829"/>
                </a:cubicBezTo>
                <a:close/>
                <a:moveTo>
                  <a:pt x="f410" y="f1829"/>
                </a:moveTo>
                <a:cubicBezTo>
                  <a:pt x="f1358" y="f1830"/>
                  <a:pt x="f1359" y="f1831"/>
                  <a:pt x="f1360" y="f1832"/>
                </a:cubicBezTo>
                <a:cubicBezTo>
                  <a:pt x="f1361" y="f1833"/>
                  <a:pt x="f1362" y="f1834"/>
                  <a:pt x="f410" y="f1829"/>
                </a:cubicBezTo>
                <a:close/>
                <a:moveTo>
                  <a:pt x="f448" y="f1829"/>
                </a:moveTo>
                <a:cubicBezTo>
                  <a:pt x="f608" y="f1834"/>
                  <a:pt x="f1363" y="f1833"/>
                  <a:pt x="f606" y="f1832"/>
                </a:cubicBezTo>
                <a:cubicBezTo>
                  <a:pt x="f610" y="f1831"/>
                  <a:pt x="f1364" y="f1830"/>
                  <a:pt x="f448" y="f1829"/>
                </a:cubicBezTo>
                <a:close/>
                <a:moveTo>
                  <a:pt x="f478" y="f1829"/>
                </a:moveTo>
                <a:cubicBezTo>
                  <a:pt x="f1365" y="f1830"/>
                  <a:pt x="f1366" y="f1831"/>
                  <a:pt x="f1367" y="f1832"/>
                </a:cubicBezTo>
                <a:cubicBezTo>
                  <a:pt x="f1368" y="f1833"/>
                  <a:pt x="f1369" y="f1834"/>
                  <a:pt x="f478" y="f1829"/>
                </a:cubicBezTo>
                <a:close/>
                <a:moveTo>
                  <a:pt x="f3" y="f1835"/>
                </a:moveTo>
                <a:lnTo>
                  <a:pt x="f3" y="f1836"/>
                </a:lnTo>
                <a:cubicBezTo>
                  <a:pt x="f1372" y="f1837"/>
                  <a:pt x="f1374" y="f1838"/>
                  <a:pt x="f704" y="f1832"/>
                </a:cubicBezTo>
                <a:cubicBezTo>
                  <a:pt x="f1376" y="f1839"/>
                  <a:pt x="f1378" y="f1840"/>
                  <a:pt x="f3" y="f1841"/>
                </a:cubicBezTo>
                <a:lnTo>
                  <a:pt x="f3" y="f1842"/>
                </a:lnTo>
                <a:cubicBezTo>
                  <a:pt x="f1382" y="f1843"/>
                  <a:pt x="f1384" y="f1844"/>
                  <a:pt x="f1386" y="f1845"/>
                </a:cubicBezTo>
                <a:lnTo>
                  <a:pt x="f690" y="f1846"/>
                </a:lnTo>
                <a:cubicBezTo>
                  <a:pt x="f1389" y="f1847"/>
                  <a:pt x="f1391" y="f1848"/>
                  <a:pt x="f1393" y="f1849"/>
                </a:cubicBezTo>
                <a:cubicBezTo>
                  <a:pt x="f1395" y="f1850"/>
                  <a:pt x="f1397" y="f1851"/>
                  <a:pt x="f1399" y="f1852"/>
                </a:cubicBezTo>
                <a:lnTo>
                  <a:pt x="f676" y="f1853"/>
                </a:lnTo>
                <a:lnTo>
                  <a:pt x="f738" y="f1854"/>
                </a:lnTo>
                <a:lnTo>
                  <a:pt x="f1403" y="f1855"/>
                </a:lnTo>
                <a:cubicBezTo>
                  <a:pt x="f1405" y="f1856"/>
                  <a:pt x="f733" y="f1857"/>
                  <a:pt x="f733" y="f1858"/>
                </a:cubicBezTo>
                <a:cubicBezTo>
                  <a:pt x="f733" y="f1859"/>
                  <a:pt x="f731" y="f1860"/>
                  <a:pt x="f729" y="f1861"/>
                </a:cubicBezTo>
                <a:cubicBezTo>
                  <a:pt x="f727" y="f1862"/>
                  <a:pt x="f1413" y="f1863"/>
                  <a:pt x="f1415" y="f1864"/>
                </a:cubicBezTo>
                <a:lnTo>
                  <a:pt x="f1417" y="f1865"/>
                </a:lnTo>
                <a:cubicBezTo>
                  <a:pt x="f1419" y="f1866"/>
                  <a:pt x="f1421" y="f1867"/>
                  <a:pt x="f1423" y="f1868"/>
                </a:cubicBezTo>
                <a:cubicBezTo>
                  <a:pt x="f713" y="f1869"/>
                  <a:pt x="f1426" y="f1870"/>
                  <a:pt x="f3" y="f1835"/>
                </a:cubicBezTo>
                <a:close/>
                <a:moveTo>
                  <a:pt x="f23" y="f1871"/>
                </a:moveTo>
                <a:lnTo>
                  <a:pt x="f25" y="f1872"/>
                </a:lnTo>
                <a:cubicBezTo>
                  <a:pt x="f27" y="f1873"/>
                  <a:pt x="f29" y="f1874"/>
                  <a:pt x="f31" y="f1875"/>
                </a:cubicBezTo>
                <a:cubicBezTo>
                  <a:pt x="f33" y="f1876"/>
                  <a:pt x="f35" y="f1877"/>
                  <a:pt x="f37" y="f1878"/>
                </a:cubicBezTo>
                <a:lnTo>
                  <a:pt x="f39" y="f1879"/>
                </a:lnTo>
                <a:cubicBezTo>
                  <a:pt x="f1437" y="f1880"/>
                  <a:pt x="f1439" y="f1881"/>
                  <a:pt x="f1441" y="f1868"/>
                </a:cubicBezTo>
                <a:cubicBezTo>
                  <a:pt x="f1442" y="f1867"/>
                  <a:pt x="f1443" y="f1866"/>
                  <a:pt x="f1444" y="f1865"/>
                </a:cubicBezTo>
                <a:lnTo>
                  <a:pt x="f1445" y="f1864"/>
                </a:lnTo>
                <a:cubicBezTo>
                  <a:pt x="f1446" y="f1863"/>
                  <a:pt x="f1447" y="f1862"/>
                  <a:pt x="f1448" y="f1861"/>
                </a:cubicBezTo>
                <a:cubicBezTo>
                  <a:pt x="f1449" y="f1860"/>
                  <a:pt x="f1450" y="f1859"/>
                  <a:pt x="f1450" y="f1858"/>
                </a:cubicBezTo>
                <a:cubicBezTo>
                  <a:pt x="f1450" y="f1857"/>
                  <a:pt x="f1451" y="f1856"/>
                  <a:pt x="f1452" y="f1855"/>
                </a:cubicBezTo>
                <a:lnTo>
                  <a:pt x="f1453" y="f1854"/>
                </a:lnTo>
                <a:lnTo>
                  <a:pt x="f1454" y="f1853"/>
                </a:lnTo>
                <a:lnTo>
                  <a:pt x="f1455" y="f1852"/>
                </a:lnTo>
                <a:cubicBezTo>
                  <a:pt x="f1456" y="f1851"/>
                  <a:pt x="f1457" y="f1850"/>
                  <a:pt x="f1458" y="f1849"/>
                </a:cubicBezTo>
                <a:cubicBezTo>
                  <a:pt x="f1459" y="f1848"/>
                  <a:pt x="f1460" y="f1847"/>
                  <a:pt x="f1461" y="f1846"/>
                </a:cubicBezTo>
                <a:lnTo>
                  <a:pt x="f1462" y="f1845"/>
                </a:lnTo>
                <a:cubicBezTo>
                  <a:pt x="f1463" y="f1882"/>
                  <a:pt x="f1465" y="f1883"/>
                  <a:pt x="f63" y="f1884"/>
                </a:cubicBezTo>
                <a:cubicBezTo>
                  <a:pt x="f65" y="f1885"/>
                  <a:pt x="f67" y="f1886"/>
                  <a:pt x="f69" y="f1887"/>
                </a:cubicBezTo>
                <a:lnTo>
                  <a:pt x="f71" y="f1888"/>
                </a:lnTo>
                <a:cubicBezTo>
                  <a:pt x="f73" y="f1889"/>
                  <a:pt x="f75" y="f1890"/>
                  <a:pt x="f77" y="f1891"/>
                </a:cubicBezTo>
                <a:cubicBezTo>
                  <a:pt x="f79" y="f1892"/>
                  <a:pt x="f81" y="f1893"/>
                  <a:pt x="f81" y="f1894"/>
                </a:cubicBezTo>
                <a:lnTo>
                  <a:pt x="f84" y="f1895"/>
                </a:lnTo>
                <a:lnTo>
                  <a:pt x="f86" y="f1896"/>
                </a:lnTo>
                <a:close/>
                <a:moveTo>
                  <a:pt x="f88" y="f1871"/>
                </a:moveTo>
                <a:lnTo>
                  <a:pt x="f89" y="f1896"/>
                </a:lnTo>
                <a:lnTo>
                  <a:pt x="f90" y="f1895"/>
                </a:lnTo>
                <a:lnTo>
                  <a:pt x="f91" y="f1894"/>
                </a:lnTo>
                <a:cubicBezTo>
                  <a:pt x="f91" y="f1893"/>
                  <a:pt x="f92" y="f1892"/>
                  <a:pt x="f93" y="f1891"/>
                </a:cubicBezTo>
                <a:cubicBezTo>
                  <a:pt x="f94" y="f1890"/>
                  <a:pt x="f95" y="f1889"/>
                  <a:pt x="f96" y="f1888"/>
                </a:cubicBezTo>
                <a:lnTo>
                  <a:pt x="f97" y="f1887"/>
                </a:lnTo>
                <a:cubicBezTo>
                  <a:pt x="f98" y="f1886"/>
                  <a:pt x="f99" y="f1885"/>
                  <a:pt x="f100" y="f1884"/>
                </a:cubicBezTo>
                <a:cubicBezTo>
                  <a:pt x="f801" y="f1883"/>
                  <a:pt x="f800" y="f1882"/>
                  <a:pt x="f1480" y="f1845"/>
                </a:cubicBezTo>
                <a:lnTo>
                  <a:pt x="f798" y="f1846"/>
                </a:lnTo>
                <a:cubicBezTo>
                  <a:pt x="f1481" y="f1847"/>
                  <a:pt x="f1482" y="f1848"/>
                  <a:pt x="f1483" y="f1849"/>
                </a:cubicBezTo>
                <a:cubicBezTo>
                  <a:pt x="f1484" y="f1850"/>
                  <a:pt x="f1485" y="f1851"/>
                  <a:pt x="f1486" y="f1852"/>
                </a:cubicBezTo>
                <a:lnTo>
                  <a:pt x="f791" y="f1853"/>
                </a:lnTo>
                <a:lnTo>
                  <a:pt x="f830" y="f1854"/>
                </a:lnTo>
                <a:lnTo>
                  <a:pt x="f1487" y="f1855"/>
                </a:lnTo>
                <a:cubicBezTo>
                  <a:pt x="f1488" y="f1856"/>
                  <a:pt x="f828" y="f1857"/>
                  <a:pt x="f828" y="f1858"/>
                </a:cubicBezTo>
                <a:cubicBezTo>
                  <a:pt x="f828" y="f1859"/>
                  <a:pt x="f827" y="f1860"/>
                  <a:pt x="f826" y="f1861"/>
                </a:cubicBezTo>
                <a:cubicBezTo>
                  <a:pt x="f825" y="f1862"/>
                  <a:pt x="f1489" y="f1863"/>
                  <a:pt x="f1490" y="f1864"/>
                </a:cubicBezTo>
                <a:lnTo>
                  <a:pt x="f1491" y="f1865"/>
                </a:lnTo>
                <a:cubicBezTo>
                  <a:pt x="f1492" y="f1866"/>
                  <a:pt x="f1493" y="f1867"/>
                  <a:pt x="f1494" y="f1868"/>
                </a:cubicBezTo>
                <a:cubicBezTo>
                  <a:pt x="f818" y="f1881"/>
                  <a:pt x="f817" y="f1880"/>
                  <a:pt x="f115" y="f1879"/>
                </a:cubicBezTo>
                <a:lnTo>
                  <a:pt x="f116" y="f1878"/>
                </a:lnTo>
                <a:cubicBezTo>
                  <a:pt x="f117" y="f1877"/>
                  <a:pt x="f118" y="f1876"/>
                  <a:pt x="f119" y="f1875"/>
                </a:cubicBezTo>
                <a:cubicBezTo>
                  <a:pt x="f120" y="f1874"/>
                  <a:pt x="f121" y="f1873"/>
                  <a:pt x="f122" y="f1872"/>
                </a:cubicBezTo>
                <a:close/>
                <a:moveTo>
                  <a:pt x="f123" y="f1871"/>
                </a:moveTo>
                <a:lnTo>
                  <a:pt x="f124" y="f1872"/>
                </a:lnTo>
                <a:cubicBezTo>
                  <a:pt x="f125" y="f1873"/>
                  <a:pt x="f126" y="f1874"/>
                  <a:pt x="f127" y="f1875"/>
                </a:cubicBezTo>
                <a:cubicBezTo>
                  <a:pt x="f128" y="f1876"/>
                  <a:pt x="f129" y="f1877"/>
                  <a:pt x="f130" y="f1878"/>
                </a:cubicBezTo>
                <a:lnTo>
                  <a:pt x="f131" y="f1879"/>
                </a:lnTo>
                <a:cubicBezTo>
                  <a:pt x="f1495" y="f1880"/>
                  <a:pt x="f1496" y="f1881"/>
                  <a:pt x="f1497" y="f1868"/>
                </a:cubicBezTo>
                <a:cubicBezTo>
                  <a:pt x="f1498" y="f1867"/>
                  <a:pt x="f1499" y="f1866"/>
                  <a:pt x="f1500" y="f1865"/>
                </a:cubicBezTo>
                <a:lnTo>
                  <a:pt x="f1501" y="f1864"/>
                </a:lnTo>
                <a:cubicBezTo>
                  <a:pt x="f1502" y="f1863"/>
                  <a:pt x="f1503" y="f1862"/>
                  <a:pt x="f1504" y="f1861"/>
                </a:cubicBezTo>
                <a:cubicBezTo>
                  <a:pt x="f1505" y="f1860"/>
                  <a:pt x="f1506" y="f1859"/>
                  <a:pt x="f1506" y="f1858"/>
                </a:cubicBezTo>
                <a:cubicBezTo>
                  <a:pt x="f1506" y="f1857"/>
                  <a:pt x="f1507" y="f1856"/>
                  <a:pt x="f1508" y="f1855"/>
                </a:cubicBezTo>
                <a:lnTo>
                  <a:pt x="f1509" y="f1854"/>
                </a:lnTo>
                <a:lnTo>
                  <a:pt x="f1510" y="f1853"/>
                </a:lnTo>
                <a:lnTo>
                  <a:pt x="f1511" y="f1852"/>
                </a:lnTo>
                <a:cubicBezTo>
                  <a:pt x="f1512" y="f1851"/>
                  <a:pt x="f1513" y="f1850"/>
                  <a:pt x="f1514" y="f1849"/>
                </a:cubicBezTo>
                <a:cubicBezTo>
                  <a:pt x="f1515" y="f1848"/>
                  <a:pt x="f1516" y="f1847"/>
                  <a:pt x="f1517" y="f1846"/>
                </a:cubicBezTo>
                <a:lnTo>
                  <a:pt x="f1518" y="f1845"/>
                </a:lnTo>
                <a:cubicBezTo>
                  <a:pt x="f1519" y="f1882"/>
                  <a:pt x="f1520" y="f1883"/>
                  <a:pt x="f145" y="f1884"/>
                </a:cubicBezTo>
                <a:cubicBezTo>
                  <a:pt x="f146" y="f1885"/>
                  <a:pt x="f147" y="f1886"/>
                  <a:pt x="f148" y="f1887"/>
                </a:cubicBezTo>
                <a:lnTo>
                  <a:pt x="f149" y="f1888"/>
                </a:lnTo>
                <a:cubicBezTo>
                  <a:pt x="f150" y="f1889"/>
                  <a:pt x="f151" y="f1890"/>
                  <a:pt x="f152" y="f1891"/>
                </a:cubicBezTo>
                <a:cubicBezTo>
                  <a:pt x="f153" y="f1892"/>
                  <a:pt x="f154" y="f1893"/>
                  <a:pt x="f154" y="f1894"/>
                </a:cubicBezTo>
                <a:lnTo>
                  <a:pt x="f155" y="f1895"/>
                </a:lnTo>
                <a:lnTo>
                  <a:pt x="f156" y="f1896"/>
                </a:lnTo>
                <a:close/>
                <a:moveTo>
                  <a:pt x="f157" y="f1871"/>
                </a:moveTo>
                <a:lnTo>
                  <a:pt x="f158" y="f1896"/>
                </a:lnTo>
                <a:lnTo>
                  <a:pt x="f159" y="f1895"/>
                </a:lnTo>
                <a:lnTo>
                  <a:pt x="f160" y="f1894"/>
                </a:lnTo>
                <a:cubicBezTo>
                  <a:pt x="f160" y="f1893"/>
                  <a:pt x="f161" y="f1892"/>
                  <a:pt x="f162" y="f1891"/>
                </a:cubicBezTo>
                <a:cubicBezTo>
                  <a:pt x="f163" y="f1890"/>
                  <a:pt x="f164" y="f1889"/>
                  <a:pt x="f165" y="f1888"/>
                </a:cubicBezTo>
                <a:lnTo>
                  <a:pt x="f166" y="f1887"/>
                </a:lnTo>
                <a:cubicBezTo>
                  <a:pt x="f167" y="f1886"/>
                  <a:pt x="f168" y="f1885"/>
                  <a:pt x="f169" y="f1884"/>
                </a:cubicBezTo>
                <a:cubicBezTo>
                  <a:pt x="f888" y="f1883"/>
                  <a:pt x="f887" y="f1882"/>
                  <a:pt x="f1521" y="f1845"/>
                </a:cubicBezTo>
                <a:lnTo>
                  <a:pt x="f885" y="f1846"/>
                </a:lnTo>
                <a:cubicBezTo>
                  <a:pt x="f1522" y="f1847"/>
                  <a:pt x="f1523" y="f1848"/>
                  <a:pt x="f1524" y="f1849"/>
                </a:cubicBezTo>
                <a:cubicBezTo>
                  <a:pt x="f1525" y="f1850"/>
                  <a:pt x="f1526" y="f1851"/>
                  <a:pt x="f1527" y="f1852"/>
                </a:cubicBezTo>
                <a:lnTo>
                  <a:pt x="f878" y="f1853"/>
                </a:lnTo>
                <a:lnTo>
                  <a:pt x="f917" y="f1854"/>
                </a:lnTo>
                <a:lnTo>
                  <a:pt x="f1528" y="f1855"/>
                </a:lnTo>
                <a:cubicBezTo>
                  <a:pt x="f1529" y="f1856"/>
                  <a:pt x="f915" y="f1857"/>
                  <a:pt x="f915" y="f1858"/>
                </a:cubicBezTo>
                <a:cubicBezTo>
                  <a:pt x="f915" y="f1859"/>
                  <a:pt x="f914" y="f1860"/>
                  <a:pt x="f913" y="f1861"/>
                </a:cubicBezTo>
                <a:cubicBezTo>
                  <a:pt x="f912" y="f1862"/>
                  <a:pt x="f1530" y="f1863"/>
                  <a:pt x="f1531" y="f1864"/>
                </a:cubicBezTo>
                <a:lnTo>
                  <a:pt x="f1532" y="f1865"/>
                </a:lnTo>
                <a:cubicBezTo>
                  <a:pt x="f1533" y="f1866"/>
                  <a:pt x="f1534" y="f1867"/>
                  <a:pt x="f1535" y="f1868"/>
                </a:cubicBezTo>
                <a:cubicBezTo>
                  <a:pt x="f905" y="f1881"/>
                  <a:pt x="f904" y="f1880"/>
                  <a:pt x="f183" y="f1879"/>
                </a:cubicBezTo>
                <a:lnTo>
                  <a:pt x="f184" y="f1878"/>
                </a:lnTo>
                <a:cubicBezTo>
                  <a:pt x="f185" y="f1877"/>
                  <a:pt x="f186" y="f1876"/>
                  <a:pt x="f187" y="f1875"/>
                </a:cubicBezTo>
                <a:cubicBezTo>
                  <a:pt x="f188" y="f1874"/>
                  <a:pt x="f189" y="f1873"/>
                  <a:pt x="f190" y="f1872"/>
                </a:cubicBezTo>
                <a:close/>
                <a:moveTo>
                  <a:pt x="f191" y="f1871"/>
                </a:moveTo>
                <a:lnTo>
                  <a:pt x="f192" y="f1872"/>
                </a:lnTo>
                <a:cubicBezTo>
                  <a:pt x="f193" y="f1873"/>
                  <a:pt x="f194" y="f1874"/>
                  <a:pt x="f195" y="f1875"/>
                </a:cubicBezTo>
                <a:cubicBezTo>
                  <a:pt x="f196" y="f1876"/>
                  <a:pt x="f197" y="f1877"/>
                  <a:pt x="f198" y="f1878"/>
                </a:cubicBezTo>
                <a:lnTo>
                  <a:pt x="f199" y="f1879"/>
                </a:lnTo>
                <a:cubicBezTo>
                  <a:pt x="f1536" y="f1880"/>
                  <a:pt x="f1537" y="f1881"/>
                  <a:pt x="f1538" y="f1868"/>
                </a:cubicBezTo>
                <a:cubicBezTo>
                  <a:pt x="f1539" y="f1867"/>
                  <a:pt x="f1540" y="f1866"/>
                  <a:pt x="f1541" y="f1865"/>
                </a:cubicBezTo>
                <a:lnTo>
                  <a:pt x="f1542" y="f1864"/>
                </a:lnTo>
                <a:cubicBezTo>
                  <a:pt x="f1543" y="f1863"/>
                  <a:pt x="f1544" y="f1862"/>
                  <a:pt x="f1545" y="f1861"/>
                </a:cubicBezTo>
                <a:cubicBezTo>
                  <a:pt x="f1546" y="f1860"/>
                  <a:pt x="f1547" y="f1859"/>
                  <a:pt x="f1547" y="f1858"/>
                </a:cubicBezTo>
                <a:cubicBezTo>
                  <a:pt x="f1547" y="f1857"/>
                  <a:pt x="f1548" y="f1856"/>
                  <a:pt x="f1549" y="f1855"/>
                </a:cubicBezTo>
                <a:lnTo>
                  <a:pt x="f1550" y="f1854"/>
                </a:lnTo>
                <a:lnTo>
                  <a:pt x="f1551" y="f1853"/>
                </a:lnTo>
                <a:lnTo>
                  <a:pt x="f1552" y="f1852"/>
                </a:lnTo>
                <a:cubicBezTo>
                  <a:pt x="f1553" y="f1851"/>
                  <a:pt x="f1554" y="f1850"/>
                  <a:pt x="f1555" y="f1849"/>
                </a:cubicBezTo>
                <a:cubicBezTo>
                  <a:pt x="f1556" y="f1848"/>
                  <a:pt x="f1557" y="f1847"/>
                  <a:pt x="f1558" y="f1846"/>
                </a:cubicBezTo>
                <a:lnTo>
                  <a:pt x="f1559" y="f1845"/>
                </a:lnTo>
                <a:cubicBezTo>
                  <a:pt x="f1560" y="f1882"/>
                  <a:pt x="f1561" y="f1883"/>
                  <a:pt x="f213" y="f1884"/>
                </a:cubicBezTo>
                <a:cubicBezTo>
                  <a:pt x="f214" y="f1885"/>
                  <a:pt x="f215" y="f1886"/>
                  <a:pt x="f216" y="f1887"/>
                </a:cubicBezTo>
                <a:lnTo>
                  <a:pt x="f217" y="f1888"/>
                </a:lnTo>
                <a:cubicBezTo>
                  <a:pt x="f218" y="f1889"/>
                  <a:pt x="f219" y="f1890"/>
                  <a:pt x="f220" y="f1891"/>
                </a:cubicBezTo>
                <a:cubicBezTo>
                  <a:pt x="f221" y="f1892"/>
                  <a:pt x="f222" y="f1893"/>
                  <a:pt x="f222" y="f1894"/>
                </a:cubicBezTo>
                <a:lnTo>
                  <a:pt x="f223" y="f1895"/>
                </a:lnTo>
                <a:lnTo>
                  <a:pt x="f224" y="f1896"/>
                </a:lnTo>
                <a:close/>
                <a:moveTo>
                  <a:pt x="f259" y="f1871"/>
                </a:moveTo>
                <a:lnTo>
                  <a:pt x="f260" y="f1872"/>
                </a:lnTo>
                <a:cubicBezTo>
                  <a:pt x="f261" y="f1873"/>
                  <a:pt x="f262" y="f1874"/>
                  <a:pt x="f263" y="f1875"/>
                </a:cubicBezTo>
                <a:cubicBezTo>
                  <a:pt x="f264" y="f1876"/>
                  <a:pt x="f265" y="f1877"/>
                  <a:pt x="f266" y="f1878"/>
                </a:cubicBezTo>
                <a:lnTo>
                  <a:pt x="f267" y="f1879"/>
                </a:lnTo>
                <a:cubicBezTo>
                  <a:pt x="f1583" y="f1880"/>
                  <a:pt x="f1584" y="f1881"/>
                  <a:pt x="f1585" y="f1868"/>
                </a:cubicBezTo>
                <a:cubicBezTo>
                  <a:pt x="f1586" y="f1867"/>
                  <a:pt x="f1587" y="f1866"/>
                  <a:pt x="f1588" y="f1865"/>
                </a:cubicBezTo>
                <a:lnTo>
                  <a:pt x="f1589" y="f1864"/>
                </a:lnTo>
                <a:cubicBezTo>
                  <a:pt x="f1590" y="f1863"/>
                  <a:pt x="f1591" y="f1862"/>
                  <a:pt x="f1592" y="f1861"/>
                </a:cubicBezTo>
                <a:cubicBezTo>
                  <a:pt x="f1593" y="f1860"/>
                  <a:pt x="f1594" y="f1859"/>
                  <a:pt x="f1594" y="f1858"/>
                </a:cubicBezTo>
                <a:cubicBezTo>
                  <a:pt x="f1594" y="f1857"/>
                  <a:pt x="f1595" y="f1856"/>
                  <a:pt x="f1596" y="f1855"/>
                </a:cubicBezTo>
                <a:lnTo>
                  <a:pt x="f1597" y="f1854"/>
                </a:lnTo>
                <a:lnTo>
                  <a:pt x="f1598" y="f1853"/>
                </a:lnTo>
                <a:lnTo>
                  <a:pt x="f1599" y="f1852"/>
                </a:lnTo>
                <a:cubicBezTo>
                  <a:pt x="f1600" y="f1851"/>
                  <a:pt x="f1601" y="f1850"/>
                  <a:pt x="f1602" y="f1849"/>
                </a:cubicBezTo>
                <a:cubicBezTo>
                  <a:pt x="f1603" y="f1848"/>
                  <a:pt x="f1604" y="f1847"/>
                  <a:pt x="f1605" y="f1846"/>
                </a:cubicBezTo>
                <a:lnTo>
                  <a:pt x="f1606" y="f1845"/>
                </a:lnTo>
                <a:cubicBezTo>
                  <a:pt x="f1607" y="f1882"/>
                  <a:pt x="f1608" y="f1883"/>
                  <a:pt x="f281" y="f1884"/>
                </a:cubicBezTo>
                <a:cubicBezTo>
                  <a:pt x="f282" y="f1885"/>
                  <a:pt x="f283" y="f1886"/>
                  <a:pt x="f284" y="f1887"/>
                </a:cubicBezTo>
                <a:lnTo>
                  <a:pt x="f285" y="f1888"/>
                </a:lnTo>
                <a:cubicBezTo>
                  <a:pt x="f286" y="f1889"/>
                  <a:pt x="f287" y="f1890"/>
                  <a:pt x="f288" y="f1891"/>
                </a:cubicBezTo>
                <a:cubicBezTo>
                  <a:pt x="f289" y="f1892"/>
                  <a:pt x="f290" y="f1893"/>
                  <a:pt x="f290" y="f1894"/>
                </a:cubicBezTo>
                <a:lnTo>
                  <a:pt x="f291" y="f1895"/>
                </a:lnTo>
                <a:lnTo>
                  <a:pt x="f292" y="f1896"/>
                </a:lnTo>
                <a:close/>
                <a:moveTo>
                  <a:pt x="f293" y="f1871"/>
                </a:moveTo>
                <a:lnTo>
                  <a:pt x="f294" y="f1896"/>
                </a:lnTo>
                <a:lnTo>
                  <a:pt x="f295" y="f1895"/>
                </a:lnTo>
                <a:lnTo>
                  <a:pt x="f296" y="f1894"/>
                </a:lnTo>
                <a:cubicBezTo>
                  <a:pt x="f296" y="f1893"/>
                  <a:pt x="f297" y="f1892"/>
                  <a:pt x="f298" y="f1891"/>
                </a:cubicBezTo>
                <a:cubicBezTo>
                  <a:pt x="f299" y="f1890"/>
                  <a:pt x="f300" y="f1889"/>
                  <a:pt x="f301" y="f1888"/>
                </a:cubicBezTo>
                <a:lnTo>
                  <a:pt x="f302" y="f1887"/>
                </a:lnTo>
                <a:cubicBezTo>
                  <a:pt x="f303" y="f1886"/>
                  <a:pt x="f304" y="f1885"/>
                  <a:pt x="f305" y="f1884"/>
                </a:cubicBezTo>
                <a:cubicBezTo>
                  <a:pt x="f1066" y="f1883"/>
                  <a:pt x="f1065" y="f1882"/>
                  <a:pt x="f1609" y="f1845"/>
                </a:cubicBezTo>
                <a:lnTo>
                  <a:pt x="f1063" y="f1846"/>
                </a:lnTo>
                <a:cubicBezTo>
                  <a:pt x="f1610" y="f1847"/>
                  <a:pt x="f1611" y="f1848"/>
                  <a:pt x="f1612" y="f1849"/>
                </a:cubicBezTo>
                <a:cubicBezTo>
                  <a:pt x="f1613" y="f1850"/>
                  <a:pt x="f1614" y="f1851"/>
                  <a:pt x="f1615" y="f1852"/>
                </a:cubicBezTo>
                <a:lnTo>
                  <a:pt x="f1056" y="f1853"/>
                </a:lnTo>
                <a:lnTo>
                  <a:pt x="f1095" y="f1854"/>
                </a:lnTo>
                <a:lnTo>
                  <a:pt x="f1616" y="f1855"/>
                </a:lnTo>
                <a:cubicBezTo>
                  <a:pt x="f1617" y="f1856"/>
                  <a:pt x="f1093" y="f1857"/>
                  <a:pt x="f1093" y="f1858"/>
                </a:cubicBezTo>
                <a:cubicBezTo>
                  <a:pt x="f1093" y="f1859"/>
                  <a:pt x="f1092" y="f1860"/>
                  <a:pt x="f1091" y="f1861"/>
                </a:cubicBezTo>
                <a:cubicBezTo>
                  <a:pt x="f1090" y="f1862"/>
                  <a:pt x="f1618" y="f1863"/>
                  <a:pt x="f1619" y="f1864"/>
                </a:cubicBezTo>
                <a:lnTo>
                  <a:pt x="f1620" y="f1865"/>
                </a:lnTo>
                <a:cubicBezTo>
                  <a:pt x="f1621" y="f1866"/>
                  <a:pt x="f1622" y="f1867"/>
                  <a:pt x="f1623" y="f1868"/>
                </a:cubicBezTo>
                <a:cubicBezTo>
                  <a:pt x="f1083" y="f1881"/>
                  <a:pt x="f1082" y="f1880"/>
                  <a:pt x="f319" y="f1879"/>
                </a:cubicBezTo>
                <a:lnTo>
                  <a:pt x="f320" y="f1878"/>
                </a:lnTo>
                <a:cubicBezTo>
                  <a:pt x="f321" y="f1877"/>
                  <a:pt x="f322" y="f1876"/>
                  <a:pt x="f323" y="f1875"/>
                </a:cubicBezTo>
                <a:cubicBezTo>
                  <a:pt x="f324" y="f1874"/>
                  <a:pt x="f325" y="f1873"/>
                  <a:pt x="f326" y="f1872"/>
                </a:cubicBezTo>
                <a:close/>
                <a:moveTo>
                  <a:pt x="f327" y="f1871"/>
                </a:moveTo>
                <a:lnTo>
                  <a:pt x="f328" y="f1872"/>
                </a:lnTo>
                <a:cubicBezTo>
                  <a:pt x="f329" y="f1873"/>
                  <a:pt x="f330" y="f1874"/>
                  <a:pt x="f331" y="f1875"/>
                </a:cubicBezTo>
                <a:cubicBezTo>
                  <a:pt x="f332" y="f1876"/>
                  <a:pt x="f333" y="f1877"/>
                  <a:pt x="f334" y="f1878"/>
                </a:cubicBezTo>
                <a:lnTo>
                  <a:pt x="f335" y="f1879"/>
                </a:lnTo>
                <a:cubicBezTo>
                  <a:pt x="f1624" y="f1880"/>
                  <a:pt x="f1625" y="f1881"/>
                  <a:pt x="f1626" y="f1868"/>
                </a:cubicBezTo>
                <a:cubicBezTo>
                  <a:pt x="f1627" y="f1867"/>
                  <a:pt x="f1628" y="f1866"/>
                  <a:pt x="f1629" y="f1865"/>
                </a:cubicBezTo>
                <a:lnTo>
                  <a:pt x="f1630" y="f1864"/>
                </a:lnTo>
                <a:cubicBezTo>
                  <a:pt x="f1631" y="f1863"/>
                  <a:pt x="f1632" y="f1862"/>
                  <a:pt x="f1633" y="f1861"/>
                </a:cubicBezTo>
                <a:cubicBezTo>
                  <a:pt x="f1634" y="f1860"/>
                  <a:pt x="f1635" y="f1859"/>
                  <a:pt x="f1635" y="f1858"/>
                </a:cubicBezTo>
                <a:cubicBezTo>
                  <a:pt x="f1635" y="f1857"/>
                  <a:pt x="f1636" y="f1856"/>
                  <a:pt x="f1637" y="f1855"/>
                </a:cubicBezTo>
                <a:lnTo>
                  <a:pt x="f1638" y="f1854"/>
                </a:lnTo>
                <a:lnTo>
                  <a:pt x="f1639" y="f1853"/>
                </a:lnTo>
                <a:lnTo>
                  <a:pt x="f1640" y="f1852"/>
                </a:lnTo>
                <a:cubicBezTo>
                  <a:pt x="f1641" y="f1851"/>
                  <a:pt x="f1642" y="f1850"/>
                  <a:pt x="f1643" y="f1849"/>
                </a:cubicBezTo>
                <a:cubicBezTo>
                  <a:pt x="f1644" y="f1848"/>
                  <a:pt x="f1645" y="f1847"/>
                  <a:pt x="f1646" y="f1846"/>
                </a:cubicBezTo>
                <a:lnTo>
                  <a:pt x="f1647" y="f1845"/>
                </a:lnTo>
                <a:cubicBezTo>
                  <a:pt x="f1648" y="f1882"/>
                  <a:pt x="f1649" y="f1883"/>
                  <a:pt x="f349" y="f1884"/>
                </a:cubicBezTo>
                <a:cubicBezTo>
                  <a:pt x="f350" y="f1885"/>
                  <a:pt x="f351" y="f1886"/>
                  <a:pt x="f352" y="f1887"/>
                </a:cubicBezTo>
                <a:lnTo>
                  <a:pt x="f353" y="f1888"/>
                </a:lnTo>
                <a:cubicBezTo>
                  <a:pt x="f354" y="f1889"/>
                  <a:pt x="f355" y="f1890"/>
                  <a:pt x="f356" y="f1891"/>
                </a:cubicBezTo>
                <a:cubicBezTo>
                  <a:pt x="f357" y="f1892"/>
                  <a:pt x="f358" y="f1893"/>
                  <a:pt x="f358" y="f1894"/>
                </a:cubicBezTo>
                <a:lnTo>
                  <a:pt x="f359" y="f1895"/>
                </a:lnTo>
                <a:lnTo>
                  <a:pt x="f360" y="f1896"/>
                </a:lnTo>
                <a:close/>
                <a:moveTo>
                  <a:pt x="f361" y="f1871"/>
                </a:moveTo>
                <a:lnTo>
                  <a:pt x="f362" y="f1896"/>
                </a:lnTo>
                <a:lnTo>
                  <a:pt x="f363" y="f1895"/>
                </a:lnTo>
                <a:lnTo>
                  <a:pt x="f364" y="f1894"/>
                </a:lnTo>
                <a:cubicBezTo>
                  <a:pt x="f364" y="f1893"/>
                  <a:pt x="f365" y="f1892"/>
                  <a:pt x="f366" y="f1891"/>
                </a:cubicBezTo>
                <a:cubicBezTo>
                  <a:pt x="f367" y="f1890"/>
                  <a:pt x="f368" y="f1889"/>
                  <a:pt x="f369" y="f1888"/>
                </a:cubicBezTo>
                <a:lnTo>
                  <a:pt x="f370" y="f1887"/>
                </a:lnTo>
                <a:cubicBezTo>
                  <a:pt x="f371" y="f1886"/>
                  <a:pt x="f372" y="f1885"/>
                  <a:pt x="f373" y="f1884"/>
                </a:cubicBezTo>
                <a:cubicBezTo>
                  <a:pt x="f1153" y="f1883"/>
                  <a:pt x="f1152" y="f1882"/>
                  <a:pt x="f1650" y="f1845"/>
                </a:cubicBezTo>
                <a:lnTo>
                  <a:pt x="f1150" y="f1846"/>
                </a:lnTo>
                <a:cubicBezTo>
                  <a:pt x="f1651" y="f1847"/>
                  <a:pt x="f1652" y="f1848"/>
                  <a:pt x="f1653" y="f1849"/>
                </a:cubicBezTo>
                <a:cubicBezTo>
                  <a:pt x="f1654" y="f1850"/>
                  <a:pt x="f1655" y="f1851"/>
                  <a:pt x="f1656" y="f1852"/>
                </a:cubicBezTo>
                <a:lnTo>
                  <a:pt x="f1143" y="f1853"/>
                </a:lnTo>
                <a:lnTo>
                  <a:pt x="f1182" y="f1854"/>
                </a:lnTo>
                <a:lnTo>
                  <a:pt x="f1657" y="f1855"/>
                </a:lnTo>
                <a:cubicBezTo>
                  <a:pt x="f1658" y="f1856"/>
                  <a:pt x="f1180" y="f1857"/>
                  <a:pt x="f1180" y="f1858"/>
                </a:cubicBezTo>
                <a:cubicBezTo>
                  <a:pt x="f1180" y="f1859"/>
                  <a:pt x="f1179" y="f1860"/>
                  <a:pt x="f1178" y="f1861"/>
                </a:cubicBezTo>
                <a:cubicBezTo>
                  <a:pt x="f1177" y="f1862"/>
                  <a:pt x="f1659" y="f1863"/>
                  <a:pt x="f1660" y="f1864"/>
                </a:cubicBezTo>
                <a:lnTo>
                  <a:pt x="f1661" y="f1865"/>
                </a:lnTo>
                <a:cubicBezTo>
                  <a:pt x="f1662" y="f1866"/>
                  <a:pt x="f1663" y="f1867"/>
                  <a:pt x="f1664" y="f1868"/>
                </a:cubicBezTo>
                <a:cubicBezTo>
                  <a:pt x="f1170" y="f1881"/>
                  <a:pt x="f1169" y="f1880"/>
                  <a:pt x="f387" y="f1879"/>
                </a:cubicBezTo>
                <a:lnTo>
                  <a:pt x="f388" y="f1878"/>
                </a:lnTo>
                <a:cubicBezTo>
                  <a:pt x="f389" y="f1877"/>
                  <a:pt x="f390" y="f1876"/>
                  <a:pt x="f391" y="f1875"/>
                </a:cubicBezTo>
                <a:cubicBezTo>
                  <a:pt x="f392" y="f1874"/>
                  <a:pt x="f393" y="f1873"/>
                  <a:pt x="f394" y="f1872"/>
                </a:cubicBezTo>
                <a:close/>
                <a:moveTo>
                  <a:pt x="f395" y="f1871"/>
                </a:moveTo>
                <a:lnTo>
                  <a:pt x="f396" y="f1872"/>
                </a:lnTo>
                <a:cubicBezTo>
                  <a:pt x="f397" y="f1873"/>
                  <a:pt x="f398" y="f1874"/>
                  <a:pt x="f399" y="f1875"/>
                </a:cubicBezTo>
                <a:cubicBezTo>
                  <a:pt x="f400" y="f1876"/>
                  <a:pt x="f401" y="f1877"/>
                  <a:pt x="f402" y="f1878"/>
                </a:cubicBezTo>
                <a:lnTo>
                  <a:pt x="f403" y="f1879"/>
                </a:lnTo>
                <a:cubicBezTo>
                  <a:pt x="f1665" y="f1880"/>
                  <a:pt x="f1666" y="f1881"/>
                  <a:pt x="f1667" y="f1868"/>
                </a:cubicBezTo>
                <a:cubicBezTo>
                  <a:pt x="f1668" y="f1867"/>
                  <a:pt x="f1669" y="f1866"/>
                  <a:pt x="f1670" y="f1865"/>
                </a:cubicBezTo>
                <a:lnTo>
                  <a:pt x="f1671" y="f1864"/>
                </a:lnTo>
                <a:cubicBezTo>
                  <a:pt x="f1672" y="f1863"/>
                  <a:pt x="f1673" y="f1862"/>
                  <a:pt x="f1674" y="f1861"/>
                </a:cubicBezTo>
                <a:cubicBezTo>
                  <a:pt x="f1675" y="f1860"/>
                  <a:pt x="f1676" y="f1859"/>
                  <a:pt x="f1676" y="f1858"/>
                </a:cubicBezTo>
                <a:cubicBezTo>
                  <a:pt x="f1676" y="f1857"/>
                  <a:pt x="f1677" y="f1856"/>
                  <a:pt x="f1678" y="f1855"/>
                </a:cubicBezTo>
                <a:lnTo>
                  <a:pt x="f1679" y="f1854"/>
                </a:lnTo>
                <a:lnTo>
                  <a:pt x="f1680" y="f1853"/>
                </a:lnTo>
                <a:lnTo>
                  <a:pt x="f1681" y="f1852"/>
                </a:lnTo>
                <a:cubicBezTo>
                  <a:pt x="f1682" y="f1851"/>
                  <a:pt x="f1683" y="f1850"/>
                  <a:pt x="f1684" y="f1849"/>
                </a:cubicBezTo>
                <a:cubicBezTo>
                  <a:pt x="f1685" y="f1848"/>
                  <a:pt x="f1686" y="f1847"/>
                  <a:pt x="f1687" y="f1846"/>
                </a:cubicBezTo>
                <a:lnTo>
                  <a:pt x="f1688" y="f1845"/>
                </a:lnTo>
                <a:cubicBezTo>
                  <a:pt x="f1689" y="f1882"/>
                  <a:pt x="f1690" y="f1883"/>
                  <a:pt x="f417" y="f1884"/>
                </a:cubicBezTo>
                <a:cubicBezTo>
                  <a:pt x="f418" y="f1885"/>
                  <a:pt x="f419" y="f1886"/>
                  <a:pt x="f420" y="f1887"/>
                </a:cubicBezTo>
                <a:lnTo>
                  <a:pt x="f421" y="f1888"/>
                </a:lnTo>
                <a:cubicBezTo>
                  <a:pt x="f422" y="f1889"/>
                  <a:pt x="f423" y="f1890"/>
                  <a:pt x="f424" y="f1891"/>
                </a:cubicBezTo>
                <a:cubicBezTo>
                  <a:pt x="f425" y="f1892"/>
                  <a:pt x="f426" y="f1893"/>
                  <a:pt x="f426" y="f1894"/>
                </a:cubicBezTo>
                <a:lnTo>
                  <a:pt x="f427" y="f1895"/>
                </a:lnTo>
                <a:lnTo>
                  <a:pt x="f428" y="f1896"/>
                </a:lnTo>
                <a:close/>
                <a:moveTo>
                  <a:pt x="f429" y="f1871"/>
                </a:moveTo>
                <a:lnTo>
                  <a:pt x="f430" y="f1896"/>
                </a:lnTo>
                <a:lnTo>
                  <a:pt x="f431" y="f1895"/>
                </a:lnTo>
                <a:lnTo>
                  <a:pt x="f432" y="f1894"/>
                </a:lnTo>
                <a:cubicBezTo>
                  <a:pt x="f432" y="f1893"/>
                  <a:pt x="f433" y="f1892"/>
                  <a:pt x="f434" y="f1891"/>
                </a:cubicBezTo>
                <a:cubicBezTo>
                  <a:pt x="f435" y="f1890"/>
                  <a:pt x="f436" y="f1889"/>
                  <a:pt x="f437" y="f1888"/>
                </a:cubicBezTo>
                <a:lnTo>
                  <a:pt x="f438" y="f1887"/>
                </a:lnTo>
                <a:cubicBezTo>
                  <a:pt x="f439" y="f1886"/>
                  <a:pt x="f440" y="f1885"/>
                  <a:pt x="f441" y="f1884"/>
                </a:cubicBezTo>
                <a:cubicBezTo>
                  <a:pt x="f1240" y="f1883"/>
                  <a:pt x="f1239" y="f1882"/>
                  <a:pt x="f1691" y="f1845"/>
                </a:cubicBezTo>
                <a:lnTo>
                  <a:pt x="f1237" y="f1846"/>
                </a:lnTo>
                <a:cubicBezTo>
                  <a:pt x="f1692" y="f1847"/>
                  <a:pt x="f1693" y="f1848"/>
                  <a:pt x="f1694" y="f1849"/>
                </a:cubicBezTo>
                <a:cubicBezTo>
                  <a:pt x="f1695" y="f1850"/>
                  <a:pt x="f1696" y="f1851"/>
                  <a:pt x="f1697" y="f1852"/>
                </a:cubicBezTo>
                <a:lnTo>
                  <a:pt x="f1230" y="f1853"/>
                </a:lnTo>
                <a:lnTo>
                  <a:pt x="f1269" y="f1854"/>
                </a:lnTo>
                <a:lnTo>
                  <a:pt x="f1698" y="f1855"/>
                </a:lnTo>
                <a:cubicBezTo>
                  <a:pt x="f1699" y="f1856"/>
                  <a:pt x="f1267" y="f1857"/>
                  <a:pt x="f1267" y="f1858"/>
                </a:cubicBezTo>
                <a:cubicBezTo>
                  <a:pt x="f1267" y="f1859"/>
                  <a:pt x="f1266" y="f1860"/>
                  <a:pt x="f1265" y="f1861"/>
                </a:cubicBezTo>
                <a:cubicBezTo>
                  <a:pt x="f1264" y="f1862"/>
                  <a:pt x="f1700" y="f1863"/>
                  <a:pt x="f1701" y="f1864"/>
                </a:cubicBezTo>
                <a:lnTo>
                  <a:pt x="f1702" y="f1865"/>
                </a:lnTo>
                <a:cubicBezTo>
                  <a:pt x="f1703" y="f1866"/>
                  <a:pt x="f1704" y="f1867"/>
                  <a:pt x="f1705" y="f1868"/>
                </a:cubicBezTo>
                <a:cubicBezTo>
                  <a:pt x="f1257" y="f1881"/>
                  <a:pt x="f1256" y="f1880"/>
                  <a:pt x="f455" y="f1879"/>
                </a:cubicBezTo>
                <a:lnTo>
                  <a:pt x="f456" y="f1878"/>
                </a:lnTo>
                <a:cubicBezTo>
                  <a:pt x="f457" y="f1877"/>
                  <a:pt x="f458" y="f1876"/>
                  <a:pt x="f459" y="f1875"/>
                </a:cubicBezTo>
                <a:cubicBezTo>
                  <a:pt x="f460" y="f1874"/>
                  <a:pt x="f461" y="f1873"/>
                  <a:pt x="f462" y="f1872"/>
                </a:cubicBezTo>
                <a:close/>
                <a:moveTo>
                  <a:pt x="f463" y="f1871"/>
                </a:moveTo>
                <a:lnTo>
                  <a:pt x="f464" y="f1872"/>
                </a:lnTo>
                <a:cubicBezTo>
                  <a:pt x="f465" y="f1873"/>
                  <a:pt x="f466" y="f1874"/>
                  <a:pt x="f467" y="f1875"/>
                </a:cubicBezTo>
                <a:cubicBezTo>
                  <a:pt x="f468" y="f1876"/>
                  <a:pt x="f469" y="f1877"/>
                  <a:pt x="f470" y="f1878"/>
                </a:cubicBezTo>
                <a:lnTo>
                  <a:pt x="f471" y="f1879"/>
                </a:lnTo>
                <a:cubicBezTo>
                  <a:pt x="f1706" y="f1880"/>
                  <a:pt x="f1707" y="f1881"/>
                  <a:pt x="f1708" y="f1868"/>
                </a:cubicBezTo>
                <a:cubicBezTo>
                  <a:pt x="f1709" y="f1867"/>
                  <a:pt x="f1710" y="f1866"/>
                  <a:pt x="f1711" y="f1865"/>
                </a:cubicBezTo>
                <a:lnTo>
                  <a:pt x="f1712" y="f1864"/>
                </a:lnTo>
                <a:cubicBezTo>
                  <a:pt x="f1713" y="f1863"/>
                  <a:pt x="f1714" y="f1862"/>
                  <a:pt x="f1715" y="f1861"/>
                </a:cubicBezTo>
                <a:cubicBezTo>
                  <a:pt x="f1716" y="f1860"/>
                  <a:pt x="f1717" y="f1859"/>
                  <a:pt x="f1717" y="f1858"/>
                </a:cubicBezTo>
                <a:cubicBezTo>
                  <a:pt x="f1717" y="f1857"/>
                  <a:pt x="f1718" y="f1856"/>
                  <a:pt x="f1719" y="f1855"/>
                </a:cubicBezTo>
                <a:lnTo>
                  <a:pt x="f1720" y="f1854"/>
                </a:lnTo>
                <a:lnTo>
                  <a:pt x="f1721" y="f1853"/>
                </a:lnTo>
                <a:lnTo>
                  <a:pt x="f1722" y="f1852"/>
                </a:lnTo>
                <a:cubicBezTo>
                  <a:pt x="f1723" y="f1851"/>
                  <a:pt x="f1724" y="f1850"/>
                  <a:pt x="f1725" y="f1849"/>
                </a:cubicBezTo>
                <a:cubicBezTo>
                  <a:pt x="f1726" y="f1848"/>
                  <a:pt x="f1727" y="f1847"/>
                  <a:pt x="f1728" y="f1846"/>
                </a:cubicBezTo>
                <a:lnTo>
                  <a:pt x="f1729" y="f1845"/>
                </a:lnTo>
                <a:cubicBezTo>
                  <a:pt x="f1730" y="f1882"/>
                  <a:pt x="f1731" y="f1883"/>
                  <a:pt x="f485" y="f1884"/>
                </a:cubicBezTo>
                <a:cubicBezTo>
                  <a:pt x="f486" y="f1885"/>
                  <a:pt x="f487" y="f1886"/>
                  <a:pt x="f488" y="f1887"/>
                </a:cubicBezTo>
                <a:lnTo>
                  <a:pt x="f489" y="f1888"/>
                </a:lnTo>
                <a:cubicBezTo>
                  <a:pt x="f490" y="f1889"/>
                  <a:pt x="f491" y="f1890"/>
                  <a:pt x="f492" y="f1891"/>
                </a:cubicBezTo>
                <a:cubicBezTo>
                  <a:pt x="f493" y="f1892"/>
                  <a:pt x="f494" y="f1893"/>
                  <a:pt x="f494" y="f1894"/>
                </a:cubicBezTo>
                <a:lnTo>
                  <a:pt x="f495" y="f1895"/>
                </a:lnTo>
                <a:lnTo>
                  <a:pt x="f496" y="f1896"/>
                </a:lnTo>
                <a:close/>
                <a:moveTo>
                  <a:pt x="f225" y="f1871"/>
                </a:moveTo>
                <a:lnTo>
                  <a:pt x="f226" y="f1896"/>
                </a:lnTo>
                <a:lnTo>
                  <a:pt x="f227" y="f1895"/>
                </a:lnTo>
                <a:lnTo>
                  <a:pt x="f228" y="f1894"/>
                </a:lnTo>
                <a:cubicBezTo>
                  <a:pt x="f228" y="f1893"/>
                  <a:pt x="f984" y="f1892"/>
                  <a:pt x="f983" y="f1891"/>
                </a:cubicBezTo>
                <a:cubicBezTo>
                  <a:pt x="f982" y="f1890"/>
                  <a:pt x="f232" y="f1889"/>
                  <a:pt x="f1562" y="f1888"/>
                </a:cubicBezTo>
                <a:lnTo>
                  <a:pt x="f234" y="f1887"/>
                </a:lnTo>
                <a:cubicBezTo>
                  <a:pt x="f1563" y="f1886"/>
                  <a:pt x="f236" y="f1885"/>
                  <a:pt x="f1564" y="f1884"/>
                </a:cubicBezTo>
                <a:cubicBezTo>
                  <a:pt x="f975" y="f1883"/>
                  <a:pt x="f974" y="f1882"/>
                  <a:pt x="f1565" y="f1845"/>
                </a:cubicBezTo>
                <a:lnTo>
                  <a:pt x="f972" y="f1846"/>
                </a:lnTo>
                <a:cubicBezTo>
                  <a:pt x="f1566" y="f1847"/>
                  <a:pt x="f1567" y="f1848"/>
                  <a:pt x="f1568" y="f1849"/>
                </a:cubicBezTo>
                <a:cubicBezTo>
                  <a:pt x="f1569" y="f1850"/>
                  <a:pt x="f1570" y="f1851"/>
                  <a:pt x="f1571" y="f1852"/>
                </a:cubicBezTo>
                <a:lnTo>
                  <a:pt x="f965" y="f1853"/>
                </a:lnTo>
                <a:lnTo>
                  <a:pt x="f1008" y="f1854"/>
                </a:lnTo>
                <a:lnTo>
                  <a:pt x="f1572" y="f1855"/>
                </a:lnTo>
                <a:cubicBezTo>
                  <a:pt x="f1573" y="f1856"/>
                  <a:pt x="f1006" y="f1857"/>
                  <a:pt x="f1006" y="f1858"/>
                </a:cubicBezTo>
                <a:cubicBezTo>
                  <a:pt x="f1006" y="f1859"/>
                  <a:pt x="f1005" y="f1860"/>
                  <a:pt x="f1004" y="f1861"/>
                </a:cubicBezTo>
                <a:cubicBezTo>
                  <a:pt x="f1003" y="f1862"/>
                  <a:pt x="f1574" y="f1863"/>
                  <a:pt x="f1575" y="f1864"/>
                </a:cubicBezTo>
                <a:lnTo>
                  <a:pt x="f1576" y="f1865"/>
                </a:lnTo>
                <a:cubicBezTo>
                  <a:pt x="f1577" y="f1866"/>
                  <a:pt x="f1578" y="f1867"/>
                  <a:pt x="f1579" y="f1868"/>
                </a:cubicBezTo>
                <a:cubicBezTo>
                  <a:pt x="f996" y="f1881"/>
                  <a:pt x="f995" y="f1880"/>
                  <a:pt x="f1580" y="f1879"/>
                </a:cubicBezTo>
                <a:lnTo>
                  <a:pt x="f993" y="f1878"/>
                </a:lnTo>
                <a:cubicBezTo>
                  <a:pt x="f253" y="f1877"/>
                  <a:pt x="f254" y="f1876"/>
                  <a:pt x="f255" y="f1875"/>
                </a:cubicBezTo>
                <a:cubicBezTo>
                  <a:pt x="f1581" y="f1874"/>
                  <a:pt x="f257" y="f1873"/>
                  <a:pt x="f1582" y="f1872"/>
                </a:cubicBezTo>
                <a:close/>
                <a:moveTo>
                  <a:pt x="f497" y="f1871"/>
                </a:moveTo>
                <a:lnTo>
                  <a:pt x="f498" y="f1896"/>
                </a:lnTo>
                <a:lnTo>
                  <a:pt x="f499" y="f1895"/>
                </a:lnTo>
                <a:lnTo>
                  <a:pt x="f500" y="f1894"/>
                </a:lnTo>
                <a:cubicBezTo>
                  <a:pt x="f500" y="f1893"/>
                  <a:pt x="f501" y="f1892"/>
                  <a:pt x="f502" y="f1891"/>
                </a:cubicBezTo>
                <a:cubicBezTo>
                  <a:pt x="f503" y="f1890"/>
                  <a:pt x="f504" y="f1889"/>
                  <a:pt x="f505" y="f1888"/>
                </a:cubicBezTo>
                <a:lnTo>
                  <a:pt x="f506" y="f1887"/>
                </a:lnTo>
                <a:cubicBezTo>
                  <a:pt x="f507" y="f1886"/>
                  <a:pt x="f508" y="f1885"/>
                  <a:pt x="f509" y="f1884"/>
                </a:cubicBezTo>
                <a:cubicBezTo>
                  <a:pt x="f620" y="f1897"/>
                  <a:pt x="f1733" y="f1898"/>
                  <a:pt x="f2" y="f1899"/>
                </a:cubicBezTo>
                <a:lnTo>
                  <a:pt x="f2" y="f1900"/>
                </a:lnTo>
                <a:cubicBezTo>
                  <a:pt x="f1737" y="f1901"/>
                  <a:pt x="f1739" y="f1902"/>
                  <a:pt x="f520" y="f1829"/>
                </a:cubicBezTo>
                <a:cubicBezTo>
                  <a:pt x="f521" y="f1903"/>
                  <a:pt x="f523" y="f1904"/>
                  <a:pt x="f2" y="f1905"/>
                </a:cubicBezTo>
                <a:lnTo>
                  <a:pt x="f2" y="f1906"/>
                </a:lnTo>
                <a:cubicBezTo>
                  <a:pt x="f527" y="f1907"/>
                  <a:pt x="f529" y="f1908"/>
                  <a:pt x="f531" y="f1879"/>
                </a:cubicBezTo>
                <a:lnTo>
                  <a:pt x="f532" y="f1878"/>
                </a:lnTo>
                <a:cubicBezTo>
                  <a:pt x="f533" y="f1877"/>
                  <a:pt x="f534" y="f1876"/>
                  <a:pt x="f535" y="f1875"/>
                </a:cubicBezTo>
                <a:cubicBezTo>
                  <a:pt x="f536" y="f1874"/>
                  <a:pt x="f537" y="f1873"/>
                  <a:pt x="f538" y="f1872"/>
                </a:cubicBezTo>
                <a:close/>
                <a:moveTo>
                  <a:pt x="f1909" y="f2"/>
                </a:moveTo>
                <a:lnTo>
                  <a:pt x="f1910" y="f2"/>
                </a:lnTo>
                <a:cubicBezTo>
                  <a:pt x="f1911" y="f1912"/>
                  <a:pt x="f1913" y="f1914"/>
                  <a:pt x="f3" y="f1915"/>
                </a:cubicBezTo>
                <a:lnTo>
                  <a:pt x="f3" y="f1916"/>
                </a:lnTo>
                <a:cubicBezTo>
                  <a:pt x="f1917" y="f1918"/>
                  <a:pt x="f1919" y="f1920"/>
                  <a:pt x="f1909" y="f2"/>
                </a:cubicBezTo>
                <a:close/>
                <a:moveTo>
                  <a:pt x="f1921" y="f2"/>
                </a:moveTo>
                <a:lnTo>
                  <a:pt x="f1922" y="f2"/>
                </a:lnTo>
                <a:cubicBezTo>
                  <a:pt x="f1923" y="f1924"/>
                  <a:pt x="f1925" y="f1926"/>
                  <a:pt x="f3" y="f1927"/>
                </a:cubicBezTo>
                <a:lnTo>
                  <a:pt x="f3" y="f1928"/>
                </a:lnTo>
                <a:cubicBezTo>
                  <a:pt x="f1929" y="f1930"/>
                  <a:pt x="f1931" y="f1932"/>
                  <a:pt x="f1921" y="f2"/>
                </a:cubicBezTo>
                <a:close/>
                <a:moveTo>
                  <a:pt x="f1933" y="f2"/>
                </a:moveTo>
                <a:lnTo>
                  <a:pt x="f1934" y="f2"/>
                </a:lnTo>
                <a:cubicBezTo>
                  <a:pt x="f1935" y="f1936"/>
                  <a:pt x="f1937" y="f1938"/>
                  <a:pt x="f545" y="f1939"/>
                </a:cubicBezTo>
                <a:cubicBezTo>
                  <a:pt x="f1940" y="f1941"/>
                  <a:pt x="f1942" y="f1943"/>
                  <a:pt x="f1944" y="f2"/>
                </a:cubicBezTo>
                <a:lnTo>
                  <a:pt x="f1945" y="f2"/>
                </a:lnTo>
                <a:cubicBezTo>
                  <a:pt x="f1946" y="f1947"/>
                  <a:pt x="f1948" y="f1949"/>
                  <a:pt x="f757" y="f1950"/>
                </a:cubicBezTo>
                <a:lnTo>
                  <a:pt x="f758" y="f1951"/>
                </a:lnTo>
                <a:cubicBezTo>
                  <a:pt x="f759" y="f1952"/>
                  <a:pt x="f760" y="f1953"/>
                  <a:pt x="f761" y="f1954"/>
                </a:cubicBezTo>
                <a:cubicBezTo>
                  <a:pt x="f762" y="f1955"/>
                  <a:pt x="f763" y="f1956"/>
                  <a:pt x="f764" y="f1957"/>
                </a:cubicBezTo>
                <a:lnTo>
                  <a:pt x="f765" y="f1958"/>
                </a:lnTo>
                <a:lnTo>
                  <a:pt x="f766" y="f1959"/>
                </a:lnTo>
                <a:lnTo>
                  <a:pt x="f767" y="f1960"/>
                </a:lnTo>
                <a:cubicBezTo>
                  <a:pt x="f768" y="f1961"/>
                  <a:pt x="f769" y="f1962"/>
                  <a:pt x="f769" y="f1963"/>
                </a:cubicBezTo>
                <a:cubicBezTo>
                  <a:pt x="f769" y="f1964"/>
                  <a:pt x="f770" y="f1965"/>
                  <a:pt x="f771" y="f1966"/>
                </a:cubicBezTo>
                <a:cubicBezTo>
                  <a:pt x="f772" y="f1967"/>
                  <a:pt x="f773" y="f1968"/>
                  <a:pt x="f774" y="f1969"/>
                </a:cubicBezTo>
                <a:lnTo>
                  <a:pt x="f775" y="f1970"/>
                </a:lnTo>
                <a:cubicBezTo>
                  <a:pt x="f776" y="f1971"/>
                  <a:pt x="f777" y="f1972"/>
                  <a:pt x="f778" y="f1973"/>
                </a:cubicBezTo>
                <a:cubicBezTo>
                  <a:pt x="f1974" y="f1975"/>
                  <a:pt x="f1976" y="f1977"/>
                  <a:pt x="f1933" y="f2"/>
                </a:cubicBezTo>
                <a:close/>
                <a:moveTo>
                  <a:pt x="f1978" y="f2"/>
                </a:moveTo>
                <a:lnTo>
                  <a:pt x="f1979" y="f2"/>
                </a:lnTo>
                <a:cubicBezTo>
                  <a:pt x="f1980" y="f1943"/>
                  <a:pt x="f1981" y="f1941"/>
                  <a:pt x="f108" y="f1939"/>
                </a:cubicBezTo>
                <a:cubicBezTo>
                  <a:pt x="f1982" y="f1938"/>
                  <a:pt x="f1983" y="f1936"/>
                  <a:pt x="f1984" y="f2"/>
                </a:cubicBezTo>
                <a:lnTo>
                  <a:pt x="f1985" y="f2"/>
                </a:lnTo>
                <a:cubicBezTo>
                  <a:pt x="f1986" y="f1977"/>
                  <a:pt x="f1987" y="f1975"/>
                  <a:pt x="f802" y="f1973"/>
                </a:cubicBezTo>
                <a:cubicBezTo>
                  <a:pt x="f803" y="f1972"/>
                  <a:pt x="f804" y="f1971"/>
                  <a:pt x="f805" y="f1970"/>
                </a:cubicBezTo>
                <a:lnTo>
                  <a:pt x="f806" y="f1969"/>
                </a:lnTo>
                <a:cubicBezTo>
                  <a:pt x="f807" y="f1968"/>
                  <a:pt x="f94" y="f1967"/>
                  <a:pt x="f93" y="f1966"/>
                </a:cubicBezTo>
                <a:cubicBezTo>
                  <a:pt x="f92" y="f1965"/>
                  <a:pt x="f91" y="f1964"/>
                  <a:pt x="f91" y="f1963"/>
                </a:cubicBezTo>
                <a:cubicBezTo>
                  <a:pt x="f91" y="f1962"/>
                  <a:pt x="f808" y="f1961"/>
                  <a:pt x="f809" y="f1960"/>
                </a:cubicBezTo>
                <a:lnTo>
                  <a:pt x="f89" y="f1959"/>
                </a:lnTo>
                <a:lnTo>
                  <a:pt x="f88" y="f1958"/>
                </a:lnTo>
                <a:lnTo>
                  <a:pt x="f810" y="f1957"/>
                </a:lnTo>
                <a:cubicBezTo>
                  <a:pt x="f811" y="f1956"/>
                  <a:pt x="f812" y="f1955"/>
                  <a:pt x="f813" y="f1954"/>
                </a:cubicBezTo>
                <a:cubicBezTo>
                  <a:pt x="f814" y="f1953"/>
                  <a:pt x="f815" y="f1952"/>
                  <a:pt x="f116" y="f1951"/>
                </a:cubicBezTo>
                <a:lnTo>
                  <a:pt x="f816" y="f1950"/>
                </a:lnTo>
                <a:cubicBezTo>
                  <a:pt x="f1988" y="f1949"/>
                  <a:pt x="f1989" y="f1947"/>
                  <a:pt x="f1978" y="f2"/>
                </a:cubicBezTo>
                <a:close/>
                <a:moveTo>
                  <a:pt x="f1990" y="f2"/>
                </a:moveTo>
                <a:lnTo>
                  <a:pt x="f1991" y="f2"/>
                </a:lnTo>
                <a:cubicBezTo>
                  <a:pt x="f1992" y="f1936"/>
                  <a:pt x="f1993" y="f1938"/>
                  <a:pt x="f559" y="f1939"/>
                </a:cubicBezTo>
                <a:cubicBezTo>
                  <a:pt x="f1994" y="f1941"/>
                  <a:pt x="f1995" y="f1943"/>
                  <a:pt x="f1996" y="f2"/>
                </a:cubicBezTo>
                <a:lnTo>
                  <a:pt x="f1997" y="f2"/>
                </a:lnTo>
                <a:cubicBezTo>
                  <a:pt x="f1998" y="f1947"/>
                  <a:pt x="f1999" y="f1949"/>
                  <a:pt x="f846" y="f1950"/>
                </a:cubicBezTo>
                <a:lnTo>
                  <a:pt x="f847" y="f1951"/>
                </a:lnTo>
                <a:cubicBezTo>
                  <a:pt x="f848" y="f1952"/>
                  <a:pt x="f849" y="f1953"/>
                  <a:pt x="f850" y="f1954"/>
                </a:cubicBezTo>
                <a:cubicBezTo>
                  <a:pt x="f851" y="f1955"/>
                  <a:pt x="f852" y="f1956"/>
                  <a:pt x="f853" y="f1957"/>
                </a:cubicBezTo>
                <a:lnTo>
                  <a:pt x="f854" y="f1958"/>
                </a:lnTo>
                <a:lnTo>
                  <a:pt x="f855" y="f1959"/>
                </a:lnTo>
                <a:lnTo>
                  <a:pt x="f856" y="f1960"/>
                </a:lnTo>
                <a:cubicBezTo>
                  <a:pt x="f857" y="f1961"/>
                  <a:pt x="f858" y="f1962"/>
                  <a:pt x="f858" y="f1963"/>
                </a:cubicBezTo>
                <a:cubicBezTo>
                  <a:pt x="f858" y="f1964"/>
                  <a:pt x="f859" y="f1965"/>
                  <a:pt x="f860" y="f1966"/>
                </a:cubicBezTo>
                <a:cubicBezTo>
                  <a:pt x="f861" y="f1967"/>
                  <a:pt x="f862" y="f1968"/>
                  <a:pt x="f863" y="f1969"/>
                </a:cubicBezTo>
                <a:lnTo>
                  <a:pt x="f864" y="f1970"/>
                </a:lnTo>
                <a:cubicBezTo>
                  <a:pt x="f865" y="f1971"/>
                  <a:pt x="f866" y="f1972"/>
                  <a:pt x="f867" y="f1973"/>
                </a:cubicBezTo>
                <a:cubicBezTo>
                  <a:pt x="f2000" y="f1975"/>
                  <a:pt x="f2001" y="f1977"/>
                  <a:pt x="f1990" y="f2"/>
                </a:cubicBezTo>
                <a:close/>
                <a:moveTo>
                  <a:pt x="f2002" y="f2"/>
                </a:moveTo>
                <a:lnTo>
                  <a:pt x="f2003" y="f2"/>
                </a:lnTo>
                <a:cubicBezTo>
                  <a:pt x="f2004" y="f1943"/>
                  <a:pt x="f2005" y="f1941"/>
                  <a:pt x="f176" y="f1939"/>
                </a:cubicBezTo>
                <a:cubicBezTo>
                  <a:pt x="f2006" y="f1938"/>
                  <a:pt x="f2007" y="f1936"/>
                  <a:pt x="f2008" y="f2"/>
                </a:cubicBezTo>
                <a:lnTo>
                  <a:pt x="f2009" y="f2"/>
                </a:lnTo>
                <a:cubicBezTo>
                  <a:pt x="f2010" y="f1977"/>
                  <a:pt x="f2011" y="f1975"/>
                  <a:pt x="f889" y="f1973"/>
                </a:cubicBezTo>
                <a:cubicBezTo>
                  <a:pt x="f890" y="f1972"/>
                  <a:pt x="f891" y="f1971"/>
                  <a:pt x="f892" y="f1970"/>
                </a:cubicBezTo>
                <a:lnTo>
                  <a:pt x="f893" y="f1969"/>
                </a:lnTo>
                <a:cubicBezTo>
                  <a:pt x="f894" y="f1968"/>
                  <a:pt x="f163" y="f1967"/>
                  <a:pt x="f162" y="f1966"/>
                </a:cubicBezTo>
                <a:cubicBezTo>
                  <a:pt x="f161" y="f1965"/>
                  <a:pt x="f160" y="f1964"/>
                  <a:pt x="f160" y="f1963"/>
                </a:cubicBezTo>
                <a:cubicBezTo>
                  <a:pt x="f160" y="f1962"/>
                  <a:pt x="f895" y="f1961"/>
                  <a:pt x="f896" y="f1960"/>
                </a:cubicBezTo>
                <a:lnTo>
                  <a:pt x="f158" y="f1959"/>
                </a:lnTo>
                <a:lnTo>
                  <a:pt x="f157" y="f1958"/>
                </a:lnTo>
                <a:lnTo>
                  <a:pt x="f897" y="f1957"/>
                </a:lnTo>
                <a:cubicBezTo>
                  <a:pt x="f898" y="f1956"/>
                  <a:pt x="f899" y="f1955"/>
                  <a:pt x="f900" y="f1954"/>
                </a:cubicBezTo>
                <a:cubicBezTo>
                  <a:pt x="f901" y="f1953"/>
                  <a:pt x="f902" y="f1952"/>
                  <a:pt x="f184" y="f1951"/>
                </a:cubicBezTo>
                <a:lnTo>
                  <a:pt x="f903" y="f1950"/>
                </a:lnTo>
                <a:cubicBezTo>
                  <a:pt x="f2012" y="f1949"/>
                  <a:pt x="f2013" y="f1947"/>
                  <a:pt x="f2002" y="f2"/>
                </a:cubicBezTo>
                <a:close/>
                <a:moveTo>
                  <a:pt x="f2014" y="f2"/>
                </a:moveTo>
                <a:lnTo>
                  <a:pt x="f2015" y="f2"/>
                </a:lnTo>
                <a:cubicBezTo>
                  <a:pt x="f2016" y="f1936"/>
                  <a:pt x="f2017" y="f1938"/>
                  <a:pt x="f570" y="f1939"/>
                </a:cubicBezTo>
                <a:cubicBezTo>
                  <a:pt x="f2018" y="f1941"/>
                  <a:pt x="f2019" y="f1943"/>
                  <a:pt x="f2020" y="f2"/>
                </a:cubicBezTo>
                <a:lnTo>
                  <a:pt x="f2021" y="f2"/>
                </a:lnTo>
                <a:cubicBezTo>
                  <a:pt x="f2022" y="f1947"/>
                  <a:pt x="f2023" y="f1949"/>
                  <a:pt x="f933" y="f1950"/>
                </a:cubicBezTo>
                <a:lnTo>
                  <a:pt x="f934" y="f1951"/>
                </a:lnTo>
                <a:cubicBezTo>
                  <a:pt x="f935" y="f1952"/>
                  <a:pt x="f936" y="f1953"/>
                  <a:pt x="f937" y="f1954"/>
                </a:cubicBezTo>
                <a:cubicBezTo>
                  <a:pt x="f938" y="f1955"/>
                  <a:pt x="f939" y="f1956"/>
                  <a:pt x="f940" y="f1957"/>
                </a:cubicBezTo>
                <a:lnTo>
                  <a:pt x="f941" y="f1958"/>
                </a:lnTo>
                <a:lnTo>
                  <a:pt x="f942" y="f1959"/>
                </a:lnTo>
                <a:lnTo>
                  <a:pt x="f943" y="f1960"/>
                </a:lnTo>
                <a:cubicBezTo>
                  <a:pt x="f944" y="f1961"/>
                  <a:pt x="f945" y="f1962"/>
                  <a:pt x="f945" y="f1963"/>
                </a:cubicBezTo>
                <a:cubicBezTo>
                  <a:pt x="f945" y="f1964"/>
                  <a:pt x="f946" y="f1965"/>
                  <a:pt x="f947" y="f1966"/>
                </a:cubicBezTo>
                <a:cubicBezTo>
                  <a:pt x="f948" y="f1967"/>
                  <a:pt x="f949" y="f1968"/>
                  <a:pt x="f950" y="f1969"/>
                </a:cubicBezTo>
                <a:lnTo>
                  <a:pt x="f951" y="f1970"/>
                </a:lnTo>
                <a:cubicBezTo>
                  <a:pt x="f952" y="f1971"/>
                  <a:pt x="f953" y="f1972"/>
                  <a:pt x="f954" y="f1973"/>
                </a:cubicBezTo>
                <a:cubicBezTo>
                  <a:pt x="f2024" y="f1975"/>
                  <a:pt x="f2025" y="f2026"/>
                  <a:pt x="f2014" y="f2"/>
                </a:cubicBezTo>
                <a:close/>
                <a:moveTo>
                  <a:pt x="f2027" y="f2"/>
                </a:moveTo>
                <a:lnTo>
                  <a:pt x="f2028" y="f2"/>
                </a:lnTo>
                <a:cubicBezTo>
                  <a:pt x="f2029" y="f1943"/>
                  <a:pt x="f2030" y="f1941"/>
                  <a:pt x="f244" y="f1939"/>
                </a:cubicBezTo>
                <a:cubicBezTo>
                  <a:pt x="f2031" y="f1938"/>
                  <a:pt x="f2032" y="f1936"/>
                  <a:pt x="f2033" y="f2"/>
                </a:cubicBezTo>
                <a:lnTo>
                  <a:pt x="f2034" y="f2"/>
                </a:lnTo>
                <a:cubicBezTo>
                  <a:pt x="f2035" y="f1977"/>
                  <a:pt x="f2036" y="f1975"/>
                  <a:pt x="f976" y="f1973"/>
                </a:cubicBezTo>
                <a:cubicBezTo>
                  <a:pt x="f977" y="f1972"/>
                  <a:pt x="f978" y="f1971"/>
                  <a:pt x="f979" y="f1970"/>
                </a:cubicBezTo>
                <a:lnTo>
                  <a:pt x="f980" y="f1969"/>
                </a:lnTo>
                <a:cubicBezTo>
                  <a:pt x="f981" y="f1968"/>
                  <a:pt x="f982" y="f1967"/>
                  <a:pt x="f983" y="f1966"/>
                </a:cubicBezTo>
                <a:cubicBezTo>
                  <a:pt x="f984" y="f1965"/>
                  <a:pt x="f228" y="f1964"/>
                  <a:pt x="f228" y="f1963"/>
                </a:cubicBezTo>
                <a:cubicBezTo>
                  <a:pt x="f228" y="f1962"/>
                  <a:pt x="f985" y="f1961"/>
                  <a:pt x="f986" y="f1960"/>
                </a:cubicBezTo>
                <a:lnTo>
                  <a:pt x="f226" y="f1959"/>
                </a:lnTo>
                <a:lnTo>
                  <a:pt x="f225" y="f1958"/>
                </a:lnTo>
                <a:lnTo>
                  <a:pt x="f987" y="f1957"/>
                </a:lnTo>
                <a:cubicBezTo>
                  <a:pt x="f988" y="f1956"/>
                  <a:pt x="f989" y="f1955"/>
                  <a:pt x="f990" y="f1954"/>
                </a:cubicBezTo>
                <a:cubicBezTo>
                  <a:pt x="f991" y="f1953"/>
                  <a:pt x="f992" y="f1952"/>
                  <a:pt x="f993" y="f1951"/>
                </a:cubicBezTo>
                <a:lnTo>
                  <a:pt x="f994" y="f1950"/>
                </a:lnTo>
                <a:cubicBezTo>
                  <a:pt x="f2037" y="f1949"/>
                  <a:pt x="f2038" y="f1947"/>
                  <a:pt x="f2027" y="f2"/>
                </a:cubicBezTo>
                <a:close/>
                <a:moveTo>
                  <a:pt x="f2039" y="f2"/>
                </a:moveTo>
                <a:lnTo>
                  <a:pt x="f2040" y="f2"/>
                </a:lnTo>
                <a:cubicBezTo>
                  <a:pt x="f2041" y="f1936"/>
                  <a:pt x="f2042" y="f1938"/>
                  <a:pt x="f581" y="f1939"/>
                </a:cubicBezTo>
                <a:cubicBezTo>
                  <a:pt x="f2043" y="f1941"/>
                  <a:pt x="f2044" y="f1943"/>
                  <a:pt x="f2045" y="f2"/>
                </a:cubicBezTo>
                <a:lnTo>
                  <a:pt x="f2046" y="f2"/>
                </a:lnTo>
                <a:cubicBezTo>
                  <a:pt x="f2047" y="f1947"/>
                  <a:pt x="f2048" y="f1949"/>
                  <a:pt x="f1024" y="f1950"/>
                </a:cubicBezTo>
                <a:lnTo>
                  <a:pt x="f1025" y="f1951"/>
                </a:lnTo>
                <a:cubicBezTo>
                  <a:pt x="f1026" y="f1952"/>
                  <a:pt x="f1027" y="f1953"/>
                  <a:pt x="f1028" y="f1954"/>
                </a:cubicBezTo>
                <a:cubicBezTo>
                  <a:pt x="f1029" y="f1955"/>
                  <a:pt x="f1030" y="f1956"/>
                  <a:pt x="f1031" y="f1957"/>
                </a:cubicBezTo>
                <a:lnTo>
                  <a:pt x="f1032" y="f1958"/>
                </a:lnTo>
                <a:lnTo>
                  <a:pt x="f1033" y="f1959"/>
                </a:lnTo>
                <a:lnTo>
                  <a:pt x="f1034" y="f1960"/>
                </a:lnTo>
                <a:cubicBezTo>
                  <a:pt x="f1035" y="f1961"/>
                  <a:pt x="f1036" y="f1962"/>
                  <a:pt x="f1036" y="f1963"/>
                </a:cubicBezTo>
                <a:cubicBezTo>
                  <a:pt x="f1036" y="f1964"/>
                  <a:pt x="f1037" y="f1965"/>
                  <a:pt x="f1038" y="f1966"/>
                </a:cubicBezTo>
                <a:cubicBezTo>
                  <a:pt x="f1039" y="f1967"/>
                  <a:pt x="f1040" y="f1968"/>
                  <a:pt x="f1041" y="f1969"/>
                </a:cubicBezTo>
                <a:lnTo>
                  <a:pt x="f1042" y="f1970"/>
                </a:lnTo>
                <a:cubicBezTo>
                  <a:pt x="f1043" y="f1971"/>
                  <a:pt x="f1044" y="f1972"/>
                  <a:pt x="f1045" y="f1973"/>
                </a:cubicBezTo>
                <a:cubicBezTo>
                  <a:pt x="f2049" y="f1975"/>
                  <a:pt x="f2050" y="f1977"/>
                  <a:pt x="f2039" y="f2"/>
                </a:cubicBezTo>
                <a:close/>
                <a:moveTo>
                  <a:pt x="f2051" y="f2"/>
                </a:moveTo>
                <a:lnTo>
                  <a:pt x="f2052" y="f2"/>
                </a:lnTo>
                <a:cubicBezTo>
                  <a:pt x="f2053" y="f2054"/>
                  <a:pt x="f2055" y="f1941"/>
                  <a:pt x="f312" y="f1939"/>
                </a:cubicBezTo>
                <a:cubicBezTo>
                  <a:pt x="f2056" y="f1938"/>
                  <a:pt x="f2057" y="f1936"/>
                  <a:pt x="f2058" y="f2"/>
                </a:cubicBezTo>
                <a:lnTo>
                  <a:pt x="f2059" y="f2"/>
                </a:lnTo>
                <a:cubicBezTo>
                  <a:pt x="f2060" y="f2026"/>
                  <a:pt x="f2061" y="f1975"/>
                  <a:pt x="f1067" y="f1973"/>
                </a:cubicBezTo>
                <a:cubicBezTo>
                  <a:pt x="f1068" y="f1972"/>
                  <a:pt x="f1069" y="f1971"/>
                  <a:pt x="f1070" y="f2062"/>
                </a:cubicBezTo>
                <a:lnTo>
                  <a:pt x="f1071" y="f1969"/>
                </a:lnTo>
                <a:cubicBezTo>
                  <a:pt x="f1072" y="f1968"/>
                  <a:pt x="f299" y="f1967"/>
                  <a:pt x="f298" y="f1966"/>
                </a:cubicBezTo>
                <a:cubicBezTo>
                  <a:pt x="f297" y="f1965"/>
                  <a:pt x="f296" y="f1964"/>
                  <a:pt x="f296" y="f1963"/>
                </a:cubicBezTo>
                <a:cubicBezTo>
                  <a:pt x="f296" y="f2063"/>
                  <a:pt x="f1073" y="f1961"/>
                  <a:pt x="f1074" y="f1960"/>
                </a:cubicBezTo>
                <a:lnTo>
                  <a:pt x="f294" y="f1959"/>
                </a:lnTo>
                <a:lnTo>
                  <a:pt x="f293" y="f1958"/>
                </a:lnTo>
                <a:lnTo>
                  <a:pt x="f1075" y="f1957"/>
                </a:lnTo>
                <a:cubicBezTo>
                  <a:pt x="f1076" y="f1956"/>
                  <a:pt x="f1077" y="f1955"/>
                  <a:pt x="f1078" y="f1954"/>
                </a:cubicBezTo>
                <a:cubicBezTo>
                  <a:pt x="f1079" y="f1953"/>
                  <a:pt x="f1080" y="f1952"/>
                  <a:pt x="f320" y="f1951"/>
                </a:cubicBezTo>
                <a:lnTo>
                  <a:pt x="f1081" y="f1950"/>
                </a:lnTo>
                <a:cubicBezTo>
                  <a:pt x="f2064" y="f1949"/>
                  <a:pt x="f2065" y="f1947"/>
                  <a:pt x="f2051" y="f2"/>
                </a:cubicBezTo>
                <a:close/>
                <a:moveTo>
                  <a:pt x="f2066" y="f2"/>
                </a:moveTo>
                <a:lnTo>
                  <a:pt x="f2067" y="f2"/>
                </a:lnTo>
                <a:cubicBezTo>
                  <a:pt x="f2068" y="f1936"/>
                  <a:pt x="f2069" y="f1938"/>
                  <a:pt x="f592" y="f1939"/>
                </a:cubicBezTo>
                <a:cubicBezTo>
                  <a:pt x="f2070" y="f1941"/>
                  <a:pt x="f2071" y="f2054"/>
                  <a:pt x="f2072" y="f2"/>
                </a:cubicBezTo>
                <a:lnTo>
                  <a:pt x="f2073" y="f2"/>
                </a:lnTo>
                <a:cubicBezTo>
                  <a:pt x="f2074" y="f1947"/>
                  <a:pt x="f2075" y="f1949"/>
                  <a:pt x="f1111" y="f1950"/>
                </a:cubicBezTo>
                <a:lnTo>
                  <a:pt x="f1112" y="f1951"/>
                </a:lnTo>
                <a:cubicBezTo>
                  <a:pt x="f1113" y="f1952"/>
                  <a:pt x="f1114" y="f1953"/>
                  <a:pt x="f1115" y="f1954"/>
                </a:cubicBezTo>
                <a:cubicBezTo>
                  <a:pt x="f1116" y="f1955"/>
                  <a:pt x="f1117" y="f1956"/>
                  <a:pt x="f1118" y="f1957"/>
                </a:cubicBezTo>
                <a:lnTo>
                  <a:pt x="f1119" y="f1958"/>
                </a:lnTo>
                <a:lnTo>
                  <a:pt x="f1120" y="f1959"/>
                </a:lnTo>
                <a:lnTo>
                  <a:pt x="f1121" y="f1960"/>
                </a:lnTo>
                <a:cubicBezTo>
                  <a:pt x="f1122" y="f1961"/>
                  <a:pt x="f1123" y="f1962"/>
                  <a:pt x="f1123" y="f1963"/>
                </a:cubicBezTo>
                <a:cubicBezTo>
                  <a:pt x="f1123" y="f1964"/>
                  <a:pt x="f1124" y="f1965"/>
                  <a:pt x="f1125" y="f1966"/>
                </a:cubicBezTo>
                <a:cubicBezTo>
                  <a:pt x="f1126" y="f1967"/>
                  <a:pt x="f1127" y="f1968"/>
                  <a:pt x="f1128" y="f1969"/>
                </a:cubicBezTo>
                <a:lnTo>
                  <a:pt x="f1129" y="f2062"/>
                </a:lnTo>
                <a:cubicBezTo>
                  <a:pt x="f1130" y="f1971"/>
                  <a:pt x="f1131" y="f1972"/>
                  <a:pt x="f1132" y="f1973"/>
                </a:cubicBezTo>
                <a:cubicBezTo>
                  <a:pt x="f2076" y="f1975"/>
                  <a:pt x="f2077" y="f2026"/>
                  <a:pt x="f2066" y="f2"/>
                </a:cubicBezTo>
                <a:close/>
                <a:moveTo>
                  <a:pt x="f2078" y="f2"/>
                </a:moveTo>
                <a:lnTo>
                  <a:pt x="f2079" y="f2"/>
                </a:lnTo>
                <a:cubicBezTo>
                  <a:pt x="f2080" y="f2054"/>
                  <a:pt x="f2081" y="f1941"/>
                  <a:pt x="f380" y="f1939"/>
                </a:cubicBezTo>
                <a:cubicBezTo>
                  <a:pt x="f2082" y="f1938"/>
                  <a:pt x="f2083" y="f1936"/>
                  <a:pt x="f2084" y="f2"/>
                </a:cubicBezTo>
                <a:lnTo>
                  <a:pt x="f2085" y="f2"/>
                </a:lnTo>
                <a:cubicBezTo>
                  <a:pt x="f2086" y="f2026"/>
                  <a:pt x="f2087" y="f1975"/>
                  <a:pt x="f1154" y="f1973"/>
                </a:cubicBezTo>
                <a:cubicBezTo>
                  <a:pt x="f1155" y="f1972"/>
                  <a:pt x="f1156" y="f1971"/>
                  <a:pt x="f1157" y="f2062"/>
                </a:cubicBezTo>
                <a:lnTo>
                  <a:pt x="f1158" y="f1969"/>
                </a:lnTo>
                <a:cubicBezTo>
                  <a:pt x="f1159" y="f1968"/>
                  <a:pt x="f367" y="f1967"/>
                  <a:pt x="f366" y="f1966"/>
                </a:cubicBezTo>
                <a:cubicBezTo>
                  <a:pt x="f365" y="f1965"/>
                  <a:pt x="f364" y="f1964"/>
                  <a:pt x="f364" y="f1963"/>
                </a:cubicBezTo>
                <a:cubicBezTo>
                  <a:pt x="f364" y="f2063"/>
                  <a:pt x="f1160" y="f1961"/>
                  <a:pt x="f1161" y="f1960"/>
                </a:cubicBezTo>
                <a:lnTo>
                  <a:pt x="f362" y="f1959"/>
                </a:lnTo>
                <a:lnTo>
                  <a:pt x="f361" y="f1958"/>
                </a:lnTo>
                <a:lnTo>
                  <a:pt x="f1162" y="f1957"/>
                </a:lnTo>
                <a:cubicBezTo>
                  <a:pt x="f1163" y="f1956"/>
                  <a:pt x="f1164" y="f1955"/>
                  <a:pt x="f1165" y="f1954"/>
                </a:cubicBezTo>
                <a:cubicBezTo>
                  <a:pt x="f1166" y="f1953"/>
                  <a:pt x="f1167" y="f1952"/>
                  <a:pt x="f388" y="f1951"/>
                </a:cubicBezTo>
                <a:lnTo>
                  <a:pt x="f1168" y="f1950"/>
                </a:lnTo>
                <a:cubicBezTo>
                  <a:pt x="f2088" y="f1949"/>
                  <a:pt x="f2089" y="f1947"/>
                  <a:pt x="f2078" y="f2"/>
                </a:cubicBezTo>
                <a:close/>
                <a:moveTo>
                  <a:pt x="f2090" y="f2"/>
                </a:moveTo>
                <a:lnTo>
                  <a:pt x="f2091" y="f2"/>
                </a:lnTo>
                <a:cubicBezTo>
                  <a:pt x="f2092" y="f1936"/>
                  <a:pt x="f2093" y="f1938"/>
                  <a:pt x="f603" y="f1939"/>
                </a:cubicBezTo>
                <a:cubicBezTo>
                  <a:pt x="f2094" y="f1941"/>
                  <a:pt x="f2095" y="f2054"/>
                  <a:pt x="f2096" y="f2"/>
                </a:cubicBezTo>
                <a:lnTo>
                  <a:pt x="f2097" y="f2"/>
                </a:lnTo>
                <a:cubicBezTo>
                  <a:pt x="f2098" y="f1947"/>
                  <a:pt x="f2099" y="f1949"/>
                  <a:pt x="f1198" y="f1950"/>
                </a:cubicBezTo>
                <a:lnTo>
                  <a:pt x="f1199" y="f1951"/>
                </a:lnTo>
                <a:cubicBezTo>
                  <a:pt x="f1200" y="f1952"/>
                  <a:pt x="f1201" y="f1953"/>
                  <a:pt x="f1202" y="f1954"/>
                </a:cubicBezTo>
                <a:cubicBezTo>
                  <a:pt x="f1203" y="f1955"/>
                  <a:pt x="f1204" y="f1956"/>
                  <a:pt x="f1205" y="f1957"/>
                </a:cubicBezTo>
                <a:lnTo>
                  <a:pt x="f1206" y="f1958"/>
                </a:lnTo>
                <a:lnTo>
                  <a:pt x="f1207" y="f1959"/>
                </a:lnTo>
                <a:lnTo>
                  <a:pt x="f1208" y="f1960"/>
                </a:lnTo>
                <a:cubicBezTo>
                  <a:pt x="f1209" y="f1961"/>
                  <a:pt x="f1210" y="f1962"/>
                  <a:pt x="f1210" y="f1963"/>
                </a:cubicBezTo>
                <a:cubicBezTo>
                  <a:pt x="f1210" y="f1964"/>
                  <a:pt x="f1211" y="f1965"/>
                  <a:pt x="f1212" y="f1966"/>
                </a:cubicBezTo>
                <a:cubicBezTo>
                  <a:pt x="f1213" y="f1967"/>
                  <a:pt x="f1214" y="f1968"/>
                  <a:pt x="f1215" y="f1969"/>
                </a:cubicBezTo>
                <a:lnTo>
                  <a:pt x="f1216" y="f2062"/>
                </a:lnTo>
                <a:cubicBezTo>
                  <a:pt x="f1217" y="f1971"/>
                  <a:pt x="f1218" y="f1972"/>
                  <a:pt x="f1219" y="f1973"/>
                </a:cubicBezTo>
                <a:cubicBezTo>
                  <a:pt x="f2100" y="f1975"/>
                  <a:pt x="f2101" y="f1977"/>
                  <a:pt x="f2090" y="f2"/>
                </a:cubicBezTo>
                <a:close/>
                <a:moveTo>
                  <a:pt x="f2102" y="f2"/>
                </a:moveTo>
                <a:lnTo>
                  <a:pt x="f2103" y="f2"/>
                </a:lnTo>
                <a:cubicBezTo>
                  <a:pt x="f2104" y="f1943"/>
                  <a:pt x="f2105" y="f1941"/>
                  <a:pt x="f448" y="f1939"/>
                </a:cubicBezTo>
                <a:cubicBezTo>
                  <a:pt x="f2106" y="f1938"/>
                  <a:pt x="f2107" y="f1936"/>
                  <a:pt x="f2108" y="f2"/>
                </a:cubicBezTo>
                <a:lnTo>
                  <a:pt x="f2109" y="f2"/>
                </a:lnTo>
                <a:cubicBezTo>
                  <a:pt x="f2110" y="f2026"/>
                  <a:pt x="f2111" y="f1975"/>
                  <a:pt x="f1241" y="f1973"/>
                </a:cubicBezTo>
                <a:cubicBezTo>
                  <a:pt x="f1242" y="f1972"/>
                  <a:pt x="f1243" y="f1971"/>
                  <a:pt x="f1244" y="f1970"/>
                </a:cubicBezTo>
                <a:lnTo>
                  <a:pt x="f1245" y="f1969"/>
                </a:lnTo>
                <a:cubicBezTo>
                  <a:pt x="f1246" y="f1968"/>
                  <a:pt x="f435" y="f1967"/>
                  <a:pt x="f434" y="f1966"/>
                </a:cubicBezTo>
                <a:cubicBezTo>
                  <a:pt x="f433" y="f1965"/>
                  <a:pt x="f432" y="f1964"/>
                  <a:pt x="f432" y="f1963"/>
                </a:cubicBezTo>
                <a:cubicBezTo>
                  <a:pt x="f432" y="f2063"/>
                  <a:pt x="f1247" y="f1961"/>
                  <a:pt x="f1248" y="f1960"/>
                </a:cubicBezTo>
                <a:lnTo>
                  <a:pt x="f430" y="f1959"/>
                </a:lnTo>
                <a:lnTo>
                  <a:pt x="f429" y="f1958"/>
                </a:lnTo>
                <a:lnTo>
                  <a:pt x="f1249" y="f1957"/>
                </a:lnTo>
                <a:cubicBezTo>
                  <a:pt x="f1250" y="f1956"/>
                  <a:pt x="f1251" y="f1955"/>
                  <a:pt x="f1252" y="f1954"/>
                </a:cubicBezTo>
                <a:cubicBezTo>
                  <a:pt x="f1253" y="f1953"/>
                  <a:pt x="f1254" y="f1952"/>
                  <a:pt x="f456" y="f1951"/>
                </a:cubicBezTo>
                <a:lnTo>
                  <a:pt x="f1255" y="f1950"/>
                </a:lnTo>
                <a:cubicBezTo>
                  <a:pt x="f2112" y="f1949"/>
                  <a:pt x="f2113" y="f1947"/>
                  <a:pt x="f2102" y="f2"/>
                </a:cubicBezTo>
                <a:close/>
                <a:moveTo>
                  <a:pt x="f2114" y="f2"/>
                </a:moveTo>
                <a:lnTo>
                  <a:pt x="f2115" y="f2"/>
                </a:lnTo>
                <a:cubicBezTo>
                  <a:pt x="f2116" y="f1936"/>
                  <a:pt x="f2117" y="f1938"/>
                  <a:pt x="f614" y="f1939"/>
                </a:cubicBezTo>
                <a:cubicBezTo>
                  <a:pt x="f2118" y="f1941"/>
                  <a:pt x="f2119" y="f2054"/>
                  <a:pt x="f2120" y="f2"/>
                </a:cubicBezTo>
                <a:lnTo>
                  <a:pt x="f2121" y="f2"/>
                </a:lnTo>
                <a:cubicBezTo>
                  <a:pt x="f2122" y="f1947"/>
                  <a:pt x="f2123" y="f1949"/>
                  <a:pt x="f2124" y="f1950"/>
                </a:cubicBezTo>
                <a:lnTo>
                  <a:pt x="f1286" y="f1951"/>
                </a:lnTo>
                <a:cubicBezTo>
                  <a:pt x="f1287" y="f1952"/>
                  <a:pt x="f1288" y="f1953"/>
                  <a:pt x="f1289" y="f1954"/>
                </a:cubicBezTo>
                <a:cubicBezTo>
                  <a:pt x="f1290" y="f1955"/>
                  <a:pt x="f1291" y="f1956"/>
                  <a:pt x="f1292" y="f1957"/>
                </a:cubicBezTo>
                <a:lnTo>
                  <a:pt x="f1293" y="f1958"/>
                </a:lnTo>
                <a:lnTo>
                  <a:pt x="f1294" y="f1959"/>
                </a:lnTo>
                <a:lnTo>
                  <a:pt x="f1295" y="f1960"/>
                </a:lnTo>
                <a:cubicBezTo>
                  <a:pt x="f1296" y="f1961"/>
                  <a:pt x="f1297" y="f1962"/>
                  <a:pt x="f1297" y="f1963"/>
                </a:cubicBezTo>
                <a:cubicBezTo>
                  <a:pt x="f1297" y="f1964"/>
                  <a:pt x="f1298" y="f1965"/>
                  <a:pt x="f1299" y="f1966"/>
                </a:cubicBezTo>
                <a:cubicBezTo>
                  <a:pt x="f1300" y="f1967"/>
                  <a:pt x="f1301" y="f1968"/>
                  <a:pt x="f2125" y="f1969"/>
                </a:cubicBezTo>
                <a:lnTo>
                  <a:pt x="f1303" y="f2062"/>
                </a:lnTo>
                <a:cubicBezTo>
                  <a:pt x="f1304" y="f1971"/>
                  <a:pt x="f1305" y="f1972"/>
                  <a:pt x="f1306" y="f1973"/>
                </a:cubicBezTo>
                <a:cubicBezTo>
                  <a:pt x="f2126" y="f1975"/>
                  <a:pt x="f2127" y="f2026"/>
                  <a:pt x="f2114" y="f2"/>
                </a:cubicBezTo>
                <a:close/>
                <a:moveTo>
                  <a:pt x="f2128" y="f2"/>
                </a:moveTo>
                <a:lnTo>
                  <a:pt x="f2129" y="f2"/>
                </a:lnTo>
                <a:cubicBezTo>
                  <a:pt x="f2130" y="f2131"/>
                  <a:pt x="f2132" y="f2133"/>
                  <a:pt x="f622" y="f1973"/>
                </a:cubicBezTo>
                <a:cubicBezTo>
                  <a:pt x="f624" y="f1972"/>
                  <a:pt x="f626" y="f1971"/>
                  <a:pt x="f628" y="f2062"/>
                </a:cubicBezTo>
                <a:lnTo>
                  <a:pt x="f630" y="f1969"/>
                </a:lnTo>
                <a:cubicBezTo>
                  <a:pt x="f632" y="f1968"/>
                  <a:pt x="f503" y="f1967"/>
                  <a:pt x="f502" y="f1966"/>
                </a:cubicBezTo>
                <a:cubicBezTo>
                  <a:pt x="f501" y="f1965"/>
                  <a:pt x="f500" y="f1964"/>
                  <a:pt x="f500" y="f1963"/>
                </a:cubicBezTo>
                <a:cubicBezTo>
                  <a:pt x="f500" y="f1962"/>
                  <a:pt x="f640" y="f1961"/>
                  <a:pt x="f642" y="f1960"/>
                </a:cubicBezTo>
                <a:lnTo>
                  <a:pt x="f498" y="f1959"/>
                </a:lnTo>
                <a:lnTo>
                  <a:pt x="f497" y="f1958"/>
                </a:lnTo>
                <a:lnTo>
                  <a:pt x="f646" y="f1957"/>
                </a:lnTo>
                <a:cubicBezTo>
                  <a:pt x="f648" y="f1956"/>
                  <a:pt x="f650" y="f1955"/>
                  <a:pt x="f652" y="f1954"/>
                </a:cubicBezTo>
                <a:cubicBezTo>
                  <a:pt x="f654" y="f1953"/>
                  <a:pt x="f656" y="f1952"/>
                  <a:pt x="f532" y="f1951"/>
                </a:cubicBezTo>
                <a:lnTo>
                  <a:pt x="f659" y="f1950"/>
                </a:lnTo>
                <a:cubicBezTo>
                  <a:pt x="f661" y="f2134"/>
                  <a:pt x="f663" y="f2135"/>
                  <a:pt x="f2" y="f2136"/>
                </a:cubicBezTo>
                <a:lnTo>
                  <a:pt x="f2" y="f2137"/>
                </a:lnTo>
                <a:cubicBezTo>
                  <a:pt x="f667" y="f2138"/>
                  <a:pt x="f669" y="f2139"/>
                  <a:pt x="f520" y="f1939"/>
                </a:cubicBezTo>
                <a:cubicBezTo>
                  <a:pt x="f2140" y="f2141"/>
                  <a:pt x="f2142" y="f2143"/>
                  <a:pt x="f2128" y="f2"/>
                </a:cubicBezTo>
                <a:close/>
              </a:path>
            </a:pathLst>
          </a:custGeom>
          <a:solidFill>
            <a:srgbClr val="FFFFFF"/>
          </a:solidFill>
          <a:ln cap="flat">
            <a:noFill/>
            <a:prstDash val="solid"/>
          </a:ln>
        </p:spPr>
        <p:txBody>
          <a:bodyPr lIns="0" tIns="0" rIns="0" bIns="0"/>
          <a:lstStyle/>
          <a:p>
            <a:endParaRPr lang="en-GB"/>
          </a:p>
        </p:txBody>
      </p:sp>
      <p:sp>
        <p:nvSpPr>
          <p:cNvPr id="4" name="Title 1">
            <a:extLst>
              <a:ext uri="{FF2B5EF4-FFF2-40B4-BE49-F238E27FC236}">
                <a16:creationId xmlns="" xmlns:a16="http://schemas.microsoft.com/office/drawing/2014/main" id="{E0BDF1B5-996D-061A-1178-0F9A1F6B916D}"/>
              </a:ext>
            </a:extLst>
          </p:cNvPr>
          <p:cNvSpPr txBox="1">
            <a:spLocks noGrp="1"/>
          </p:cNvSpPr>
          <p:nvPr>
            <p:ph type="title"/>
          </p:nvPr>
        </p:nvSpPr>
        <p:spPr>
          <a:xfrm>
            <a:off x="457200" y="4960135"/>
            <a:ext cx="7772400" cy="1463040"/>
          </a:xfrm>
        </p:spPr>
        <p:txBody>
          <a:bodyPr/>
          <a:lstStyle>
            <a:lvl1pPr algn="r">
              <a:defRPr spc="200"/>
            </a:lvl1pPr>
          </a:lstStyle>
          <a:p>
            <a:pPr lvl="0"/>
            <a:r>
              <a:rPr lang="en-US"/>
              <a:t>Click to edit Master title style</a:t>
            </a:r>
          </a:p>
        </p:txBody>
      </p:sp>
      <p:sp>
        <p:nvSpPr>
          <p:cNvPr id="5" name="Text Placeholder 2">
            <a:extLst>
              <a:ext uri="{FF2B5EF4-FFF2-40B4-BE49-F238E27FC236}">
                <a16:creationId xmlns="" xmlns:a16="http://schemas.microsoft.com/office/drawing/2014/main" id="{7DC49086-9E98-DA8A-5BD3-2AAA86D13959}"/>
              </a:ext>
            </a:extLst>
          </p:cNvPr>
          <p:cNvSpPr txBox="1">
            <a:spLocks noGrp="1"/>
          </p:cNvSpPr>
          <p:nvPr>
            <p:ph type="body" idx="1"/>
          </p:nvPr>
        </p:nvSpPr>
        <p:spPr>
          <a:xfrm>
            <a:off x="8610603" y="4960135"/>
            <a:ext cx="3200400" cy="1463040"/>
          </a:xfrm>
        </p:spPr>
        <p:txBody>
          <a:bodyPr lIns="91440" rIns="91440" anchor="ctr"/>
          <a:lstStyle>
            <a:lvl1pPr marL="0" indent="0">
              <a:lnSpc>
                <a:spcPct val="100000"/>
              </a:lnSpc>
              <a:spcBef>
                <a:spcPts val="0"/>
              </a:spcBef>
              <a:buNone/>
              <a:defRPr sz="1800">
                <a:solidFill>
                  <a:srgbClr val="0D0D0D"/>
                </a:solidFill>
              </a:defRPr>
            </a:lvl1pPr>
          </a:lstStyle>
          <a:p>
            <a:pPr lvl="0"/>
            <a:r>
              <a:rPr lang="en-US"/>
              <a:t>Click to edit Master text styles</a:t>
            </a:r>
          </a:p>
        </p:txBody>
      </p:sp>
      <p:sp>
        <p:nvSpPr>
          <p:cNvPr id="6" name="Date Placeholder 3">
            <a:extLst>
              <a:ext uri="{FF2B5EF4-FFF2-40B4-BE49-F238E27FC236}">
                <a16:creationId xmlns="" xmlns:a16="http://schemas.microsoft.com/office/drawing/2014/main" id="{4599B713-C659-120F-DBFE-DD94668785DA}"/>
              </a:ext>
            </a:extLst>
          </p:cNvPr>
          <p:cNvSpPr txBox="1">
            <a:spLocks noGrp="1"/>
          </p:cNvSpPr>
          <p:nvPr>
            <p:ph type="dt" sz="half" idx="7"/>
          </p:nvPr>
        </p:nvSpPr>
        <p:spPr/>
        <p:txBody>
          <a:bodyPr/>
          <a:lstStyle>
            <a:lvl1pPr>
              <a:defRPr/>
            </a:lvl1pPr>
          </a:lstStyle>
          <a:p>
            <a:pPr lvl="0"/>
            <a:r>
              <a:rPr lang="en-US"/>
              <a:t>10/16/2019</a:t>
            </a:r>
          </a:p>
        </p:txBody>
      </p:sp>
      <p:sp>
        <p:nvSpPr>
          <p:cNvPr id="7" name="Footer Placeholder 4">
            <a:extLst>
              <a:ext uri="{FF2B5EF4-FFF2-40B4-BE49-F238E27FC236}">
                <a16:creationId xmlns="" xmlns:a16="http://schemas.microsoft.com/office/drawing/2014/main" id="{DEBFA847-FAE0-552B-342A-E9C8F231E080}"/>
              </a:ext>
            </a:extLst>
          </p:cNvPr>
          <p:cNvSpPr txBox="1">
            <a:spLocks noGrp="1"/>
          </p:cNvSpPr>
          <p:nvPr>
            <p:ph type="ftr" sz="quarter" idx="9"/>
          </p:nvPr>
        </p:nvSpPr>
        <p:spPr/>
        <p:txBody>
          <a:bodyPr/>
          <a:lstStyle>
            <a:lvl1pPr>
              <a:defRPr/>
            </a:lvl1pPr>
          </a:lstStyle>
          <a:p>
            <a:pPr lvl="0"/>
            <a:r>
              <a:rPr lang="en-GB"/>
              <a:t>Your Logo Here</a:t>
            </a:r>
          </a:p>
        </p:txBody>
      </p:sp>
      <p:sp>
        <p:nvSpPr>
          <p:cNvPr id="8" name="Slide Number Placeholder 5">
            <a:extLst>
              <a:ext uri="{FF2B5EF4-FFF2-40B4-BE49-F238E27FC236}">
                <a16:creationId xmlns="" xmlns:a16="http://schemas.microsoft.com/office/drawing/2014/main" id="{193FCB66-4357-42D2-9341-248D7A78925F}"/>
              </a:ext>
            </a:extLst>
          </p:cNvPr>
          <p:cNvSpPr txBox="1">
            <a:spLocks noGrp="1"/>
          </p:cNvSpPr>
          <p:nvPr>
            <p:ph type="sldNum" sz="quarter" idx="8"/>
          </p:nvPr>
        </p:nvSpPr>
        <p:spPr/>
        <p:txBody>
          <a:bodyPr/>
          <a:lstStyle>
            <a:lvl1pPr>
              <a:defRPr/>
            </a:lvl1pPr>
          </a:lstStyle>
          <a:p>
            <a:pPr lvl="0"/>
            <a:fld id="{83052817-8F57-4C70-AB15-DEF5ECC1AFD3}" type="slidenum">
              <a:t>‹#›</a:t>
            </a:fld>
            <a:endParaRPr lang="en-US"/>
          </a:p>
        </p:txBody>
      </p:sp>
      <p:cxnSp>
        <p:nvCxnSpPr>
          <p:cNvPr id="9" name="Straight Connector 7">
            <a:extLst>
              <a:ext uri="{FF2B5EF4-FFF2-40B4-BE49-F238E27FC236}">
                <a16:creationId xmlns="" xmlns:a16="http://schemas.microsoft.com/office/drawing/2014/main" id="{AD6D2F57-F3B1-D2B7-7D5A-3AC5A2BF02B9}"/>
              </a:ext>
            </a:extLst>
          </p:cNvPr>
          <p:cNvCxnSpPr/>
          <p:nvPr/>
        </p:nvCxnSpPr>
        <p:spPr>
          <a:xfrm flipV="1">
            <a:off x="8386840" y="5264109"/>
            <a:ext cx="0" cy="914400"/>
          </a:xfrm>
          <a:prstGeom prst="straightConnector1">
            <a:avLst/>
          </a:prstGeom>
          <a:noFill/>
          <a:ln w="19046" cap="flat">
            <a:solidFill>
              <a:srgbClr val="1482AC"/>
            </a:solidFill>
            <a:prstDash val="solid"/>
            <a:miter/>
          </a:ln>
        </p:spPr>
      </p:cxnSp>
    </p:spTree>
    <p:extLst>
      <p:ext uri="{BB962C8B-B14F-4D97-AF65-F5344CB8AC3E}">
        <p14:creationId xmlns:p14="http://schemas.microsoft.com/office/powerpoint/2010/main" val="2962322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4A0C3E-9A09-C896-10D6-AA63B7516982}"/>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 xmlns:a16="http://schemas.microsoft.com/office/drawing/2014/main" id="{D4201FC3-C2C6-8682-903C-D998F82A7695}"/>
              </a:ext>
            </a:extLst>
          </p:cNvPr>
          <p:cNvSpPr txBox="1">
            <a:spLocks noGrp="1"/>
          </p:cNvSpPr>
          <p:nvPr>
            <p:ph idx="1"/>
          </p:nvPr>
        </p:nvSpPr>
        <p:spPr>
          <a:xfrm>
            <a:off x="1024128" y="2286000"/>
            <a:ext cx="4754880" cy="402336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C3C0E261-F0EB-DD24-0F54-34299C674FD9}"/>
              </a:ext>
            </a:extLst>
          </p:cNvPr>
          <p:cNvSpPr txBox="1">
            <a:spLocks noGrp="1"/>
          </p:cNvSpPr>
          <p:nvPr>
            <p:ph idx="2"/>
          </p:nvPr>
        </p:nvSpPr>
        <p:spPr>
          <a:xfrm>
            <a:off x="5989320" y="2286000"/>
            <a:ext cx="4754880" cy="402336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A59211CA-9148-756C-95AF-6DB1C5270E81}"/>
              </a:ext>
            </a:extLst>
          </p:cNvPr>
          <p:cNvSpPr txBox="1">
            <a:spLocks noGrp="1"/>
          </p:cNvSpPr>
          <p:nvPr>
            <p:ph type="dt" sz="half" idx="7"/>
          </p:nvPr>
        </p:nvSpPr>
        <p:spPr/>
        <p:txBody>
          <a:bodyPr/>
          <a:lstStyle>
            <a:lvl1pPr>
              <a:defRPr/>
            </a:lvl1pPr>
          </a:lstStyle>
          <a:p>
            <a:pPr lvl="0"/>
            <a:r>
              <a:rPr lang="en-US"/>
              <a:t>10/16/2019</a:t>
            </a:r>
          </a:p>
        </p:txBody>
      </p:sp>
      <p:sp>
        <p:nvSpPr>
          <p:cNvPr id="6" name="Footer Placeholder 5">
            <a:extLst>
              <a:ext uri="{FF2B5EF4-FFF2-40B4-BE49-F238E27FC236}">
                <a16:creationId xmlns="" xmlns:a16="http://schemas.microsoft.com/office/drawing/2014/main" id="{868A2E0D-EFB7-289D-5B9C-F3B5D6839939}"/>
              </a:ext>
            </a:extLst>
          </p:cNvPr>
          <p:cNvSpPr txBox="1">
            <a:spLocks noGrp="1"/>
          </p:cNvSpPr>
          <p:nvPr>
            <p:ph type="ftr" sz="quarter" idx="9"/>
          </p:nvPr>
        </p:nvSpPr>
        <p:spPr/>
        <p:txBody>
          <a:bodyPr/>
          <a:lstStyle>
            <a:lvl1pPr>
              <a:defRPr/>
            </a:lvl1pPr>
          </a:lstStyle>
          <a:p>
            <a:pPr lvl="0"/>
            <a:r>
              <a:rPr lang="en-GB"/>
              <a:t>Your Logo Here</a:t>
            </a:r>
          </a:p>
        </p:txBody>
      </p:sp>
      <p:sp>
        <p:nvSpPr>
          <p:cNvPr id="7" name="Slide Number Placeholder 6">
            <a:extLst>
              <a:ext uri="{FF2B5EF4-FFF2-40B4-BE49-F238E27FC236}">
                <a16:creationId xmlns="" xmlns:a16="http://schemas.microsoft.com/office/drawing/2014/main" id="{90ED3FC4-1867-F40B-21CB-67D2F57D97F9}"/>
              </a:ext>
            </a:extLst>
          </p:cNvPr>
          <p:cNvSpPr txBox="1">
            <a:spLocks noGrp="1"/>
          </p:cNvSpPr>
          <p:nvPr>
            <p:ph type="sldNum" sz="quarter" idx="8"/>
          </p:nvPr>
        </p:nvSpPr>
        <p:spPr/>
        <p:txBody>
          <a:bodyPr/>
          <a:lstStyle>
            <a:lvl1pPr>
              <a:defRPr/>
            </a:lvl1pPr>
          </a:lstStyle>
          <a:p>
            <a:pPr lvl="0"/>
            <a:fld id="{35FB42CB-9EBC-40B9-9009-54A9BFCCE539}" type="slidenum">
              <a:t>‹#›</a:t>
            </a:fld>
            <a:endParaRPr lang="en-US"/>
          </a:p>
        </p:txBody>
      </p:sp>
    </p:spTree>
    <p:extLst>
      <p:ext uri="{BB962C8B-B14F-4D97-AF65-F5344CB8AC3E}">
        <p14:creationId xmlns:p14="http://schemas.microsoft.com/office/powerpoint/2010/main" val="1269508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9">
            <a:extLst>
              <a:ext uri="{FF2B5EF4-FFF2-40B4-BE49-F238E27FC236}">
                <a16:creationId xmlns="" xmlns:a16="http://schemas.microsoft.com/office/drawing/2014/main" id="{D1C35F5B-278D-1B0D-C444-688BD7E895BE}"/>
              </a:ext>
            </a:extLst>
          </p:cNvPr>
          <p:cNvSpPr txBox="1">
            <a:spLocks noGrp="1"/>
          </p:cNvSpPr>
          <p:nvPr>
            <p:ph type="title"/>
          </p:nvPr>
        </p:nvSpPr>
        <p:spPr/>
        <p:txBody>
          <a:bodyPr/>
          <a:lstStyle>
            <a:lvl1pPr>
              <a:defRPr/>
            </a:lvl1pPr>
          </a:lstStyle>
          <a:p>
            <a:pPr lvl="0"/>
            <a:r>
              <a:rPr lang="en-US"/>
              <a:t>Click to edit Master title style</a:t>
            </a:r>
          </a:p>
        </p:txBody>
      </p:sp>
      <p:sp>
        <p:nvSpPr>
          <p:cNvPr id="3" name="Text Placeholder 2">
            <a:extLst>
              <a:ext uri="{FF2B5EF4-FFF2-40B4-BE49-F238E27FC236}">
                <a16:creationId xmlns="" xmlns:a16="http://schemas.microsoft.com/office/drawing/2014/main" id="{242FCC54-8880-F7AC-C2B8-25F46FFCA946}"/>
              </a:ext>
            </a:extLst>
          </p:cNvPr>
          <p:cNvSpPr txBox="1">
            <a:spLocks noGrp="1"/>
          </p:cNvSpPr>
          <p:nvPr>
            <p:ph type="body" idx="1"/>
          </p:nvPr>
        </p:nvSpPr>
        <p:spPr>
          <a:xfrm>
            <a:off x="1024128" y="2179636"/>
            <a:ext cx="4754880" cy="822960"/>
          </a:xfrm>
        </p:spPr>
        <p:txBody>
          <a:bodyPr lIns="137160" rIns="137160" anchor="ctr"/>
          <a:lstStyle>
            <a:lvl1pPr marL="0" indent="0">
              <a:spcBef>
                <a:spcPts val="0"/>
              </a:spcBef>
              <a:spcAft>
                <a:spcPts val="0"/>
              </a:spcAft>
              <a:buNone/>
              <a:defRPr sz="2300">
                <a:solidFill>
                  <a:srgbClr val="1CADE4"/>
                </a:solidFill>
              </a:defRPr>
            </a:lvl1pPr>
          </a:lstStyle>
          <a:p>
            <a:pPr lvl="0"/>
            <a:r>
              <a:rPr lang="en-US"/>
              <a:t>Click to edit Master text styles</a:t>
            </a:r>
          </a:p>
        </p:txBody>
      </p:sp>
      <p:sp>
        <p:nvSpPr>
          <p:cNvPr id="4" name="Content Placeholder 3">
            <a:extLst>
              <a:ext uri="{FF2B5EF4-FFF2-40B4-BE49-F238E27FC236}">
                <a16:creationId xmlns="" xmlns:a16="http://schemas.microsoft.com/office/drawing/2014/main" id="{386FF418-E2D2-7F89-B752-85B93D89A5B4}"/>
              </a:ext>
            </a:extLst>
          </p:cNvPr>
          <p:cNvSpPr txBox="1">
            <a:spLocks noGrp="1"/>
          </p:cNvSpPr>
          <p:nvPr>
            <p:ph idx="2"/>
          </p:nvPr>
        </p:nvSpPr>
        <p:spPr>
          <a:xfrm>
            <a:off x="1024128" y="2967785"/>
            <a:ext cx="4754880" cy="334157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5B5CB988-043D-43D1-034D-A95A450F6AC4}"/>
              </a:ext>
            </a:extLst>
          </p:cNvPr>
          <p:cNvSpPr txBox="1">
            <a:spLocks noGrp="1"/>
          </p:cNvSpPr>
          <p:nvPr>
            <p:ph type="body" idx="3"/>
          </p:nvPr>
        </p:nvSpPr>
        <p:spPr>
          <a:xfrm>
            <a:off x="5990883" y="2179636"/>
            <a:ext cx="4754880" cy="822960"/>
          </a:xfrm>
        </p:spPr>
        <p:txBody>
          <a:bodyPr lIns="137160" rIns="137160" anchor="ctr"/>
          <a:lstStyle>
            <a:lvl1pPr marL="0" indent="0">
              <a:spcBef>
                <a:spcPts val="1800"/>
              </a:spcBef>
              <a:spcAft>
                <a:spcPts val="0"/>
              </a:spcAft>
              <a:buNone/>
              <a:defRPr sz="2300">
                <a:solidFill>
                  <a:srgbClr val="1CADE4"/>
                </a:solidFill>
              </a:defRPr>
            </a:lvl1pPr>
          </a:lstStyle>
          <a:p>
            <a:pPr lvl="0"/>
            <a:r>
              <a:rPr lang="en-US"/>
              <a:t>Click to edit Master text styles</a:t>
            </a:r>
          </a:p>
        </p:txBody>
      </p:sp>
      <p:sp>
        <p:nvSpPr>
          <p:cNvPr id="6" name="Content Placeholder 5">
            <a:extLst>
              <a:ext uri="{FF2B5EF4-FFF2-40B4-BE49-F238E27FC236}">
                <a16:creationId xmlns="" xmlns:a16="http://schemas.microsoft.com/office/drawing/2014/main" id="{D985BA8E-1246-0927-8DF6-440A7B411CDA}"/>
              </a:ext>
            </a:extLst>
          </p:cNvPr>
          <p:cNvSpPr txBox="1">
            <a:spLocks noGrp="1"/>
          </p:cNvSpPr>
          <p:nvPr>
            <p:ph idx="4"/>
          </p:nvPr>
        </p:nvSpPr>
        <p:spPr>
          <a:xfrm>
            <a:off x="5990883" y="2967785"/>
            <a:ext cx="4754880" cy="334157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2B073494-8DF9-B53C-BEC9-158C7B10A824}"/>
              </a:ext>
            </a:extLst>
          </p:cNvPr>
          <p:cNvSpPr txBox="1">
            <a:spLocks noGrp="1"/>
          </p:cNvSpPr>
          <p:nvPr>
            <p:ph type="dt" sz="half" idx="7"/>
          </p:nvPr>
        </p:nvSpPr>
        <p:spPr/>
        <p:txBody>
          <a:bodyPr/>
          <a:lstStyle>
            <a:lvl1pPr>
              <a:defRPr/>
            </a:lvl1pPr>
          </a:lstStyle>
          <a:p>
            <a:pPr lvl="0"/>
            <a:r>
              <a:rPr lang="en-US"/>
              <a:t>10/16/2019</a:t>
            </a:r>
          </a:p>
        </p:txBody>
      </p:sp>
      <p:sp>
        <p:nvSpPr>
          <p:cNvPr id="8" name="Footer Placeholder 7">
            <a:extLst>
              <a:ext uri="{FF2B5EF4-FFF2-40B4-BE49-F238E27FC236}">
                <a16:creationId xmlns="" xmlns:a16="http://schemas.microsoft.com/office/drawing/2014/main" id="{FE46122F-3EBC-A153-B00F-EB42192018A6}"/>
              </a:ext>
            </a:extLst>
          </p:cNvPr>
          <p:cNvSpPr txBox="1">
            <a:spLocks noGrp="1"/>
          </p:cNvSpPr>
          <p:nvPr>
            <p:ph type="ftr" sz="quarter" idx="9"/>
          </p:nvPr>
        </p:nvSpPr>
        <p:spPr/>
        <p:txBody>
          <a:bodyPr/>
          <a:lstStyle>
            <a:lvl1pPr>
              <a:defRPr/>
            </a:lvl1pPr>
          </a:lstStyle>
          <a:p>
            <a:pPr lvl="0"/>
            <a:r>
              <a:rPr lang="en-GB"/>
              <a:t>Your Logo Here</a:t>
            </a:r>
          </a:p>
        </p:txBody>
      </p:sp>
      <p:sp>
        <p:nvSpPr>
          <p:cNvPr id="9" name="Slide Number Placeholder 8">
            <a:extLst>
              <a:ext uri="{FF2B5EF4-FFF2-40B4-BE49-F238E27FC236}">
                <a16:creationId xmlns="" xmlns:a16="http://schemas.microsoft.com/office/drawing/2014/main" id="{082F6BFF-32B5-DCD6-BE31-3D90A6AC6DBE}"/>
              </a:ext>
            </a:extLst>
          </p:cNvPr>
          <p:cNvSpPr txBox="1">
            <a:spLocks noGrp="1"/>
          </p:cNvSpPr>
          <p:nvPr>
            <p:ph type="sldNum" sz="quarter" idx="8"/>
          </p:nvPr>
        </p:nvSpPr>
        <p:spPr/>
        <p:txBody>
          <a:bodyPr/>
          <a:lstStyle>
            <a:lvl1pPr>
              <a:defRPr/>
            </a:lvl1pPr>
          </a:lstStyle>
          <a:p>
            <a:pPr lvl="0"/>
            <a:fld id="{CE0D0D0F-666F-4266-A296-765D91A1AD02}" type="slidenum">
              <a:t>‹#›</a:t>
            </a:fld>
            <a:endParaRPr lang="en-US"/>
          </a:p>
        </p:txBody>
      </p:sp>
    </p:spTree>
    <p:extLst>
      <p:ext uri="{BB962C8B-B14F-4D97-AF65-F5344CB8AC3E}">
        <p14:creationId xmlns:p14="http://schemas.microsoft.com/office/powerpoint/2010/main" val="3489040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6A8E1B-EE30-3ADB-C18E-55684D63DEDB}"/>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 xmlns:a16="http://schemas.microsoft.com/office/drawing/2014/main" id="{0BAE72E9-038A-654A-F432-5229E8B8C432}"/>
              </a:ext>
            </a:extLst>
          </p:cNvPr>
          <p:cNvSpPr txBox="1">
            <a:spLocks noGrp="1"/>
          </p:cNvSpPr>
          <p:nvPr>
            <p:ph type="dt" sz="half" idx="7"/>
          </p:nvPr>
        </p:nvSpPr>
        <p:spPr/>
        <p:txBody>
          <a:bodyPr/>
          <a:lstStyle>
            <a:lvl1pPr>
              <a:defRPr/>
            </a:lvl1pPr>
          </a:lstStyle>
          <a:p>
            <a:pPr lvl="0"/>
            <a:fld id="{7A43697D-ACE1-45F6-8DB2-A2366A317DD8}" type="datetime1">
              <a:rPr lang="en-US"/>
              <a:pPr lvl="0"/>
              <a:t>2/10/2026</a:t>
            </a:fld>
            <a:endParaRPr lang="en-US"/>
          </a:p>
        </p:txBody>
      </p:sp>
      <p:sp>
        <p:nvSpPr>
          <p:cNvPr id="4" name="Footer Placeholder 3">
            <a:extLst>
              <a:ext uri="{FF2B5EF4-FFF2-40B4-BE49-F238E27FC236}">
                <a16:creationId xmlns="" xmlns:a16="http://schemas.microsoft.com/office/drawing/2014/main" id="{3FE7FE22-D99C-6AC9-FEF3-42E438763901}"/>
              </a:ext>
            </a:extLst>
          </p:cNvPr>
          <p:cNvSpPr txBox="1">
            <a:spLocks noGrp="1"/>
          </p:cNvSpPr>
          <p:nvPr>
            <p:ph type="ftr" sz="quarter" idx="9"/>
          </p:nvPr>
        </p:nvSpPr>
        <p:spPr/>
        <p:txBody>
          <a:bodyPr/>
          <a:lstStyle>
            <a:lvl1pPr>
              <a:defRPr/>
            </a:lvl1pPr>
          </a:lstStyle>
          <a:p>
            <a:pPr lvl="0"/>
            <a:r>
              <a:rPr lang="en-GB"/>
              <a:t>Your Logo Here</a:t>
            </a:r>
          </a:p>
        </p:txBody>
      </p:sp>
      <p:sp>
        <p:nvSpPr>
          <p:cNvPr id="5" name="Slide Number Placeholder 4">
            <a:extLst>
              <a:ext uri="{FF2B5EF4-FFF2-40B4-BE49-F238E27FC236}">
                <a16:creationId xmlns="" xmlns:a16="http://schemas.microsoft.com/office/drawing/2014/main" id="{CC6D06E8-EDD6-67F8-06BA-2664C7BAE843}"/>
              </a:ext>
            </a:extLst>
          </p:cNvPr>
          <p:cNvSpPr txBox="1">
            <a:spLocks noGrp="1"/>
          </p:cNvSpPr>
          <p:nvPr>
            <p:ph type="sldNum" sz="quarter" idx="8"/>
          </p:nvPr>
        </p:nvSpPr>
        <p:spPr/>
        <p:txBody>
          <a:bodyPr/>
          <a:lstStyle>
            <a:lvl1pPr>
              <a:defRPr/>
            </a:lvl1pPr>
          </a:lstStyle>
          <a:p>
            <a:pPr lvl="0"/>
            <a:fld id="{6552750E-C795-4892-BCD2-8F1A79D9B802}" type="slidenum">
              <a:t>‹#›</a:t>
            </a:fld>
            <a:endParaRPr lang="en-US"/>
          </a:p>
        </p:txBody>
      </p:sp>
      <p:sp>
        <p:nvSpPr>
          <p:cNvPr id="6" name="Rectangle 5">
            <a:extLst>
              <a:ext uri="{FF2B5EF4-FFF2-40B4-BE49-F238E27FC236}">
                <a16:creationId xmlns="" xmlns:a16="http://schemas.microsoft.com/office/drawing/2014/main" id="{7F0B4A0B-CE84-444B-D753-D66E8A772E54}"/>
              </a:ext>
            </a:extLst>
          </p:cNvPr>
          <p:cNvSpPr/>
          <p:nvPr/>
        </p:nvSpPr>
        <p:spPr>
          <a:xfrm>
            <a:off x="0" y="6511451"/>
            <a:ext cx="10263189" cy="273524"/>
          </a:xfrm>
          <a:prstGeom prst="rect">
            <a:avLst/>
          </a:prstGeom>
          <a:solidFill>
            <a:srgbClr val="F2F2F2"/>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7" name="Rectangle 6">
            <a:extLst>
              <a:ext uri="{FF2B5EF4-FFF2-40B4-BE49-F238E27FC236}">
                <a16:creationId xmlns="" xmlns:a16="http://schemas.microsoft.com/office/drawing/2014/main" id="{1BFC5AD1-F31F-C23D-0BC6-7EA625DAD089}"/>
              </a:ext>
            </a:extLst>
          </p:cNvPr>
          <p:cNvSpPr/>
          <p:nvPr/>
        </p:nvSpPr>
        <p:spPr>
          <a:xfrm>
            <a:off x="11620496" y="525816"/>
            <a:ext cx="571500" cy="492440"/>
          </a:xfrm>
          <a:prstGeom prst="rect">
            <a:avLst/>
          </a:prstGeom>
          <a:solidFill>
            <a:srgbClr val="0D0D0D"/>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000" b="0" i="0" u="none" strike="noStrike" kern="1200" cap="none" spc="0" baseline="0">
              <a:solidFill>
                <a:srgbClr val="404040"/>
              </a:solidFill>
              <a:uFillTx/>
              <a:latin typeface="Tw Cen MT"/>
            </a:endParaRPr>
          </a:p>
        </p:txBody>
      </p:sp>
      <p:sp>
        <p:nvSpPr>
          <p:cNvPr id="8" name="Rectangle 7">
            <a:extLst>
              <a:ext uri="{FF2B5EF4-FFF2-40B4-BE49-F238E27FC236}">
                <a16:creationId xmlns="" xmlns:a16="http://schemas.microsoft.com/office/drawing/2014/main" id="{688A8608-6030-3653-EEB6-BA17AC710360}"/>
              </a:ext>
            </a:extLst>
          </p:cNvPr>
          <p:cNvSpPr/>
          <p:nvPr/>
        </p:nvSpPr>
        <p:spPr>
          <a:xfrm>
            <a:off x="11824883" y="6511451"/>
            <a:ext cx="367113" cy="273524"/>
          </a:xfrm>
          <a:prstGeom prst="rect">
            <a:avLst/>
          </a:prstGeom>
          <a:solidFill>
            <a:srgbClr val="F2F2F2"/>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grpSp>
        <p:nvGrpSpPr>
          <p:cNvPr id="9" name="Group 8">
            <a:extLst>
              <a:ext uri="{FF2B5EF4-FFF2-40B4-BE49-F238E27FC236}">
                <a16:creationId xmlns="" xmlns:a16="http://schemas.microsoft.com/office/drawing/2014/main" id="{616C7376-26D6-B54F-4E08-A6C0E8A4EB90}"/>
              </a:ext>
            </a:extLst>
          </p:cNvPr>
          <p:cNvGrpSpPr/>
          <p:nvPr/>
        </p:nvGrpSpPr>
        <p:grpSpPr>
          <a:xfrm>
            <a:off x="334120" y="6577412"/>
            <a:ext cx="1084569" cy="141594"/>
            <a:chOff x="334120" y="6577412"/>
            <a:chExt cx="1084569" cy="141594"/>
          </a:xfrm>
        </p:grpSpPr>
        <p:sp>
          <p:nvSpPr>
            <p:cNvPr id="10" name="Rectangle: Rounded corners 16">
              <a:extLst>
                <a:ext uri="{FF2B5EF4-FFF2-40B4-BE49-F238E27FC236}">
                  <a16:creationId xmlns="" xmlns:a16="http://schemas.microsoft.com/office/drawing/2014/main" id="{DA322800-3466-FE9F-9305-7EFEFE5C1FA1}"/>
                </a:ext>
              </a:extLst>
            </p:cNvPr>
            <p:cNvSpPr/>
            <p:nvPr/>
          </p:nvSpPr>
          <p:spPr>
            <a:xfrm rot="18899994" flipH="1">
              <a:off x="334120" y="6577412"/>
              <a:ext cx="141594" cy="141594"/>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CE295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1" name="Rectangle: Rounded corners 17">
              <a:extLst>
                <a:ext uri="{FF2B5EF4-FFF2-40B4-BE49-F238E27FC236}">
                  <a16:creationId xmlns="" xmlns:a16="http://schemas.microsoft.com/office/drawing/2014/main" id="{C406F5A8-D085-A88C-7D31-E93D9790A59B}"/>
                </a:ext>
              </a:extLst>
            </p:cNvPr>
            <p:cNvSpPr/>
            <p:nvPr/>
          </p:nvSpPr>
          <p:spPr>
            <a:xfrm rot="18899994" flipH="1">
              <a:off x="648445" y="6577412"/>
              <a:ext cx="141594" cy="141594"/>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404040"/>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2" name="Rectangle: Rounded corners 18">
              <a:extLst>
                <a:ext uri="{FF2B5EF4-FFF2-40B4-BE49-F238E27FC236}">
                  <a16:creationId xmlns="" xmlns:a16="http://schemas.microsoft.com/office/drawing/2014/main" id="{B33A3F82-DFAA-800A-261C-806983BC10BB}"/>
                </a:ext>
              </a:extLst>
            </p:cNvPr>
            <p:cNvSpPr/>
            <p:nvPr/>
          </p:nvSpPr>
          <p:spPr>
            <a:xfrm rot="18899994" flipH="1">
              <a:off x="962770" y="6577412"/>
              <a:ext cx="141594" cy="141594"/>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7F7F7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3" name="Rectangle: Rounded Corners 12">
              <a:extLst>
                <a:ext uri="{FF2B5EF4-FFF2-40B4-BE49-F238E27FC236}">
                  <a16:creationId xmlns="" xmlns:a16="http://schemas.microsoft.com/office/drawing/2014/main" id="{9A1A9EEA-D89F-B23C-D8DF-E040269A2E9A}"/>
                </a:ext>
              </a:extLst>
            </p:cNvPr>
            <p:cNvSpPr/>
            <p:nvPr/>
          </p:nvSpPr>
          <p:spPr>
            <a:xfrm rot="18899994" flipH="1">
              <a:off x="1277095" y="6577412"/>
              <a:ext cx="141594" cy="141594"/>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A6A6A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grpSp>
    </p:spTree>
    <p:extLst>
      <p:ext uri="{BB962C8B-B14F-4D97-AF65-F5344CB8AC3E}">
        <p14:creationId xmlns:p14="http://schemas.microsoft.com/office/powerpoint/2010/main" val="26460864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8563B39-1590-340F-E46D-A1389193C654}"/>
              </a:ext>
            </a:extLst>
          </p:cNvPr>
          <p:cNvSpPr txBox="1">
            <a:spLocks noGrp="1"/>
          </p:cNvSpPr>
          <p:nvPr>
            <p:ph type="dt" sz="half" idx="7"/>
          </p:nvPr>
        </p:nvSpPr>
        <p:spPr/>
        <p:txBody>
          <a:bodyPr/>
          <a:lstStyle>
            <a:lvl1pPr>
              <a:defRPr/>
            </a:lvl1pPr>
          </a:lstStyle>
          <a:p>
            <a:pPr lvl="0"/>
            <a:fld id="{1EEEB1B3-7C77-4EE7-966F-09A1127063C7}" type="datetime1">
              <a:rPr lang="en-US"/>
              <a:pPr lvl="0"/>
              <a:t>2/10/2026</a:t>
            </a:fld>
            <a:endParaRPr lang="en-US"/>
          </a:p>
        </p:txBody>
      </p:sp>
      <p:sp>
        <p:nvSpPr>
          <p:cNvPr id="3" name="Footer Placeholder 2">
            <a:extLst>
              <a:ext uri="{FF2B5EF4-FFF2-40B4-BE49-F238E27FC236}">
                <a16:creationId xmlns="" xmlns:a16="http://schemas.microsoft.com/office/drawing/2014/main" id="{47811211-FFE1-4A32-5AC7-5EEF9861C2BD}"/>
              </a:ext>
            </a:extLst>
          </p:cNvPr>
          <p:cNvSpPr txBox="1">
            <a:spLocks noGrp="1"/>
          </p:cNvSpPr>
          <p:nvPr>
            <p:ph type="ftr" sz="quarter" idx="9"/>
          </p:nvPr>
        </p:nvSpPr>
        <p:spPr/>
        <p:txBody>
          <a:bodyPr/>
          <a:lstStyle>
            <a:lvl1pPr>
              <a:defRPr/>
            </a:lvl1pPr>
          </a:lstStyle>
          <a:p>
            <a:pPr lvl="0"/>
            <a:r>
              <a:rPr lang="en-GB"/>
              <a:t>Your Logo Here</a:t>
            </a:r>
          </a:p>
        </p:txBody>
      </p:sp>
      <p:sp>
        <p:nvSpPr>
          <p:cNvPr id="4" name="Slide Number Placeholder 3">
            <a:extLst>
              <a:ext uri="{FF2B5EF4-FFF2-40B4-BE49-F238E27FC236}">
                <a16:creationId xmlns="" xmlns:a16="http://schemas.microsoft.com/office/drawing/2014/main" id="{75F422A4-F0F6-A835-C8E3-84734A1EA7B0}"/>
              </a:ext>
            </a:extLst>
          </p:cNvPr>
          <p:cNvSpPr txBox="1">
            <a:spLocks noGrp="1"/>
          </p:cNvSpPr>
          <p:nvPr>
            <p:ph type="sldNum" sz="quarter" idx="8"/>
          </p:nvPr>
        </p:nvSpPr>
        <p:spPr/>
        <p:txBody>
          <a:bodyPr/>
          <a:lstStyle>
            <a:lvl1pPr>
              <a:defRPr/>
            </a:lvl1pPr>
          </a:lstStyle>
          <a:p>
            <a:pPr lvl="0"/>
            <a:fld id="{85AE0EC0-828C-437C-A802-23A8740940C1}" type="slidenum">
              <a:t>‹#›</a:t>
            </a:fld>
            <a:endParaRPr lang="en-US"/>
          </a:p>
        </p:txBody>
      </p:sp>
      <p:sp>
        <p:nvSpPr>
          <p:cNvPr id="5" name="Rectangle 4">
            <a:extLst>
              <a:ext uri="{FF2B5EF4-FFF2-40B4-BE49-F238E27FC236}">
                <a16:creationId xmlns="" xmlns:a16="http://schemas.microsoft.com/office/drawing/2014/main" id="{B6450D74-3B1C-8103-E31D-458FC86FAF24}"/>
              </a:ext>
            </a:extLst>
          </p:cNvPr>
          <p:cNvSpPr/>
          <p:nvPr/>
        </p:nvSpPr>
        <p:spPr>
          <a:xfrm>
            <a:off x="0" y="6511451"/>
            <a:ext cx="10263189" cy="273524"/>
          </a:xfrm>
          <a:prstGeom prst="rect">
            <a:avLst/>
          </a:prstGeom>
          <a:solidFill>
            <a:srgbClr val="F2F2F2"/>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6" name="Rectangle 5">
            <a:extLst>
              <a:ext uri="{FF2B5EF4-FFF2-40B4-BE49-F238E27FC236}">
                <a16:creationId xmlns="" xmlns:a16="http://schemas.microsoft.com/office/drawing/2014/main" id="{525BF178-8F78-ECD1-F20B-B86A1486736D}"/>
              </a:ext>
            </a:extLst>
          </p:cNvPr>
          <p:cNvSpPr/>
          <p:nvPr/>
        </p:nvSpPr>
        <p:spPr>
          <a:xfrm>
            <a:off x="11620496" y="525816"/>
            <a:ext cx="571500" cy="492440"/>
          </a:xfrm>
          <a:prstGeom prst="rect">
            <a:avLst/>
          </a:prstGeom>
          <a:solidFill>
            <a:srgbClr val="0D0D0D"/>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000" b="0" i="0" u="none" strike="noStrike" kern="1200" cap="none" spc="0" baseline="0">
              <a:solidFill>
                <a:srgbClr val="404040"/>
              </a:solidFill>
              <a:uFillTx/>
              <a:latin typeface="Tw Cen MT"/>
            </a:endParaRPr>
          </a:p>
        </p:txBody>
      </p:sp>
      <p:sp>
        <p:nvSpPr>
          <p:cNvPr id="7" name="Rectangle 6">
            <a:extLst>
              <a:ext uri="{FF2B5EF4-FFF2-40B4-BE49-F238E27FC236}">
                <a16:creationId xmlns="" xmlns:a16="http://schemas.microsoft.com/office/drawing/2014/main" id="{7FD16CB5-7B61-7D0D-9852-D1BE2DE58C5A}"/>
              </a:ext>
            </a:extLst>
          </p:cNvPr>
          <p:cNvSpPr/>
          <p:nvPr/>
        </p:nvSpPr>
        <p:spPr>
          <a:xfrm>
            <a:off x="11824883" y="6511451"/>
            <a:ext cx="367113" cy="273524"/>
          </a:xfrm>
          <a:prstGeom prst="rect">
            <a:avLst/>
          </a:prstGeom>
          <a:solidFill>
            <a:srgbClr val="F2F2F2"/>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grpSp>
        <p:nvGrpSpPr>
          <p:cNvPr id="8" name="Group 7">
            <a:extLst>
              <a:ext uri="{FF2B5EF4-FFF2-40B4-BE49-F238E27FC236}">
                <a16:creationId xmlns="" xmlns:a16="http://schemas.microsoft.com/office/drawing/2014/main" id="{3C4231F5-22C5-43AB-BD2D-91FEAEBFE5C3}"/>
              </a:ext>
            </a:extLst>
          </p:cNvPr>
          <p:cNvGrpSpPr/>
          <p:nvPr/>
        </p:nvGrpSpPr>
        <p:grpSpPr>
          <a:xfrm>
            <a:off x="334120" y="6577412"/>
            <a:ext cx="1084569" cy="141594"/>
            <a:chOff x="334120" y="6577412"/>
            <a:chExt cx="1084569" cy="141594"/>
          </a:xfrm>
        </p:grpSpPr>
        <p:sp>
          <p:nvSpPr>
            <p:cNvPr id="9" name="Rectangle: Rounded Corners 8">
              <a:extLst>
                <a:ext uri="{FF2B5EF4-FFF2-40B4-BE49-F238E27FC236}">
                  <a16:creationId xmlns="" xmlns:a16="http://schemas.microsoft.com/office/drawing/2014/main" id="{7E0157A1-9662-5C26-BC51-611DBF2857F8}"/>
                </a:ext>
              </a:extLst>
            </p:cNvPr>
            <p:cNvSpPr/>
            <p:nvPr/>
          </p:nvSpPr>
          <p:spPr>
            <a:xfrm rot="18899994" flipH="1">
              <a:off x="334120" y="6577412"/>
              <a:ext cx="141594" cy="141594"/>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CE295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0" name="Rectangle: Rounded corners 16">
              <a:extLst>
                <a:ext uri="{FF2B5EF4-FFF2-40B4-BE49-F238E27FC236}">
                  <a16:creationId xmlns="" xmlns:a16="http://schemas.microsoft.com/office/drawing/2014/main" id="{3E6AC912-1331-4DF4-6176-D60A0DA0E632}"/>
                </a:ext>
              </a:extLst>
            </p:cNvPr>
            <p:cNvSpPr/>
            <p:nvPr/>
          </p:nvSpPr>
          <p:spPr>
            <a:xfrm rot="18899994" flipH="1">
              <a:off x="648445" y="6577412"/>
              <a:ext cx="141594" cy="141594"/>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404040"/>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1" name="Rectangle: Rounded corners 17">
              <a:extLst>
                <a:ext uri="{FF2B5EF4-FFF2-40B4-BE49-F238E27FC236}">
                  <a16:creationId xmlns="" xmlns:a16="http://schemas.microsoft.com/office/drawing/2014/main" id="{2F9B9A7F-E4DA-867B-FB55-2F45C2D47F86}"/>
                </a:ext>
              </a:extLst>
            </p:cNvPr>
            <p:cNvSpPr/>
            <p:nvPr/>
          </p:nvSpPr>
          <p:spPr>
            <a:xfrm rot="18899994" flipH="1">
              <a:off x="962770" y="6577412"/>
              <a:ext cx="141594" cy="141594"/>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7F7F7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2" name="Rectangle: Rounded Corners 11">
              <a:extLst>
                <a:ext uri="{FF2B5EF4-FFF2-40B4-BE49-F238E27FC236}">
                  <a16:creationId xmlns="" xmlns:a16="http://schemas.microsoft.com/office/drawing/2014/main" id="{41E1C5E1-7997-B056-8DEF-081A2351447A}"/>
                </a:ext>
              </a:extLst>
            </p:cNvPr>
            <p:cNvSpPr/>
            <p:nvPr/>
          </p:nvSpPr>
          <p:spPr>
            <a:xfrm rot="18899994" flipH="1">
              <a:off x="1277095" y="6577412"/>
              <a:ext cx="141594" cy="141594"/>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A6A6A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grpSp>
    </p:spTree>
    <p:extLst>
      <p:ext uri="{BB962C8B-B14F-4D97-AF65-F5344CB8AC3E}">
        <p14:creationId xmlns:p14="http://schemas.microsoft.com/office/powerpoint/2010/main" val="3502249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7">
            <a:extLst>
              <a:ext uri="{FF2B5EF4-FFF2-40B4-BE49-F238E27FC236}">
                <a16:creationId xmlns="" xmlns:a16="http://schemas.microsoft.com/office/drawing/2014/main" id="{CD8E7B70-C78D-849E-9B52-E02582DEFC0A}"/>
              </a:ext>
            </a:extLst>
          </p:cNvPr>
          <p:cNvSpPr txBox="1">
            <a:spLocks noGrp="1"/>
          </p:cNvSpPr>
          <p:nvPr>
            <p:ph type="title"/>
          </p:nvPr>
        </p:nvSpPr>
        <p:spPr>
          <a:xfrm>
            <a:off x="1024128" y="471510"/>
            <a:ext cx="4389120" cy="1737360"/>
          </a:xfrm>
        </p:spPr>
        <p:txBody>
          <a:bodyPr>
            <a:noAutofit/>
          </a:bodyPr>
          <a:lstStyle>
            <a:lvl1pPr>
              <a:defRPr sz="4000"/>
            </a:lvl1pPr>
          </a:lstStyle>
          <a:p>
            <a:pPr lvl="0"/>
            <a:r>
              <a:rPr lang="en-US"/>
              <a:t>Click to edit Master title style</a:t>
            </a:r>
          </a:p>
        </p:txBody>
      </p:sp>
      <p:sp>
        <p:nvSpPr>
          <p:cNvPr id="3" name="Content Placeholder 2">
            <a:extLst>
              <a:ext uri="{FF2B5EF4-FFF2-40B4-BE49-F238E27FC236}">
                <a16:creationId xmlns="" xmlns:a16="http://schemas.microsoft.com/office/drawing/2014/main" id="{F33DE3D7-D192-B23E-68FB-0163C8AE87AD}"/>
              </a:ext>
            </a:extLst>
          </p:cNvPr>
          <p:cNvSpPr txBox="1">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0C1FDD80-9F65-802E-8A1B-9A5538FD2A2C}"/>
              </a:ext>
            </a:extLst>
          </p:cNvPr>
          <p:cNvSpPr txBox="1">
            <a:spLocks noGrp="1"/>
          </p:cNvSpPr>
          <p:nvPr>
            <p:ph type="body" idx="2"/>
          </p:nvPr>
        </p:nvSpPr>
        <p:spPr>
          <a:xfrm>
            <a:off x="1024128" y="2257507"/>
            <a:ext cx="4389120" cy="3762289"/>
          </a:xfrm>
        </p:spPr>
        <p:txBody>
          <a:bodyPr lIns="91440" rIns="91440"/>
          <a:lstStyle>
            <a:lvl1pPr marL="0" indent="0">
              <a:lnSpc>
                <a:spcPct val="108000"/>
              </a:lnSpc>
              <a:spcBef>
                <a:spcPts val="600"/>
              </a:spcBef>
              <a:buNone/>
              <a:defRPr sz="1600"/>
            </a:lvl1pPr>
          </a:lstStyle>
          <a:p>
            <a:pPr lvl="0"/>
            <a:r>
              <a:rPr lang="en-US"/>
              <a:t>Click to edit Master text styles</a:t>
            </a:r>
          </a:p>
        </p:txBody>
      </p:sp>
      <p:sp>
        <p:nvSpPr>
          <p:cNvPr id="5" name="Date Placeholder 4">
            <a:extLst>
              <a:ext uri="{FF2B5EF4-FFF2-40B4-BE49-F238E27FC236}">
                <a16:creationId xmlns="" xmlns:a16="http://schemas.microsoft.com/office/drawing/2014/main" id="{B718CAE1-3E02-CD59-D511-980A1CCE67A5}"/>
              </a:ext>
            </a:extLst>
          </p:cNvPr>
          <p:cNvSpPr txBox="1">
            <a:spLocks noGrp="1"/>
          </p:cNvSpPr>
          <p:nvPr>
            <p:ph type="dt" sz="half" idx="7"/>
          </p:nvPr>
        </p:nvSpPr>
        <p:spPr/>
        <p:txBody>
          <a:bodyPr/>
          <a:lstStyle>
            <a:lvl1pPr>
              <a:defRPr/>
            </a:lvl1pPr>
          </a:lstStyle>
          <a:p>
            <a:pPr lvl="0"/>
            <a:r>
              <a:rPr lang="en-US"/>
              <a:t>10/16/2019</a:t>
            </a:r>
          </a:p>
        </p:txBody>
      </p:sp>
      <p:sp>
        <p:nvSpPr>
          <p:cNvPr id="6" name="Footer Placeholder 5">
            <a:extLst>
              <a:ext uri="{FF2B5EF4-FFF2-40B4-BE49-F238E27FC236}">
                <a16:creationId xmlns="" xmlns:a16="http://schemas.microsoft.com/office/drawing/2014/main" id="{EBBA7AB7-777C-8797-1522-872D79D9CB25}"/>
              </a:ext>
            </a:extLst>
          </p:cNvPr>
          <p:cNvSpPr txBox="1">
            <a:spLocks noGrp="1"/>
          </p:cNvSpPr>
          <p:nvPr>
            <p:ph type="ftr" sz="quarter" idx="9"/>
          </p:nvPr>
        </p:nvSpPr>
        <p:spPr/>
        <p:txBody>
          <a:bodyPr/>
          <a:lstStyle>
            <a:lvl1pPr>
              <a:defRPr/>
            </a:lvl1pPr>
          </a:lstStyle>
          <a:p>
            <a:pPr lvl="0"/>
            <a:r>
              <a:rPr lang="en-GB"/>
              <a:t>Your Logo Here</a:t>
            </a:r>
          </a:p>
        </p:txBody>
      </p:sp>
      <p:sp>
        <p:nvSpPr>
          <p:cNvPr id="7" name="Slide Number Placeholder 6">
            <a:extLst>
              <a:ext uri="{FF2B5EF4-FFF2-40B4-BE49-F238E27FC236}">
                <a16:creationId xmlns="" xmlns:a16="http://schemas.microsoft.com/office/drawing/2014/main" id="{4D07C605-EF12-B63D-10E9-2BF9A0BF0D8C}"/>
              </a:ext>
            </a:extLst>
          </p:cNvPr>
          <p:cNvSpPr txBox="1">
            <a:spLocks noGrp="1"/>
          </p:cNvSpPr>
          <p:nvPr>
            <p:ph type="sldNum" sz="quarter" idx="8"/>
          </p:nvPr>
        </p:nvSpPr>
        <p:spPr/>
        <p:txBody>
          <a:bodyPr/>
          <a:lstStyle>
            <a:lvl1pPr>
              <a:defRPr/>
            </a:lvl1pPr>
          </a:lstStyle>
          <a:p>
            <a:pPr lvl="0"/>
            <a:fld id="{BEBF8682-56DA-42F2-B3CB-43325FB1C1D3}" type="slidenum">
              <a:t>‹#›</a:t>
            </a:fld>
            <a:endParaRPr lang="en-US"/>
          </a:p>
        </p:txBody>
      </p:sp>
    </p:spTree>
    <p:extLst>
      <p:ext uri="{BB962C8B-B14F-4D97-AF65-F5344CB8AC3E}">
        <p14:creationId xmlns:p14="http://schemas.microsoft.com/office/powerpoint/2010/main" val="3666485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DD5D62-D103-9043-1B5D-4EDB9EEE680A}"/>
              </a:ext>
            </a:extLst>
          </p:cNvPr>
          <p:cNvSpPr txBox="1">
            <a:spLocks noGrp="1"/>
          </p:cNvSpPr>
          <p:nvPr>
            <p:ph type="title"/>
          </p:nvPr>
        </p:nvSpPr>
        <p:spPr>
          <a:xfrm>
            <a:off x="457200" y="4960135"/>
            <a:ext cx="7772400" cy="1463040"/>
          </a:xfrm>
        </p:spPr>
        <p:txBody>
          <a:bodyPr/>
          <a:lstStyle>
            <a:lvl1pPr algn="r">
              <a:defRPr spc="200"/>
            </a:lvl1pPr>
          </a:lstStyle>
          <a:p>
            <a:pPr lvl="0"/>
            <a:r>
              <a:rPr lang="en-US"/>
              <a:t>Click to edit Master title style</a:t>
            </a:r>
          </a:p>
        </p:txBody>
      </p:sp>
      <p:sp>
        <p:nvSpPr>
          <p:cNvPr id="3" name="Picture Placeholder 2">
            <a:extLst>
              <a:ext uri="{FF2B5EF4-FFF2-40B4-BE49-F238E27FC236}">
                <a16:creationId xmlns="" xmlns:a16="http://schemas.microsoft.com/office/drawing/2014/main" id="{EED65FB6-F0A4-1A34-3D95-7A46D3FF0036}"/>
              </a:ext>
            </a:extLst>
          </p:cNvPr>
          <p:cNvSpPr txBox="1">
            <a:spLocks noGrp="1"/>
          </p:cNvSpPr>
          <p:nvPr>
            <p:ph type="pic" idx="1"/>
          </p:nvPr>
        </p:nvSpPr>
        <p:spPr>
          <a:xfrm>
            <a:off x="0" y="0"/>
            <a:ext cx="12188952" cy="4572000"/>
          </a:xfrm>
          <a:solidFill>
            <a:srgbClr val="77CEEF"/>
          </a:solidFill>
        </p:spPr>
        <p:txBody>
          <a:bodyPr lIns="457200" tIns="365760"/>
          <a:lstStyle>
            <a:lvl1pPr marL="0" indent="0">
              <a:buNone/>
              <a:defRPr sz="3200"/>
            </a:lvl1pPr>
          </a:lstStyle>
          <a:p>
            <a:pPr lvl="0"/>
            <a:r>
              <a:rPr lang="en-US"/>
              <a:t>Click icon to add picture</a:t>
            </a:r>
          </a:p>
        </p:txBody>
      </p:sp>
      <p:sp>
        <p:nvSpPr>
          <p:cNvPr id="4" name="Text Placeholder 3">
            <a:extLst>
              <a:ext uri="{FF2B5EF4-FFF2-40B4-BE49-F238E27FC236}">
                <a16:creationId xmlns="" xmlns:a16="http://schemas.microsoft.com/office/drawing/2014/main" id="{9880CE27-0717-DA40-E4F0-415CB8FE530A}"/>
              </a:ext>
            </a:extLst>
          </p:cNvPr>
          <p:cNvSpPr txBox="1">
            <a:spLocks noGrp="1"/>
          </p:cNvSpPr>
          <p:nvPr>
            <p:ph type="body" idx="2"/>
          </p:nvPr>
        </p:nvSpPr>
        <p:spPr>
          <a:xfrm>
            <a:off x="8610603" y="4960135"/>
            <a:ext cx="3200400" cy="1463040"/>
          </a:xfrm>
        </p:spPr>
        <p:txBody>
          <a:bodyPr lIns="91440" rIns="91440" anchor="ctr"/>
          <a:lstStyle>
            <a:lvl1pPr marL="0" indent="0">
              <a:lnSpc>
                <a:spcPct val="100000"/>
              </a:lnSpc>
              <a:spcBef>
                <a:spcPts val="0"/>
              </a:spcBef>
              <a:buNone/>
              <a:defRPr sz="1800">
                <a:solidFill>
                  <a:srgbClr val="0D0D0D"/>
                </a:solidFill>
              </a:defRPr>
            </a:lvl1pPr>
          </a:lstStyle>
          <a:p>
            <a:pPr lvl="0"/>
            <a:r>
              <a:rPr lang="en-US"/>
              <a:t>Click to edit Master text styles</a:t>
            </a:r>
          </a:p>
        </p:txBody>
      </p:sp>
      <p:sp>
        <p:nvSpPr>
          <p:cNvPr id="5" name="Date Placeholder 4">
            <a:extLst>
              <a:ext uri="{FF2B5EF4-FFF2-40B4-BE49-F238E27FC236}">
                <a16:creationId xmlns="" xmlns:a16="http://schemas.microsoft.com/office/drawing/2014/main" id="{65B4B205-4C70-F8F5-336C-FFC77B148EE9}"/>
              </a:ext>
            </a:extLst>
          </p:cNvPr>
          <p:cNvSpPr txBox="1">
            <a:spLocks noGrp="1"/>
          </p:cNvSpPr>
          <p:nvPr>
            <p:ph type="dt" sz="half" idx="7"/>
          </p:nvPr>
        </p:nvSpPr>
        <p:spPr/>
        <p:txBody>
          <a:bodyPr/>
          <a:lstStyle>
            <a:lvl1pPr>
              <a:defRPr/>
            </a:lvl1pPr>
          </a:lstStyle>
          <a:p>
            <a:pPr lvl="0"/>
            <a:r>
              <a:rPr lang="en-US"/>
              <a:t>10/16/2019</a:t>
            </a:r>
          </a:p>
        </p:txBody>
      </p:sp>
      <p:sp>
        <p:nvSpPr>
          <p:cNvPr id="6" name="Footer Placeholder 5">
            <a:extLst>
              <a:ext uri="{FF2B5EF4-FFF2-40B4-BE49-F238E27FC236}">
                <a16:creationId xmlns="" xmlns:a16="http://schemas.microsoft.com/office/drawing/2014/main" id="{69EA870C-72B4-9F3F-8363-C761CA46DC07}"/>
              </a:ext>
            </a:extLst>
          </p:cNvPr>
          <p:cNvSpPr txBox="1">
            <a:spLocks noGrp="1"/>
          </p:cNvSpPr>
          <p:nvPr>
            <p:ph type="ftr" sz="quarter" idx="9"/>
          </p:nvPr>
        </p:nvSpPr>
        <p:spPr/>
        <p:txBody>
          <a:bodyPr/>
          <a:lstStyle>
            <a:lvl1pPr>
              <a:defRPr/>
            </a:lvl1pPr>
          </a:lstStyle>
          <a:p>
            <a:pPr lvl="0"/>
            <a:r>
              <a:rPr lang="en-GB"/>
              <a:t>Your Logo Here</a:t>
            </a:r>
          </a:p>
        </p:txBody>
      </p:sp>
      <p:sp>
        <p:nvSpPr>
          <p:cNvPr id="7" name="Slide Number Placeholder 6">
            <a:extLst>
              <a:ext uri="{FF2B5EF4-FFF2-40B4-BE49-F238E27FC236}">
                <a16:creationId xmlns="" xmlns:a16="http://schemas.microsoft.com/office/drawing/2014/main" id="{5B248B4B-B0CA-BBF9-176A-247C5B2137DE}"/>
              </a:ext>
            </a:extLst>
          </p:cNvPr>
          <p:cNvSpPr txBox="1">
            <a:spLocks noGrp="1"/>
          </p:cNvSpPr>
          <p:nvPr>
            <p:ph type="sldNum" sz="quarter" idx="8"/>
          </p:nvPr>
        </p:nvSpPr>
        <p:spPr/>
        <p:txBody>
          <a:bodyPr/>
          <a:lstStyle>
            <a:lvl1pPr>
              <a:defRPr/>
            </a:lvl1pPr>
          </a:lstStyle>
          <a:p>
            <a:pPr lvl="0"/>
            <a:fld id="{EC9A7D2A-0B48-400D-87F5-69574B2D8B76}" type="slidenum">
              <a:t>‹#›</a:t>
            </a:fld>
            <a:endParaRPr lang="en-US"/>
          </a:p>
        </p:txBody>
      </p:sp>
      <p:cxnSp>
        <p:nvCxnSpPr>
          <p:cNvPr id="8" name="Straight Connector 7">
            <a:extLst>
              <a:ext uri="{FF2B5EF4-FFF2-40B4-BE49-F238E27FC236}">
                <a16:creationId xmlns="" xmlns:a16="http://schemas.microsoft.com/office/drawing/2014/main" id="{F1BCECE8-3D7F-56A9-22B9-FFC72E2C476C}"/>
              </a:ext>
            </a:extLst>
          </p:cNvPr>
          <p:cNvCxnSpPr/>
          <p:nvPr/>
        </p:nvCxnSpPr>
        <p:spPr>
          <a:xfrm flipV="1">
            <a:off x="8386840" y="5264109"/>
            <a:ext cx="0" cy="914400"/>
          </a:xfrm>
          <a:prstGeom prst="straightConnector1">
            <a:avLst/>
          </a:prstGeom>
          <a:noFill/>
          <a:ln w="19046" cap="flat">
            <a:solidFill>
              <a:srgbClr val="1CADE4"/>
            </a:solidFill>
            <a:prstDash val="solid"/>
            <a:miter/>
          </a:ln>
        </p:spPr>
      </p:cxnSp>
    </p:spTree>
    <p:extLst>
      <p:ext uri="{BB962C8B-B14F-4D97-AF65-F5344CB8AC3E}">
        <p14:creationId xmlns:p14="http://schemas.microsoft.com/office/powerpoint/2010/main" val="1500073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EDE288-0030-5334-53EF-623C91AD6763}"/>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 xmlns:a16="http://schemas.microsoft.com/office/drawing/2014/main" id="{392A8009-B1B4-F7C0-C7EC-65A06FFA54BF}"/>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02B850B-AD49-F146-E476-362AF3F15F04}"/>
              </a:ext>
            </a:extLst>
          </p:cNvPr>
          <p:cNvSpPr txBox="1">
            <a:spLocks noGrp="1"/>
          </p:cNvSpPr>
          <p:nvPr>
            <p:ph type="dt" sz="half" idx="7"/>
          </p:nvPr>
        </p:nvSpPr>
        <p:spPr/>
        <p:txBody>
          <a:bodyPr/>
          <a:lstStyle>
            <a:lvl1pPr>
              <a:defRPr/>
            </a:lvl1pPr>
          </a:lstStyle>
          <a:p>
            <a:pPr lvl="0"/>
            <a:r>
              <a:rPr lang="en-US"/>
              <a:t>10/16/2019</a:t>
            </a:r>
          </a:p>
        </p:txBody>
      </p:sp>
      <p:sp>
        <p:nvSpPr>
          <p:cNvPr id="5" name="Footer Placeholder 4">
            <a:extLst>
              <a:ext uri="{FF2B5EF4-FFF2-40B4-BE49-F238E27FC236}">
                <a16:creationId xmlns="" xmlns:a16="http://schemas.microsoft.com/office/drawing/2014/main" id="{7C33B4C4-1756-A1F0-179F-0CC2B57C3416}"/>
              </a:ext>
            </a:extLst>
          </p:cNvPr>
          <p:cNvSpPr txBox="1">
            <a:spLocks noGrp="1"/>
          </p:cNvSpPr>
          <p:nvPr>
            <p:ph type="ftr" sz="quarter" idx="9"/>
          </p:nvPr>
        </p:nvSpPr>
        <p:spPr/>
        <p:txBody>
          <a:bodyPr/>
          <a:lstStyle>
            <a:lvl1pPr>
              <a:defRPr/>
            </a:lvl1pPr>
          </a:lstStyle>
          <a:p>
            <a:pPr lvl="0"/>
            <a:r>
              <a:rPr lang="en-GB"/>
              <a:t>Your Logo Here</a:t>
            </a:r>
          </a:p>
        </p:txBody>
      </p:sp>
      <p:sp>
        <p:nvSpPr>
          <p:cNvPr id="6" name="Slide Number Placeholder 5">
            <a:extLst>
              <a:ext uri="{FF2B5EF4-FFF2-40B4-BE49-F238E27FC236}">
                <a16:creationId xmlns="" xmlns:a16="http://schemas.microsoft.com/office/drawing/2014/main" id="{79C35EE0-DFCD-1FB1-FE8A-1204133041E4}"/>
              </a:ext>
            </a:extLst>
          </p:cNvPr>
          <p:cNvSpPr txBox="1">
            <a:spLocks noGrp="1"/>
          </p:cNvSpPr>
          <p:nvPr>
            <p:ph type="sldNum" sz="quarter" idx="8"/>
          </p:nvPr>
        </p:nvSpPr>
        <p:spPr/>
        <p:txBody>
          <a:bodyPr/>
          <a:lstStyle>
            <a:lvl1pPr>
              <a:defRPr/>
            </a:lvl1pPr>
          </a:lstStyle>
          <a:p>
            <a:pPr lvl="0"/>
            <a:fld id="{ED72653A-616E-4AA5-9826-86D9134E60C4}" type="slidenum">
              <a:t>‹#›</a:t>
            </a:fld>
            <a:endParaRPr lang="en-US"/>
          </a:p>
        </p:txBody>
      </p:sp>
    </p:spTree>
    <p:extLst>
      <p:ext uri="{BB962C8B-B14F-4D97-AF65-F5344CB8AC3E}">
        <p14:creationId xmlns:p14="http://schemas.microsoft.com/office/powerpoint/2010/main" val="289868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04F5DF6-8EF5-0DCE-2536-21001E699A68}"/>
              </a:ext>
            </a:extLst>
          </p:cNvPr>
          <p:cNvSpPr txBox="1">
            <a:spLocks noGrp="1"/>
          </p:cNvSpPr>
          <p:nvPr>
            <p:ph type="title" orient="vert"/>
          </p:nvPr>
        </p:nvSpPr>
        <p:spPr>
          <a:xfrm>
            <a:off x="8724903" y="761996"/>
            <a:ext cx="2628899" cy="5410203"/>
          </a:xfrm>
        </p:spPr>
        <p:txBody>
          <a:bodyPr vert="eaVert" lIns="45720" tIns="91440" rIns="45720" bIns="91440"/>
          <a:lstStyle>
            <a:lvl1pPr>
              <a:defRPr/>
            </a:lvl1pPr>
          </a:lstStyle>
          <a:p>
            <a:pPr lvl="0"/>
            <a:r>
              <a:rPr lang="en-US"/>
              <a:t>Click to edit Master title style</a:t>
            </a:r>
          </a:p>
        </p:txBody>
      </p:sp>
      <p:sp>
        <p:nvSpPr>
          <p:cNvPr id="3" name="Vertical Text Placeholder 2">
            <a:extLst>
              <a:ext uri="{FF2B5EF4-FFF2-40B4-BE49-F238E27FC236}">
                <a16:creationId xmlns="" xmlns:a16="http://schemas.microsoft.com/office/drawing/2014/main" id="{563C3F7D-9125-966F-45A3-DF19C6C0276D}"/>
              </a:ext>
            </a:extLst>
          </p:cNvPr>
          <p:cNvSpPr txBox="1">
            <a:spLocks noGrp="1"/>
          </p:cNvSpPr>
          <p:nvPr>
            <p:ph type="body" orient="vert" idx="1"/>
          </p:nvPr>
        </p:nvSpPr>
        <p:spPr>
          <a:xfrm>
            <a:off x="990596" y="761996"/>
            <a:ext cx="7581903" cy="5410203"/>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CF082143-97BF-CE6A-1ADC-8DF17E2D0619}"/>
              </a:ext>
            </a:extLst>
          </p:cNvPr>
          <p:cNvSpPr txBox="1">
            <a:spLocks noGrp="1"/>
          </p:cNvSpPr>
          <p:nvPr>
            <p:ph type="dt" sz="half" idx="7"/>
          </p:nvPr>
        </p:nvSpPr>
        <p:spPr/>
        <p:txBody>
          <a:bodyPr/>
          <a:lstStyle>
            <a:lvl1pPr>
              <a:defRPr/>
            </a:lvl1pPr>
          </a:lstStyle>
          <a:p>
            <a:pPr lvl="0"/>
            <a:r>
              <a:rPr lang="en-US"/>
              <a:t>10/16/2019</a:t>
            </a:r>
          </a:p>
        </p:txBody>
      </p:sp>
      <p:sp>
        <p:nvSpPr>
          <p:cNvPr id="5" name="Footer Placeholder 4">
            <a:extLst>
              <a:ext uri="{FF2B5EF4-FFF2-40B4-BE49-F238E27FC236}">
                <a16:creationId xmlns="" xmlns:a16="http://schemas.microsoft.com/office/drawing/2014/main" id="{7ED62DCD-D7B7-70FC-1D63-20AEF1EBCB2E}"/>
              </a:ext>
            </a:extLst>
          </p:cNvPr>
          <p:cNvSpPr txBox="1">
            <a:spLocks noGrp="1"/>
          </p:cNvSpPr>
          <p:nvPr>
            <p:ph type="ftr" sz="quarter" idx="9"/>
          </p:nvPr>
        </p:nvSpPr>
        <p:spPr/>
        <p:txBody>
          <a:bodyPr/>
          <a:lstStyle>
            <a:lvl1pPr>
              <a:defRPr/>
            </a:lvl1pPr>
          </a:lstStyle>
          <a:p>
            <a:pPr lvl="0"/>
            <a:r>
              <a:rPr lang="en-GB"/>
              <a:t>Your Logo Here</a:t>
            </a:r>
          </a:p>
        </p:txBody>
      </p:sp>
      <p:sp>
        <p:nvSpPr>
          <p:cNvPr id="6" name="Slide Number Placeholder 5">
            <a:extLst>
              <a:ext uri="{FF2B5EF4-FFF2-40B4-BE49-F238E27FC236}">
                <a16:creationId xmlns="" xmlns:a16="http://schemas.microsoft.com/office/drawing/2014/main" id="{155B4359-956D-6D49-A6AC-C998560C92B5}"/>
              </a:ext>
            </a:extLst>
          </p:cNvPr>
          <p:cNvSpPr txBox="1">
            <a:spLocks noGrp="1"/>
          </p:cNvSpPr>
          <p:nvPr>
            <p:ph type="sldNum" sz="quarter" idx="8"/>
          </p:nvPr>
        </p:nvSpPr>
        <p:spPr/>
        <p:txBody>
          <a:bodyPr/>
          <a:lstStyle>
            <a:lvl1pPr>
              <a:defRPr/>
            </a:lvl1pPr>
          </a:lstStyle>
          <a:p>
            <a:pPr lvl="0"/>
            <a:fld id="{B33C02A1-6C25-4F49-86E0-61153B9C11B1}" type="slidenum">
              <a:t>‹#›</a:t>
            </a:fld>
            <a:endParaRPr lang="en-US"/>
          </a:p>
        </p:txBody>
      </p:sp>
      <p:cxnSp>
        <p:nvCxnSpPr>
          <p:cNvPr id="7" name="Straight Connector 6">
            <a:extLst>
              <a:ext uri="{FF2B5EF4-FFF2-40B4-BE49-F238E27FC236}">
                <a16:creationId xmlns="" xmlns:a16="http://schemas.microsoft.com/office/drawing/2014/main" id="{F726A01A-710F-C775-6BA0-D308D74059B5}"/>
              </a:ext>
            </a:extLst>
          </p:cNvPr>
          <p:cNvCxnSpPr/>
          <p:nvPr/>
        </p:nvCxnSpPr>
        <p:spPr>
          <a:xfrm rot="16199987" flipV="1">
            <a:off x="10058400" y="59262"/>
            <a:ext cx="0" cy="914400"/>
          </a:xfrm>
          <a:prstGeom prst="straightConnector1">
            <a:avLst/>
          </a:prstGeom>
          <a:noFill/>
          <a:ln w="19046" cap="flat">
            <a:solidFill>
              <a:srgbClr val="1CADE4"/>
            </a:solidFill>
            <a:prstDash val="solid"/>
            <a:miter/>
          </a:ln>
        </p:spPr>
      </p:cxnSp>
    </p:spTree>
    <p:extLst>
      <p:ext uri="{BB962C8B-B14F-4D97-AF65-F5344CB8AC3E}">
        <p14:creationId xmlns:p14="http://schemas.microsoft.com/office/powerpoint/2010/main" val="1834238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4FBFE"/>
            </a:gs>
            <a:gs pos="100000">
              <a:srgbClr val="99DAF3"/>
            </a:gs>
          </a:gsLst>
          <a:lin ang="540000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477DB077-23DA-BA3E-E859-1DD30E5B8CB0}"/>
              </a:ext>
            </a:extLst>
          </p:cNvPr>
          <p:cNvSpPr txBox="1">
            <a:spLocks noGrp="1"/>
          </p:cNvSpPr>
          <p:nvPr>
            <p:ph type="title"/>
          </p:nvPr>
        </p:nvSpPr>
        <p:spPr>
          <a:xfrm>
            <a:off x="1024128" y="585216"/>
            <a:ext cx="9720072" cy="1499616"/>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p>
        </p:txBody>
      </p:sp>
      <p:sp>
        <p:nvSpPr>
          <p:cNvPr id="3" name="Text Placeholder 2">
            <a:extLst>
              <a:ext uri="{FF2B5EF4-FFF2-40B4-BE49-F238E27FC236}">
                <a16:creationId xmlns="" xmlns:a16="http://schemas.microsoft.com/office/drawing/2014/main" id="{EC0A4F83-F24A-3418-7551-DCF1682B31E4}"/>
              </a:ext>
            </a:extLst>
          </p:cNvPr>
          <p:cNvSpPr txBox="1">
            <a:spLocks noGrp="1"/>
          </p:cNvSpPr>
          <p:nvPr>
            <p:ph type="body" idx="1"/>
          </p:nvPr>
        </p:nvSpPr>
        <p:spPr>
          <a:xfrm>
            <a:off x="1024128" y="2286000"/>
            <a:ext cx="9720072" cy="4023360"/>
          </a:xfrm>
          <a:prstGeom prst="rect">
            <a:avLst/>
          </a:prstGeom>
          <a:noFill/>
          <a:ln>
            <a:noFill/>
          </a:ln>
        </p:spPr>
        <p:txBody>
          <a:bodyPr vert="horz" wrap="square" lIns="45720" tIns="45720" rIns="4572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391E2A5B-055C-635B-0B9A-3F8E5512E9BF}"/>
              </a:ext>
            </a:extLst>
          </p:cNvPr>
          <p:cNvSpPr txBox="1">
            <a:spLocks noGrp="1"/>
          </p:cNvSpPr>
          <p:nvPr>
            <p:ph type="dt" sz="half" idx="2"/>
          </p:nvPr>
        </p:nvSpPr>
        <p:spPr>
          <a:xfrm>
            <a:off x="1024128" y="6470705"/>
            <a:ext cx="2154143" cy="274320"/>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US" sz="1000" b="0" i="0" u="none" strike="noStrike" kern="1200" cap="none" spc="0" baseline="0">
                <a:solidFill>
                  <a:srgbClr val="0D0D0D"/>
                </a:solidFill>
                <a:uFillTx/>
                <a:latin typeface="Tw Cen MT Condensed"/>
                <a:ea typeface="メイリオ" pitchFamily="34"/>
              </a:defRPr>
            </a:lvl1pPr>
          </a:lstStyle>
          <a:p>
            <a:pPr lvl="0"/>
            <a:r>
              <a:rPr lang="en-US"/>
              <a:t>10/16/2019</a:t>
            </a:r>
          </a:p>
        </p:txBody>
      </p:sp>
      <p:sp>
        <p:nvSpPr>
          <p:cNvPr id="5" name="Footer Placeholder 4">
            <a:extLst>
              <a:ext uri="{FF2B5EF4-FFF2-40B4-BE49-F238E27FC236}">
                <a16:creationId xmlns="" xmlns:a16="http://schemas.microsoft.com/office/drawing/2014/main" id="{55FD19F1-FF83-4E80-82ED-87D00D7B3066}"/>
              </a:ext>
            </a:extLst>
          </p:cNvPr>
          <p:cNvSpPr txBox="1">
            <a:spLocks noGrp="1"/>
          </p:cNvSpPr>
          <p:nvPr>
            <p:ph type="ftr" sz="quarter" idx="3"/>
          </p:nvPr>
        </p:nvSpPr>
        <p:spPr>
          <a:xfrm>
            <a:off x="4842927" y="6470705"/>
            <a:ext cx="5901455" cy="274320"/>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GB" sz="1000" b="0" i="0" u="none" strike="noStrike" kern="1200" cap="all" spc="0" baseline="0">
                <a:solidFill>
                  <a:srgbClr val="0D0D0D"/>
                </a:solidFill>
                <a:uFillTx/>
                <a:latin typeface="Tw Cen MT Condensed"/>
              </a:defRPr>
            </a:lvl1pPr>
          </a:lstStyle>
          <a:p>
            <a:pPr lvl="0"/>
            <a:r>
              <a:rPr lang="en-GB"/>
              <a:t>Your Logo Here</a:t>
            </a:r>
          </a:p>
        </p:txBody>
      </p:sp>
      <p:sp>
        <p:nvSpPr>
          <p:cNvPr id="6" name="Slide Number Placeholder 5">
            <a:extLst>
              <a:ext uri="{FF2B5EF4-FFF2-40B4-BE49-F238E27FC236}">
                <a16:creationId xmlns="" xmlns:a16="http://schemas.microsoft.com/office/drawing/2014/main" id="{03DC80CD-DFF4-58B1-7B0B-880F25CEEEDF}"/>
              </a:ext>
            </a:extLst>
          </p:cNvPr>
          <p:cNvSpPr txBox="1">
            <a:spLocks noGrp="1"/>
          </p:cNvSpPr>
          <p:nvPr>
            <p:ph type="sldNum" sz="quarter" idx="4"/>
          </p:nvPr>
        </p:nvSpPr>
        <p:spPr>
          <a:xfrm>
            <a:off x="10837331" y="6470705"/>
            <a:ext cx="973671" cy="274320"/>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US" sz="1000" b="0" i="0" u="none" strike="noStrike" kern="1200" cap="none" spc="0" baseline="0">
                <a:solidFill>
                  <a:srgbClr val="0D0D0D"/>
                </a:solidFill>
                <a:uFillTx/>
                <a:latin typeface="Tw Cen MT Condensed"/>
              </a:defRPr>
            </a:lvl1pPr>
          </a:lstStyle>
          <a:p>
            <a:pPr lvl="0"/>
            <a:fld id="{0FBA93DF-8BAA-488C-8A8C-0BCFEE4A4FA6}" type="slidenum">
              <a:t>‹#›</a:t>
            </a:fld>
            <a:endParaRPr lang="en-US"/>
          </a:p>
        </p:txBody>
      </p:sp>
      <p:cxnSp>
        <p:nvCxnSpPr>
          <p:cNvPr id="7" name="Straight Connector 6">
            <a:extLst>
              <a:ext uri="{FF2B5EF4-FFF2-40B4-BE49-F238E27FC236}">
                <a16:creationId xmlns="" xmlns:a16="http://schemas.microsoft.com/office/drawing/2014/main" id="{719FDB67-7322-F4DB-9E78-05C49EFF86EC}"/>
              </a:ext>
            </a:extLst>
          </p:cNvPr>
          <p:cNvCxnSpPr/>
          <p:nvPr/>
        </p:nvCxnSpPr>
        <p:spPr>
          <a:xfrm flipV="1">
            <a:off x="761996" y="826324"/>
            <a:ext cx="0" cy="914400"/>
          </a:xfrm>
          <a:prstGeom prst="straightConnector1">
            <a:avLst/>
          </a:prstGeom>
          <a:noFill/>
          <a:ln w="19046" cap="flat">
            <a:solidFill>
              <a:srgbClr val="1CADE4"/>
            </a:solidFill>
            <a:prstDash val="solid"/>
            <a:miter/>
          </a:ln>
        </p:spPr>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80000"/>
        </a:lnSpc>
        <a:spcBef>
          <a:spcPts val="0"/>
        </a:spcBef>
        <a:spcAft>
          <a:spcPts val="0"/>
        </a:spcAft>
        <a:buNone/>
        <a:tabLst/>
        <a:defRPr lang="en-US" sz="5000" b="0" i="0" u="none" strike="noStrike" kern="1200" cap="all" spc="100" baseline="0">
          <a:solidFill>
            <a:srgbClr val="0D0D0D"/>
          </a:solidFill>
          <a:uFillTx/>
          <a:latin typeface="Tw Cen MT Condensed"/>
        </a:defRPr>
      </a:lvl1pPr>
    </p:titleStyle>
    <p:bodyStyle>
      <a:lvl1pPr marL="91440" marR="0" lvl="0" indent="-91440" algn="l" defTabSz="914400" rtl="0" fontAlgn="auto" hangingPunct="1">
        <a:lnSpc>
          <a:spcPct val="90000"/>
        </a:lnSpc>
        <a:spcBef>
          <a:spcPts val="1200"/>
        </a:spcBef>
        <a:spcAft>
          <a:spcPts val="200"/>
        </a:spcAft>
        <a:buClr>
          <a:srgbClr val="1CADE4"/>
        </a:buClr>
        <a:buSzPct val="100000"/>
        <a:buFont typeface="Tw Cen MT" pitchFamily="34"/>
        <a:buChar char=" "/>
        <a:tabLst/>
        <a:defRPr lang="en-US" sz="2200" b="0" i="0" u="none" strike="noStrike" kern="1200" cap="none" spc="0" baseline="0">
          <a:solidFill>
            <a:srgbClr val="000000"/>
          </a:solidFill>
          <a:uFillTx/>
          <a:latin typeface="Tw Cen MT"/>
        </a:defRPr>
      </a:lvl1pPr>
      <a:lvl2pPr marL="265176" marR="0" lvl="1" indent="-137160" algn="l" defTabSz="914400" rtl="0" fontAlgn="auto" hangingPunct="1">
        <a:lnSpc>
          <a:spcPct val="90000"/>
        </a:lnSpc>
        <a:spcBef>
          <a:spcPts val="200"/>
        </a:spcBef>
        <a:spcAft>
          <a:spcPts val="400"/>
        </a:spcAft>
        <a:buClr>
          <a:srgbClr val="1CADE4"/>
        </a:buClr>
        <a:buSzPct val="100000"/>
        <a:buFont typeface="Wingdings 3" pitchFamily="18"/>
        <a:buChar char=""/>
        <a:tabLst/>
        <a:defRPr lang="en-US" sz="1800" b="0" i="0" u="none" strike="noStrike" kern="1200" cap="none" spc="0" baseline="0">
          <a:solidFill>
            <a:srgbClr val="000000"/>
          </a:solidFill>
          <a:uFillTx/>
          <a:latin typeface="Tw Cen MT"/>
        </a:defRPr>
      </a:lvl2pPr>
      <a:lvl3pPr marL="448056" marR="0" lvl="2" indent="-137160" algn="l" defTabSz="914400" rtl="0" fontAlgn="auto" hangingPunct="1">
        <a:lnSpc>
          <a:spcPct val="90000"/>
        </a:lnSpc>
        <a:spcBef>
          <a:spcPts val="200"/>
        </a:spcBef>
        <a:spcAft>
          <a:spcPts val="400"/>
        </a:spcAft>
        <a:buClr>
          <a:srgbClr val="1CADE4"/>
        </a:buClr>
        <a:buSzPct val="100000"/>
        <a:buFont typeface="Wingdings 3" pitchFamily="18"/>
        <a:buChar char=""/>
        <a:tabLst/>
        <a:defRPr lang="en-US" sz="1400" b="0" i="0" u="none" strike="noStrike" kern="1200" cap="none" spc="0" baseline="0">
          <a:solidFill>
            <a:srgbClr val="000000"/>
          </a:solidFill>
          <a:uFillTx/>
          <a:latin typeface="Tw Cen MT"/>
        </a:defRPr>
      </a:lvl3pPr>
      <a:lvl4pPr marL="594360" marR="0" lvl="3" indent="-137160" algn="l" defTabSz="914400" rtl="0" fontAlgn="auto" hangingPunct="1">
        <a:lnSpc>
          <a:spcPct val="90000"/>
        </a:lnSpc>
        <a:spcBef>
          <a:spcPts val="200"/>
        </a:spcBef>
        <a:spcAft>
          <a:spcPts val="400"/>
        </a:spcAft>
        <a:buClr>
          <a:srgbClr val="1CADE4"/>
        </a:buClr>
        <a:buSzPct val="100000"/>
        <a:buFont typeface="Wingdings 3" pitchFamily="18"/>
        <a:buChar char=""/>
        <a:tabLst/>
        <a:defRPr lang="en-US" sz="1400" b="0" i="0" u="none" strike="noStrike" kern="1200" cap="none" spc="0" baseline="0">
          <a:solidFill>
            <a:srgbClr val="000000"/>
          </a:solidFill>
          <a:uFillTx/>
          <a:latin typeface="Tw Cen MT"/>
        </a:defRPr>
      </a:lvl4pPr>
      <a:lvl5pPr marL="777240" marR="0" lvl="4" indent="-137160" algn="l" defTabSz="914400" rtl="0" fontAlgn="auto" hangingPunct="1">
        <a:lnSpc>
          <a:spcPct val="90000"/>
        </a:lnSpc>
        <a:spcBef>
          <a:spcPts val="200"/>
        </a:spcBef>
        <a:spcAft>
          <a:spcPts val="400"/>
        </a:spcAft>
        <a:buClr>
          <a:srgbClr val="1CADE4"/>
        </a:buClr>
        <a:buSzPct val="100000"/>
        <a:buFont typeface="Wingdings 3" pitchFamily="18"/>
        <a:buChar char=""/>
        <a:tabLst/>
        <a:defRPr lang="en-US" sz="1400" b="0" i="0" u="none" strike="noStrike" kern="1200" cap="none" spc="0" baseline="0">
          <a:solidFill>
            <a:srgbClr val="000000"/>
          </a:solidFill>
          <a:uFillTx/>
          <a:latin typeface="Tw Cen M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1">
    <p:spTree>
      <p:nvGrpSpPr>
        <p:cNvPr id="1" name=""/>
        <p:cNvGrpSpPr/>
        <p:nvPr/>
      </p:nvGrpSpPr>
      <p:grpSpPr>
        <a:xfrm>
          <a:off x="0" y="0"/>
          <a:ext cx="0" cy="0"/>
          <a:chOff x="0" y="0"/>
          <a:chExt cx="0" cy="0"/>
        </a:xfrm>
      </p:grpSpPr>
      <p:grpSp>
        <p:nvGrpSpPr>
          <p:cNvPr id="2" name="Group 73">
            <a:extLst>
              <a:ext uri="{FF2B5EF4-FFF2-40B4-BE49-F238E27FC236}">
                <a16:creationId xmlns="" xmlns:a16="http://schemas.microsoft.com/office/drawing/2014/main" id="{AB87E47F-10A1-D413-88A5-B3F1E7731F52}"/>
              </a:ext>
            </a:extLst>
          </p:cNvPr>
          <p:cNvGrpSpPr/>
          <p:nvPr/>
        </p:nvGrpSpPr>
        <p:grpSpPr>
          <a:xfrm>
            <a:off x="7163639" y="1051047"/>
            <a:ext cx="827019" cy="728940"/>
            <a:chOff x="7163639" y="1051047"/>
            <a:chExt cx="827019" cy="728940"/>
          </a:xfrm>
        </p:grpSpPr>
        <p:sp>
          <p:nvSpPr>
            <p:cNvPr id="3" name="Hexagon 74">
              <a:extLst>
                <a:ext uri="{FF2B5EF4-FFF2-40B4-BE49-F238E27FC236}">
                  <a16:creationId xmlns="" xmlns:a16="http://schemas.microsoft.com/office/drawing/2014/main" id="{6CED9F69-7F41-CDD8-D85C-EDEA55C887CF}"/>
                </a:ext>
              </a:extLst>
            </p:cNvPr>
            <p:cNvSpPr/>
            <p:nvPr/>
          </p:nvSpPr>
          <p:spPr>
            <a:xfrm rot="1524675">
              <a:off x="7334522" y="1051047"/>
              <a:ext cx="437311" cy="392734"/>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4" name="Hexagon 75">
              <a:extLst>
                <a:ext uri="{FF2B5EF4-FFF2-40B4-BE49-F238E27FC236}">
                  <a16:creationId xmlns="" xmlns:a16="http://schemas.microsoft.com/office/drawing/2014/main" id="{0A7EE3F3-0ED5-BF4C-C4F7-551CFA76647B}"/>
                </a:ext>
              </a:extLst>
            </p:cNvPr>
            <p:cNvSpPr/>
            <p:nvPr/>
          </p:nvSpPr>
          <p:spPr>
            <a:xfrm rot="1524675">
              <a:off x="7553347" y="1372404"/>
              <a:ext cx="437311" cy="392734"/>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5" name="Hexagon 76">
              <a:extLst>
                <a:ext uri="{FF2B5EF4-FFF2-40B4-BE49-F238E27FC236}">
                  <a16:creationId xmlns="" xmlns:a16="http://schemas.microsoft.com/office/drawing/2014/main" id="{F27015D4-A1A3-69AA-3E26-8844F050145D}"/>
                </a:ext>
              </a:extLst>
            </p:cNvPr>
            <p:cNvSpPr/>
            <p:nvPr/>
          </p:nvSpPr>
          <p:spPr>
            <a:xfrm rot="1524675">
              <a:off x="7163639" y="1387253"/>
              <a:ext cx="437311" cy="392734"/>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grpSp>
      <p:grpSp>
        <p:nvGrpSpPr>
          <p:cNvPr id="6" name="Group 64">
            <a:extLst>
              <a:ext uri="{FF2B5EF4-FFF2-40B4-BE49-F238E27FC236}">
                <a16:creationId xmlns="" xmlns:a16="http://schemas.microsoft.com/office/drawing/2014/main" id="{D6B08CFC-E1CD-A640-F8E8-05970C6122B7}"/>
              </a:ext>
            </a:extLst>
          </p:cNvPr>
          <p:cNvGrpSpPr/>
          <p:nvPr/>
        </p:nvGrpSpPr>
        <p:grpSpPr>
          <a:xfrm>
            <a:off x="5493280" y="3096505"/>
            <a:ext cx="1128515" cy="947254"/>
            <a:chOff x="5493280" y="3096505"/>
            <a:chExt cx="1128515" cy="947254"/>
          </a:xfrm>
        </p:grpSpPr>
        <p:sp>
          <p:nvSpPr>
            <p:cNvPr id="7" name="Hexagon 54">
              <a:extLst>
                <a:ext uri="{FF2B5EF4-FFF2-40B4-BE49-F238E27FC236}">
                  <a16:creationId xmlns="" xmlns:a16="http://schemas.microsoft.com/office/drawing/2014/main" id="{C3EA4BD6-78D4-5489-BD73-4CAB1664EE52}"/>
                </a:ext>
              </a:extLst>
            </p:cNvPr>
            <p:cNvSpPr/>
            <p:nvPr/>
          </p:nvSpPr>
          <p:spPr>
            <a:xfrm rot="19867701">
              <a:off x="5493280" y="3416115"/>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alpha val="22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8" name="Hexagon 55">
              <a:extLst>
                <a:ext uri="{FF2B5EF4-FFF2-40B4-BE49-F238E27FC236}">
                  <a16:creationId xmlns="" xmlns:a16="http://schemas.microsoft.com/office/drawing/2014/main" id="{51DB3902-CE6E-4E48-0EBE-57795A34548B}"/>
                </a:ext>
              </a:extLst>
            </p:cNvPr>
            <p:cNvSpPr/>
            <p:nvPr/>
          </p:nvSpPr>
          <p:spPr>
            <a:xfrm rot="19867701">
              <a:off x="5846028" y="3414917"/>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alpha val="22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9" name="Hexagon 56">
              <a:extLst>
                <a:ext uri="{FF2B5EF4-FFF2-40B4-BE49-F238E27FC236}">
                  <a16:creationId xmlns="" xmlns:a16="http://schemas.microsoft.com/office/drawing/2014/main" id="{AAA52627-FD12-DA01-15B0-E7A99A155D79}"/>
                </a:ext>
              </a:extLst>
            </p:cNvPr>
            <p:cNvSpPr/>
            <p:nvPr/>
          </p:nvSpPr>
          <p:spPr>
            <a:xfrm rot="19867701">
              <a:off x="5642062" y="3705203"/>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alpha val="22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10" name="Hexagon 58">
              <a:extLst>
                <a:ext uri="{FF2B5EF4-FFF2-40B4-BE49-F238E27FC236}">
                  <a16:creationId xmlns="" xmlns:a16="http://schemas.microsoft.com/office/drawing/2014/main" id="{494281B1-2843-EA52-EA5A-3FF69E5FA590}"/>
                </a:ext>
              </a:extLst>
            </p:cNvPr>
            <p:cNvSpPr/>
            <p:nvPr/>
          </p:nvSpPr>
          <p:spPr>
            <a:xfrm rot="19867701">
              <a:off x="5676013" y="3106573"/>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alpha val="22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11" name="Hexagon 59">
              <a:extLst>
                <a:ext uri="{FF2B5EF4-FFF2-40B4-BE49-F238E27FC236}">
                  <a16:creationId xmlns="" xmlns:a16="http://schemas.microsoft.com/office/drawing/2014/main" id="{E1458E48-8AE1-9113-5BF9-4BB4650201B8}"/>
                </a:ext>
              </a:extLst>
            </p:cNvPr>
            <p:cNvSpPr/>
            <p:nvPr/>
          </p:nvSpPr>
          <p:spPr>
            <a:xfrm rot="19867701">
              <a:off x="6044837" y="3096505"/>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alpha val="22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12" name="Hexagon 62">
              <a:extLst>
                <a:ext uri="{FF2B5EF4-FFF2-40B4-BE49-F238E27FC236}">
                  <a16:creationId xmlns="" xmlns:a16="http://schemas.microsoft.com/office/drawing/2014/main" id="{B19F1AEF-DC10-0595-7AA1-46E74B2CB733}"/>
                </a:ext>
              </a:extLst>
            </p:cNvPr>
            <p:cNvSpPr/>
            <p:nvPr/>
          </p:nvSpPr>
          <p:spPr>
            <a:xfrm rot="19867701">
              <a:off x="6023714" y="3686933"/>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alpha val="22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13" name="Hexagon 63">
              <a:extLst>
                <a:ext uri="{FF2B5EF4-FFF2-40B4-BE49-F238E27FC236}">
                  <a16:creationId xmlns="" xmlns:a16="http://schemas.microsoft.com/office/drawing/2014/main" id="{CE90CDFD-37FC-6497-2330-BFDF075F2C88}"/>
                </a:ext>
              </a:extLst>
            </p:cNvPr>
            <p:cNvSpPr/>
            <p:nvPr/>
          </p:nvSpPr>
          <p:spPr>
            <a:xfrm rot="19867701">
              <a:off x="6218454" y="3386251"/>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alpha val="22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grpSp>
      <p:sp>
        <p:nvSpPr>
          <p:cNvPr id="14" name="Rectangle 3">
            <a:extLst>
              <a:ext uri="{FF2B5EF4-FFF2-40B4-BE49-F238E27FC236}">
                <a16:creationId xmlns="" xmlns:a16="http://schemas.microsoft.com/office/drawing/2014/main" id="{CA192BF6-F456-FF33-2476-883D502BAE88}"/>
              </a:ext>
            </a:extLst>
          </p:cNvPr>
          <p:cNvSpPr/>
          <p:nvPr/>
        </p:nvSpPr>
        <p:spPr>
          <a:xfrm>
            <a:off x="469571" y="246723"/>
            <a:ext cx="11471056" cy="6262981"/>
          </a:xfrm>
          <a:prstGeom prst="rect">
            <a:avLst/>
          </a:prstGeom>
          <a:noFill/>
          <a:ln w="15873" cap="flat">
            <a:solidFill>
              <a:srgbClr val="CE295E"/>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5" name="TextBox 18">
            <a:extLst>
              <a:ext uri="{FF2B5EF4-FFF2-40B4-BE49-F238E27FC236}">
                <a16:creationId xmlns="" xmlns:a16="http://schemas.microsoft.com/office/drawing/2014/main" id="{2FF0ED62-6191-2D70-1DF2-23EE4EE4E844}"/>
              </a:ext>
            </a:extLst>
          </p:cNvPr>
          <p:cNvSpPr txBox="1"/>
          <p:nvPr/>
        </p:nvSpPr>
        <p:spPr>
          <a:xfrm>
            <a:off x="1228514" y="3679106"/>
            <a:ext cx="1426966" cy="338556"/>
          </a:xfrm>
          <a:prstGeom prst="rect">
            <a:avLst/>
          </a:prstGeom>
          <a:noFill/>
          <a:ln cap="flat">
            <a:noFill/>
          </a:ln>
        </p:spPr>
        <p:txBody>
          <a:bodyPr vert="horz" wrap="square" lIns="91440" tIns="45720" rIns="91440" bIns="45720" anchor="ctr"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600" b="0" i="0" u="none" strike="noStrike" kern="1200" cap="none" spc="0" baseline="0">
                <a:solidFill>
                  <a:srgbClr val="FFFFFF"/>
                </a:solidFill>
                <a:uFillTx/>
                <a:latin typeface="Tw Cen MT"/>
              </a:rPr>
              <a:t>- -</a:t>
            </a:r>
          </a:p>
        </p:txBody>
      </p:sp>
      <p:sp>
        <p:nvSpPr>
          <p:cNvPr id="16" name="Rectangle: Rounded Corners 20">
            <a:extLst>
              <a:ext uri="{FF2B5EF4-FFF2-40B4-BE49-F238E27FC236}">
                <a16:creationId xmlns="" xmlns:a16="http://schemas.microsoft.com/office/drawing/2014/main" id="{1ED25326-206B-77FF-B2A0-FFCCE056A47A}"/>
              </a:ext>
            </a:extLst>
          </p:cNvPr>
          <p:cNvSpPr/>
          <p:nvPr/>
        </p:nvSpPr>
        <p:spPr>
          <a:xfrm rot="18900010">
            <a:off x="-6742765" y="-1434594"/>
            <a:ext cx="3681703" cy="3681703"/>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D0D0D">
              <a:alpha val="30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7" name="Freeform: Shape 24" hidden="1">
            <a:extLst>
              <a:ext uri="{FF2B5EF4-FFF2-40B4-BE49-F238E27FC236}">
                <a16:creationId xmlns="" xmlns:a16="http://schemas.microsoft.com/office/drawing/2014/main" id="{1E32D875-48B9-3F90-D516-BE5B207C72C2}"/>
              </a:ext>
            </a:extLst>
          </p:cNvPr>
          <p:cNvSpPr/>
          <p:nvPr/>
        </p:nvSpPr>
        <p:spPr>
          <a:xfrm>
            <a:off x="9593939" y="5808570"/>
            <a:ext cx="2293260" cy="1049429"/>
          </a:xfrm>
          <a:custGeom>
            <a:avLst/>
            <a:gdLst>
              <a:gd name="f0" fmla="val 10800000"/>
              <a:gd name="f1" fmla="val 5400000"/>
              <a:gd name="f2" fmla="val 180"/>
              <a:gd name="f3" fmla="val w"/>
              <a:gd name="f4" fmla="val h"/>
              <a:gd name="f5" fmla="val 0"/>
              <a:gd name="f6" fmla="val 2293258"/>
              <a:gd name="f7" fmla="val 1049426"/>
              <a:gd name="f8" fmla="val 1146629"/>
              <a:gd name="f9" fmla="val 1206686"/>
              <a:gd name="f10" fmla="val 1266742"/>
              <a:gd name="f11" fmla="val 22911"/>
              <a:gd name="f12" fmla="val 1312564"/>
              <a:gd name="f13" fmla="val 68733"/>
              <a:gd name="f14" fmla="val 980694"/>
              <a:gd name="f15" fmla="val 1026516"/>
              <a:gd name="f16" fmla="val 1086572"/>
              <a:gd name="f17" fmla="+- 0 0 -90"/>
              <a:gd name="f18" fmla="*/ f3 1 2293258"/>
              <a:gd name="f19" fmla="*/ f4 1 1049426"/>
              <a:gd name="f20" fmla="val f5"/>
              <a:gd name="f21" fmla="val f6"/>
              <a:gd name="f22" fmla="val f7"/>
              <a:gd name="f23" fmla="*/ f17 f0 1"/>
              <a:gd name="f24" fmla="+- f22 0 f20"/>
              <a:gd name="f25" fmla="+- f21 0 f20"/>
              <a:gd name="f26" fmla="*/ f23 1 f2"/>
              <a:gd name="f27" fmla="*/ f25 1 2293258"/>
              <a:gd name="f28" fmla="*/ f24 1 1049426"/>
              <a:gd name="f29" fmla="*/ 1146629 f25 1"/>
              <a:gd name="f30" fmla="*/ 0 f24 1"/>
              <a:gd name="f31" fmla="*/ 1312564 f25 1"/>
              <a:gd name="f32" fmla="*/ 68733 f24 1"/>
              <a:gd name="f33" fmla="*/ 2293258 f25 1"/>
              <a:gd name="f34" fmla="*/ 1049426 f24 1"/>
              <a:gd name="f35" fmla="*/ 0 f25 1"/>
              <a:gd name="f36" fmla="*/ 980694 f25 1"/>
              <a:gd name="f37" fmla="+- f26 0 f1"/>
              <a:gd name="f38" fmla="*/ f29 1 2293258"/>
              <a:gd name="f39" fmla="*/ f30 1 1049426"/>
              <a:gd name="f40" fmla="*/ f31 1 2293258"/>
              <a:gd name="f41" fmla="*/ f32 1 1049426"/>
              <a:gd name="f42" fmla="*/ f33 1 2293258"/>
              <a:gd name="f43" fmla="*/ f34 1 1049426"/>
              <a:gd name="f44" fmla="*/ f35 1 2293258"/>
              <a:gd name="f45" fmla="*/ f36 1 2293258"/>
              <a:gd name="f46" fmla="*/ f20 1 f27"/>
              <a:gd name="f47" fmla="*/ f21 1 f27"/>
              <a:gd name="f48" fmla="*/ f20 1 f28"/>
              <a:gd name="f49" fmla="*/ f22 1 f28"/>
              <a:gd name="f50" fmla="*/ f38 1 f27"/>
              <a:gd name="f51" fmla="*/ f39 1 f28"/>
              <a:gd name="f52" fmla="*/ f40 1 f27"/>
              <a:gd name="f53" fmla="*/ f41 1 f28"/>
              <a:gd name="f54" fmla="*/ f42 1 f27"/>
              <a:gd name="f55" fmla="*/ f43 1 f28"/>
              <a:gd name="f56" fmla="*/ f44 1 f27"/>
              <a:gd name="f57" fmla="*/ f45 1 f27"/>
              <a:gd name="f58" fmla="*/ f46 f18 1"/>
              <a:gd name="f59" fmla="*/ f47 f18 1"/>
              <a:gd name="f60" fmla="*/ f49 f19 1"/>
              <a:gd name="f61" fmla="*/ f48 f19 1"/>
              <a:gd name="f62" fmla="*/ f50 f18 1"/>
              <a:gd name="f63" fmla="*/ f51 f19 1"/>
              <a:gd name="f64" fmla="*/ f52 f18 1"/>
              <a:gd name="f65" fmla="*/ f53 f19 1"/>
              <a:gd name="f66" fmla="*/ f54 f18 1"/>
              <a:gd name="f67" fmla="*/ f55 f19 1"/>
              <a:gd name="f68" fmla="*/ f56 f18 1"/>
              <a:gd name="f69" fmla="*/ f57 f18 1"/>
            </a:gdLst>
            <a:ahLst/>
            <a:cxnLst>
              <a:cxn ang="3cd4">
                <a:pos x="hc" y="t"/>
              </a:cxn>
              <a:cxn ang="0">
                <a:pos x="r" y="vc"/>
              </a:cxn>
              <a:cxn ang="cd4">
                <a:pos x="hc" y="b"/>
              </a:cxn>
              <a:cxn ang="cd2">
                <a:pos x="l" y="vc"/>
              </a:cxn>
              <a:cxn ang="f37">
                <a:pos x="f62" y="f63"/>
              </a:cxn>
              <a:cxn ang="f37">
                <a:pos x="f64" y="f65"/>
              </a:cxn>
              <a:cxn ang="f37">
                <a:pos x="f66" y="f67"/>
              </a:cxn>
              <a:cxn ang="f37">
                <a:pos x="f68" y="f67"/>
              </a:cxn>
              <a:cxn ang="f37">
                <a:pos x="f69" y="f65"/>
              </a:cxn>
              <a:cxn ang="f37">
                <a:pos x="f62" y="f63"/>
              </a:cxn>
            </a:cxnLst>
            <a:rect l="f58" t="f61" r="f59" b="f60"/>
            <a:pathLst>
              <a:path w="2293258" h="1049426">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0D0D0D">
              <a:alpha val="30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8" name="Title 1">
            <a:extLst>
              <a:ext uri="{FF2B5EF4-FFF2-40B4-BE49-F238E27FC236}">
                <a16:creationId xmlns="" xmlns:a16="http://schemas.microsoft.com/office/drawing/2014/main" id="{3F042F58-7596-F1B3-2034-9223FA6F27D2}"/>
              </a:ext>
            </a:extLst>
          </p:cNvPr>
          <p:cNvSpPr txBox="1">
            <a:spLocks noGrp="1"/>
          </p:cNvSpPr>
          <p:nvPr>
            <p:ph type="title"/>
          </p:nvPr>
        </p:nvSpPr>
        <p:spPr>
          <a:xfrm>
            <a:off x="1024128" y="585216"/>
            <a:ext cx="9720072" cy="931069"/>
          </a:xfrm>
        </p:spPr>
        <p:txBody>
          <a:bodyPr/>
          <a:lstStyle/>
          <a:p>
            <a:pPr lvl="0"/>
            <a:r>
              <a:rPr lang="en-GB"/>
              <a:t>Project </a:t>
            </a:r>
          </a:p>
        </p:txBody>
      </p:sp>
      <p:sp>
        <p:nvSpPr>
          <p:cNvPr id="19" name="Footer Placeholder 6">
            <a:extLst>
              <a:ext uri="{FF2B5EF4-FFF2-40B4-BE49-F238E27FC236}">
                <a16:creationId xmlns="" xmlns:a16="http://schemas.microsoft.com/office/drawing/2014/main" id="{EB310D7C-1C02-B78E-9EF5-BC2C90AF507C}"/>
              </a:ext>
            </a:extLst>
          </p:cNvPr>
          <p:cNvSpPr txBox="1"/>
          <p:nvPr/>
        </p:nvSpPr>
        <p:spPr>
          <a:xfrm>
            <a:off x="9537896" y="5840199"/>
            <a:ext cx="2286987" cy="400114"/>
          </a:xfrm>
          <a:prstGeom prst="rect">
            <a:avLst/>
          </a:prstGeom>
          <a:noFill/>
          <a:ln cap="flat">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000" b="1" i="0" u="none" strike="noStrike" kern="1200" cap="all" spc="0" baseline="0">
                <a:solidFill>
                  <a:srgbClr val="0D0D0D"/>
                </a:solidFill>
                <a:uFillTx/>
                <a:latin typeface="Arial" pitchFamily="34"/>
                <a:cs typeface="Arial" pitchFamily="34"/>
              </a:rPr>
              <a:t>BY Yemi Praise</a:t>
            </a:r>
            <a:endParaRPr lang="en-US" sz="2000" b="1" i="0" u="none" strike="noStrike" kern="1200" cap="all" spc="0" baseline="0">
              <a:solidFill>
                <a:srgbClr val="0D0D0D"/>
              </a:solidFill>
              <a:uFillTx/>
              <a:latin typeface="Arial" pitchFamily="34"/>
              <a:cs typeface="Arial" pitchFamily="34"/>
            </a:endParaRPr>
          </a:p>
        </p:txBody>
      </p:sp>
      <p:sp>
        <p:nvSpPr>
          <p:cNvPr id="20" name="Slide Number Placeholder 8">
            <a:extLst>
              <a:ext uri="{FF2B5EF4-FFF2-40B4-BE49-F238E27FC236}">
                <a16:creationId xmlns="" xmlns:a16="http://schemas.microsoft.com/office/drawing/2014/main" id="{768C0710-6F6E-BF88-2043-656F216C0656}"/>
              </a:ext>
            </a:extLst>
          </p:cNvPr>
          <p:cNvSpPr txBox="1"/>
          <p:nvPr/>
        </p:nvSpPr>
        <p:spPr>
          <a:xfrm>
            <a:off x="10837331" y="6470705"/>
            <a:ext cx="973671" cy="274320"/>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7F91515A-2765-41F4-88E0-71AB67A705F2}" type="slidenum">
              <a:rPr lang="en-US" sz="1000" b="0" i="0" u="none" strike="noStrike" kern="1200" cap="none" spc="0" baseline="0">
                <a:solidFill>
                  <a:srgbClr val="0D0D0D"/>
                </a:solidFill>
                <a:uFillTx/>
                <a:latin typeface="Tw Cen MT Condensed"/>
              </a:rPr>
              <a:t>1</a:t>
            </a:fld>
            <a:endParaRPr lang="en-US" sz="1000" b="0" i="0" u="none" strike="noStrike" kern="1200" cap="none" spc="0" baseline="0">
              <a:solidFill>
                <a:srgbClr val="0D0D0D"/>
              </a:solidFill>
              <a:uFillTx/>
              <a:latin typeface="Tw Cen MT Condensed"/>
            </a:endParaRPr>
          </a:p>
        </p:txBody>
      </p:sp>
      <p:sp>
        <p:nvSpPr>
          <p:cNvPr id="21" name="TextBox 12">
            <a:extLst>
              <a:ext uri="{FF2B5EF4-FFF2-40B4-BE49-F238E27FC236}">
                <a16:creationId xmlns="" xmlns:a16="http://schemas.microsoft.com/office/drawing/2014/main" id="{E703CF5F-9542-7B95-CD31-6B7105AABF8D}"/>
              </a:ext>
            </a:extLst>
          </p:cNvPr>
          <p:cNvSpPr txBox="1"/>
          <p:nvPr/>
        </p:nvSpPr>
        <p:spPr>
          <a:xfrm>
            <a:off x="893670" y="2092348"/>
            <a:ext cx="5014761" cy="1200332"/>
          </a:xfrm>
          <a:prstGeom prst="rect">
            <a:avLst/>
          </a:prstGeom>
          <a:noFill/>
          <a:ln cap="flat">
            <a:noFill/>
          </a:ln>
        </p:spPr>
        <p:txBody>
          <a:bodyPr vert="horz" wrap="square" lIns="91440" tIns="45720" rIns="91440" bIns="45720" anchor="ctr"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3600" b="1" i="0" u="none" strike="noStrike" kern="1200" cap="none" spc="0" baseline="0">
                <a:solidFill>
                  <a:srgbClr val="0D0D0D"/>
                </a:solidFill>
                <a:uFillTx/>
                <a:latin typeface="Tw Cen MT Condensed"/>
              </a:rPr>
              <a:t>Hospital Emergency Room </a:t>
            </a:r>
          </a:p>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3600" b="1" i="0" u="none" strike="noStrike" kern="1200" cap="none" spc="0" baseline="0">
                <a:solidFill>
                  <a:srgbClr val="0D0D0D"/>
                </a:solidFill>
                <a:uFillTx/>
                <a:latin typeface="Tw Cen MT Condensed"/>
              </a:rPr>
              <a:t>Patient Flow and outcome</a:t>
            </a:r>
          </a:p>
        </p:txBody>
      </p:sp>
      <p:grpSp>
        <p:nvGrpSpPr>
          <p:cNvPr id="22" name="Group 57">
            <a:extLst>
              <a:ext uri="{FF2B5EF4-FFF2-40B4-BE49-F238E27FC236}">
                <a16:creationId xmlns="" xmlns:a16="http://schemas.microsoft.com/office/drawing/2014/main" id="{19D6D551-01AF-C3C6-7B29-388881DAD5B8}"/>
              </a:ext>
            </a:extLst>
          </p:cNvPr>
          <p:cNvGrpSpPr/>
          <p:nvPr/>
        </p:nvGrpSpPr>
        <p:grpSpPr>
          <a:xfrm>
            <a:off x="1228514" y="4630475"/>
            <a:ext cx="722119" cy="663552"/>
            <a:chOff x="1228514" y="4630475"/>
            <a:chExt cx="722119" cy="663552"/>
          </a:xfrm>
        </p:grpSpPr>
        <p:sp>
          <p:nvSpPr>
            <p:cNvPr id="23" name="Hexagon 51">
              <a:extLst>
                <a:ext uri="{FF2B5EF4-FFF2-40B4-BE49-F238E27FC236}">
                  <a16:creationId xmlns="" xmlns:a16="http://schemas.microsoft.com/office/drawing/2014/main" id="{CFBCF454-64F7-887C-EDA2-7A57E39EF251}"/>
                </a:ext>
              </a:extLst>
            </p:cNvPr>
            <p:cNvSpPr/>
            <p:nvPr/>
          </p:nvSpPr>
          <p:spPr>
            <a:xfrm>
              <a:off x="1237814" y="4630475"/>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24" name="Hexagon 52">
              <a:extLst>
                <a:ext uri="{FF2B5EF4-FFF2-40B4-BE49-F238E27FC236}">
                  <a16:creationId xmlns="" xmlns:a16="http://schemas.microsoft.com/office/drawing/2014/main" id="{E2FB60C4-E662-6804-D439-0ABE03DA9D00}"/>
                </a:ext>
              </a:extLst>
            </p:cNvPr>
            <p:cNvSpPr/>
            <p:nvPr/>
          </p:nvSpPr>
          <p:spPr>
            <a:xfrm>
              <a:off x="1547292" y="4799749"/>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25" name="Hexagon 53">
              <a:extLst>
                <a:ext uri="{FF2B5EF4-FFF2-40B4-BE49-F238E27FC236}">
                  <a16:creationId xmlns="" xmlns:a16="http://schemas.microsoft.com/office/drawing/2014/main" id="{328CEC46-8213-AA0C-B3D4-EC3AD25D7BC5}"/>
                </a:ext>
              </a:extLst>
            </p:cNvPr>
            <p:cNvSpPr/>
            <p:nvPr/>
          </p:nvSpPr>
          <p:spPr>
            <a:xfrm>
              <a:off x="1228514" y="4955471"/>
              <a:ext cx="403341" cy="338556"/>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grpSp>
      <p:grpSp>
        <p:nvGrpSpPr>
          <p:cNvPr id="26" name="Group 50">
            <a:extLst>
              <a:ext uri="{FF2B5EF4-FFF2-40B4-BE49-F238E27FC236}">
                <a16:creationId xmlns="" xmlns:a16="http://schemas.microsoft.com/office/drawing/2014/main" id="{1CF4B8B5-0654-1B9B-8D01-495041C6C8D8}"/>
              </a:ext>
            </a:extLst>
          </p:cNvPr>
          <p:cNvGrpSpPr/>
          <p:nvPr/>
        </p:nvGrpSpPr>
        <p:grpSpPr>
          <a:xfrm>
            <a:off x="5612377" y="985659"/>
            <a:ext cx="5766966" cy="4924921"/>
            <a:chOff x="5612377" y="985659"/>
            <a:chExt cx="5766966" cy="4924921"/>
          </a:xfrm>
        </p:grpSpPr>
        <p:sp>
          <p:nvSpPr>
            <p:cNvPr id="27" name="Hexagon 48">
              <a:extLst>
                <a:ext uri="{FF2B5EF4-FFF2-40B4-BE49-F238E27FC236}">
                  <a16:creationId xmlns="" xmlns:a16="http://schemas.microsoft.com/office/drawing/2014/main" id="{EBED8A48-0BEF-ECB3-7ADD-86AEBCF7A34F}"/>
                </a:ext>
              </a:extLst>
            </p:cNvPr>
            <p:cNvSpPr/>
            <p:nvPr/>
          </p:nvSpPr>
          <p:spPr>
            <a:xfrm rot="593596">
              <a:off x="5612377" y="2819707"/>
              <a:ext cx="4105811" cy="3090873"/>
            </a:xfrm>
            <a:custGeom>
              <a:avLst>
                <a:gd name="f11" fmla="val 35954"/>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35954"/>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alpha val="24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28" name="Hexagon 47">
              <a:extLst>
                <a:ext uri="{FF2B5EF4-FFF2-40B4-BE49-F238E27FC236}">
                  <a16:creationId xmlns="" xmlns:a16="http://schemas.microsoft.com/office/drawing/2014/main" id="{BEE2C84E-5A93-0C82-D0BF-F592BB0A158E}"/>
                </a:ext>
              </a:extLst>
            </p:cNvPr>
            <p:cNvSpPr/>
            <p:nvPr/>
          </p:nvSpPr>
          <p:spPr>
            <a:xfrm rot="593596">
              <a:off x="8465096" y="985659"/>
              <a:ext cx="2914247" cy="2209418"/>
            </a:xfrm>
            <a:custGeom>
              <a:avLst>
                <a:gd name="f11" fmla="val 35954"/>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35954"/>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alpha val="40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29" name="Hexagon 46">
              <a:extLst>
                <a:ext uri="{FF2B5EF4-FFF2-40B4-BE49-F238E27FC236}">
                  <a16:creationId xmlns="" xmlns:a16="http://schemas.microsoft.com/office/drawing/2014/main" id="{42A9C2C8-4E97-A6EB-ECC2-F47756625B59}"/>
                </a:ext>
              </a:extLst>
            </p:cNvPr>
            <p:cNvSpPr/>
            <p:nvPr/>
          </p:nvSpPr>
          <p:spPr>
            <a:xfrm rot="593596">
              <a:off x="6304871" y="1385171"/>
              <a:ext cx="4962403" cy="3789273"/>
            </a:xfrm>
            <a:custGeom>
              <a:avLst>
                <a:gd name="f11" fmla="val 35954"/>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35954"/>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blipFill>
              <a:blip r:embed="rId3">
                <a:alphaModFix/>
              </a:blip>
              <a:stretch>
                <a:fillRect/>
              </a:stretch>
            </a:blip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grpSp>
      <p:grpSp>
        <p:nvGrpSpPr>
          <p:cNvPr id="30" name="Group 65">
            <a:extLst>
              <a:ext uri="{FF2B5EF4-FFF2-40B4-BE49-F238E27FC236}">
                <a16:creationId xmlns="" xmlns:a16="http://schemas.microsoft.com/office/drawing/2014/main" id="{49F3A9D1-94F9-3762-9D57-B17CE766D536}"/>
              </a:ext>
            </a:extLst>
          </p:cNvPr>
          <p:cNvGrpSpPr/>
          <p:nvPr/>
        </p:nvGrpSpPr>
        <p:grpSpPr>
          <a:xfrm>
            <a:off x="3327611" y="729122"/>
            <a:ext cx="1187760" cy="899761"/>
            <a:chOff x="3327611" y="729122"/>
            <a:chExt cx="1187760" cy="899761"/>
          </a:xfrm>
        </p:grpSpPr>
        <p:sp>
          <p:nvSpPr>
            <p:cNvPr id="31" name="Hexagon 66">
              <a:extLst>
                <a:ext uri="{FF2B5EF4-FFF2-40B4-BE49-F238E27FC236}">
                  <a16:creationId xmlns="" xmlns:a16="http://schemas.microsoft.com/office/drawing/2014/main" id="{57F75737-281A-B96E-FDE1-9ACE4337E28B}"/>
                </a:ext>
              </a:extLst>
            </p:cNvPr>
            <p:cNvSpPr/>
            <p:nvPr/>
          </p:nvSpPr>
          <p:spPr>
            <a:xfrm rot="1524675">
              <a:off x="3536588" y="729122"/>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32" name="Hexagon 67">
              <a:extLst>
                <a:ext uri="{FF2B5EF4-FFF2-40B4-BE49-F238E27FC236}">
                  <a16:creationId xmlns="" xmlns:a16="http://schemas.microsoft.com/office/drawing/2014/main" id="{CE881BF8-3B47-2C1D-0F24-A790E59B7681}"/>
                </a:ext>
              </a:extLst>
            </p:cNvPr>
            <p:cNvSpPr/>
            <p:nvPr/>
          </p:nvSpPr>
          <p:spPr>
            <a:xfrm rot="1524675">
              <a:off x="3877056" y="1153834"/>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33" name="Hexagon 68">
              <a:extLst>
                <a:ext uri="{FF2B5EF4-FFF2-40B4-BE49-F238E27FC236}">
                  <a16:creationId xmlns="" xmlns:a16="http://schemas.microsoft.com/office/drawing/2014/main" id="{99450C5A-67FC-2EE0-8F96-1D05014CAC07}"/>
                </a:ext>
              </a:extLst>
            </p:cNvPr>
            <p:cNvSpPr/>
            <p:nvPr/>
          </p:nvSpPr>
          <p:spPr>
            <a:xfrm rot="1524675">
              <a:off x="3327611" y="1134704"/>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grpSp>
      <p:grpSp>
        <p:nvGrpSpPr>
          <p:cNvPr id="34" name="Group 69">
            <a:extLst>
              <a:ext uri="{FF2B5EF4-FFF2-40B4-BE49-F238E27FC236}">
                <a16:creationId xmlns="" xmlns:a16="http://schemas.microsoft.com/office/drawing/2014/main" id="{2BD18455-398E-E9FC-A58A-BFED0D3E3F50}"/>
              </a:ext>
            </a:extLst>
          </p:cNvPr>
          <p:cNvGrpSpPr/>
          <p:nvPr/>
        </p:nvGrpSpPr>
        <p:grpSpPr>
          <a:xfrm>
            <a:off x="10319398" y="4618725"/>
            <a:ext cx="827019" cy="728931"/>
            <a:chOff x="10319398" y="4618725"/>
            <a:chExt cx="827019" cy="728931"/>
          </a:xfrm>
        </p:grpSpPr>
        <p:sp>
          <p:nvSpPr>
            <p:cNvPr id="35" name="Hexagon 70">
              <a:extLst>
                <a:ext uri="{FF2B5EF4-FFF2-40B4-BE49-F238E27FC236}">
                  <a16:creationId xmlns="" xmlns:a16="http://schemas.microsoft.com/office/drawing/2014/main" id="{B18B541E-72CC-C909-462C-DFE07071075A}"/>
                </a:ext>
              </a:extLst>
            </p:cNvPr>
            <p:cNvSpPr/>
            <p:nvPr/>
          </p:nvSpPr>
          <p:spPr>
            <a:xfrm rot="1524675">
              <a:off x="10490281" y="4618725"/>
              <a:ext cx="437311" cy="392734"/>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36" name="Hexagon 71">
              <a:extLst>
                <a:ext uri="{FF2B5EF4-FFF2-40B4-BE49-F238E27FC236}">
                  <a16:creationId xmlns="" xmlns:a16="http://schemas.microsoft.com/office/drawing/2014/main" id="{8DBBE742-4D56-334C-3ABD-BD90BE0BE32A}"/>
                </a:ext>
              </a:extLst>
            </p:cNvPr>
            <p:cNvSpPr/>
            <p:nvPr/>
          </p:nvSpPr>
          <p:spPr>
            <a:xfrm rot="1524675">
              <a:off x="10709106" y="4940081"/>
              <a:ext cx="437311" cy="392734"/>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37" name="Hexagon 72">
              <a:extLst>
                <a:ext uri="{FF2B5EF4-FFF2-40B4-BE49-F238E27FC236}">
                  <a16:creationId xmlns="" xmlns:a16="http://schemas.microsoft.com/office/drawing/2014/main" id="{E838F131-ADBB-4B94-31D6-063661832788}"/>
                </a:ext>
              </a:extLst>
            </p:cNvPr>
            <p:cNvSpPr/>
            <p:nvPr/>
          </p:nvSpPr>
          <p:spPr>
            <a:xfrm rot="1524675">
              <a:off x="10319398" y="4954922"/>
              <a:ext cx="437311" cy="392734"/>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grpSp>
      <p:grpSp>
        <p:nvGrpSpPr>
          <p:cNvPr id="38" name="Group 65">
            <a:extLst>
              <a:ext uri="{FF2B5EF4-FFF2-40B4-BE49-F238E27FC236}">
                <a16:creationId xmlns="" xmlns:a16="http://schemas.microsoft.com/office/drawing/2014/main" id="{49F3A9D1-94F9-3762-9D57-B17CE766D536}"/>
              </a:ext>
            </a:extLst>
          </p:cNvPr>
          <p:cNvGrpSpPr/>
          <p:nvPr/>
        </p:nvGrpSpPr>
        <p:grpSpPr>
          <a:xfrm>
            <a:off x="3346080" y="730786"/>
            <a:ext cx="1187760" cy="899761"/>
            <a:chOff x="3327611" y="729122"/>
            <a:chExt cx="1187760" cy="899761"/>
          </a:xfrm>
        </p:grpSpPr>
        <p:sp>
          <p:nvSpPr>
            <p:cNvPr id="39" name="Hexagon 66">
              <a:extLst>
                <a:ext uri="{FF2B5EF4-FFF2-40B4-BE49-F238E27FC236}">
                  <a16:creationId xmlns="" xmlns:a16="http://schemas.microsoft.com/office/drawing/2014/main" id="{57F75737-281A-B96E-FDE1-9ACE4337E28B}"/>
                </a:ext>
              </a:extLst>
            </p:cNvPr>
            <p:cNvSpPr/>
            <p:nvPr/>
          </p:nvSpPr>
          <p:spPr>
            <a:xfrm rot="1524675">
              <a:off x="3536588" y="729122"/>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40" name="Hexagon 67">
              <a:extLst>
                <a:ext uri="{FF2B5EF4-FFF2-40B4-BE49-F238E27FC236}">
                  <a16:creationId xmlns="" xmlns:a16="http://schemas.microsoft.com/office/drawing/2014/main" id="{CE881BF8-3B47-2C1D-0F24-A790E59B7681}"/>
                </a:ext>
              </a:extLst>
            </p:cNvPr>
            <p:cNvSpPr/>
            <p:nvPr/>
          </p:nvSpPr>
          <p:spPr>
            <a:xfrm rot="1524675">
              <a:off x="3877056" y="1153834"/>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41" name="Hexagon 68">
              <a:extLst>
                <a:ext uri="{FF2B5EF4-FFF2-40B4-BE49-F238E27FC236}">
                  <a16:creationId xmlns="" xmlns:a16="http://schemas.microsoft.com/office/drawing/2014/main" id="{99450C5A-67FC-2EE0-8F96-1D05014CAC07}"/>
                </a:ext>
              </a:extLst>
            </p:cNvPr>
            <p:cNvSpPr/>
            <p:nvPr/>
          </p:nvSpPr>
          <p:spPr>
            <a:xfrm rot="1524675">
              <a:off x="3327611" y="1134704"/>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grpSp>
      <p:grpSp>
        <p:nvGrpSpPr>
          <p:cNvPr id="42" name="Group 65">
            <a:extLst>
              <a:ext uri="{FF2B5EF4-FFF2-40B4-BE49-F238E27FC236}">
                <a16:creationId xmlns="" xmlns:a16="http://schemas.microsoft.com/office/drawing/2014/main" id="{49F3A9D1-94F9-3762-9D57-B17CE766D536}"/>
              </a:ext>
            </a:extLst>
          </p:cNvPr>
          <p:cNvGrpSpPr/>
          <p:nvPr/>
        </p:nvGrpSpPr>
        <p:grpSpPr>
          <a:xfrm>
            <a:off x="3349801" y="736004"/>
            <a:ext cx="1187760" cy="899761"/>
            <a:chOff x="3327611" y="729122"/>
            <a:chExt cx="1187760" cy="899761"/>
          </a:xfrm>
        </p:grpSpPr>
        <p:sp>
          <p:nvSpPr>
            <p:cNvPr id="43" name="Hexagon 66">
              <a:extLst>
                <a:ext uri="{FF2B5EF4-FFF2-40B4-BE49-F238E27FC236}">
                  <a16:creationId xmlns="" xmlns:a16="http://schemas.microsoft.com/office/drawing/2014/main" id="{57F75737-281A-B96E-FDE1-9ACE4337E28B}"/>
                </a:ext>
              </a:extLst>
            </p:cNvPr>
            <p:cNvSpPr/>
            <p:nvPr/>
          </p:nvSpPr>
          <p:spPr>
            <a:xfrm rot="1524675">
              <a:off x="3536588" y="729122"/>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44" name="Hexagon 67">
              <a:extLst>
                <a:ext uri="{FF2B5EF4-FFF2-40B4-BE49-F238E27FC236}">
                  <a16:creationId xmlns="" xmlns:a16="http://schemas.microsoft.com/office/drawing/2014/main" id="{CE881BF8-3B47-2C1D-0F24-A790E59B7681}"/>
                </a:ext>
              </a:extLst>
            </p:cNvPr>
            <p:cNvSpPr/>
            <p:nvPr/>
          </p:nvSpPr>
          <p:spPr>
            <a:xfrm rot="1524675">
              <a:off x="3877056" y="1153834"/>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45" name="Hexagon 68">
              <a:extLst>
                <a:ext uri="{FF2B5EF4-FFF2-40B4-BE49-F238E27FC236}">
                  <a16:creationId xmlns="" xmlns:a16="http://schemas.microsoft.com/office/drawing/2014/main" id="{99450C5A-67FC-2EE0-8F96-1D05014CAC07}"/>
                </a:ext>
              </a:extLst>
            </p:cNvPr>
            <p:cNvSpPr/>
            <p:nvPr/>
          </p:nvSpPr>
          <p:spPr>
            <a:xfrm rot="1524675">
              <a:off x="3327611" y="1134704"/>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grpSp>
      <p:grpSp>
        <p:nvGrpSpPr>
          <p:cNvPr id="46" name="Group 65">
            <a:extLst>
              <a:ext uri="{FF2B5EF4-FFF2-40B4-BE49-F238E27FC236}">
                <a16:creationId xmlns="" xmlns:a16="http://schemas.microsoft.com/office/drawing/2014/main" id="{49F3A9D1-94F9-3762-9D57-B17CE766D536}"/>
              </a:ext>
            </a:extLst>
          </p:cNvPr>
          <p:cNvGrpSpPr/>
          <p:nvPr/>
        </p:nvGrpSpPr>
        <p:grpSpPr>
          <a:xfrm>
            <a:off x="3357769" y="734658"/>
            <a:ext cx="1187760" cy="899761"/>
            <a:chOff x="3327611" y="729122"/>
            <a:chExt cx="1187760" cy="899761"/>
          </a:xfrm>
        </p:grpSpPr>
        <p:sp>
          <p:nvSpPr>
            <p:cNvPr id="47" name="Hexagon 66">
              <a:extLst>
                <a:ext uri="{FF2B5EF4-FFF2-40B4-BE49-F238E27FC236}">
                  <a16:creationId xmlns="" xmlns:a16="http://schemas.microsoft.com/office/drawing/2014/main" id="{57F75737-281A-B96E-FDE1-9ACE4337E28B}"/>
                </a:ext>
              </a:extLst>
            </p:cNvPr>
            <p:cNvSpPr/>
            <p:nvPr/>
          </p:nvSpPr>
          <p:spPr>
            <a:xfrm rot="1524675">
              <a:off x="3536588" y="729122"/>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48" name="Hexagon 67">
              <a:extLst>
                <a:ext uri="{FF2B5EF4-FFF2-40B4-BE49-F238E27FC236}">
                  <a16:creationId xmlns="" xmlns:a16="http://schemas.microsoft.com/office/drawing/2014/main" id="{CE881BF8-3B47-2C1D-0F24-A790E59B7681}"/>
                </a:ext>
              </a:extLst>
            </p:cNvPr>
            <p:cNvSpPr/>
            <p:nvPr/>
          </p:nvSpPr>
          <p:spPr>
            <a:xfrm rot="1524675">
              <a:off x="3877056" y="1153834"/>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49" name="Hexagon 68">
              <a:extLst>
                <a:ext uri="{FF2B5EF4-FFF2-40B4-BE49-F238E27FC236}">
                  <a16:creationId xmlns="" xmlns:a16="http://schemas.microsoft.com/office/drawing/2014/main" id="{99450C5A-67FC-2EE0-8F96-1D05014CAC07}"/>
                </a:ext>
              </a:extLst>
            </p:cNvPr>
            <p:cNvSpPr/>
            <p:nvPr/>
          </p:nvSpPr>
          <p:spPr>
            <a:xfrm rot="1524675">
              <a:off x="3327611" y="1134704"/>
              <a:ext cx="638315" cy="475049"/>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1CADE4"/>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Rectangle 72">
            <a:extLst>
              <a:ext uri="{FF2B5EF4-FFF2-40B4-BE49-F238E27FC236}">
                <a16:creationId xmlns="" xmlns:a16="http://schemas.microsoft.com/office/drawing/2014/main" id="{61E056B3-63CC-BEB4-BCE0-7DE25B934336}"/>
              </a:ext>
            </a:extLst>
          </p:cNvPr>
          <p:cNvSpPr/>
          <p:nvPr/>
        </p:nvSpPr>
        <p:spPr>
          <a:xfrm>
            <a:off x="304796" y="1658182"/>
            <a:ext cx="6513042" cy="4352918"/>
          </a:xfrm>
          <a:prstGeom prst="rect">
            <a:avLst/>
          </a:prstGeom>
          <a:noFill/>
          <a:ln w="15873" cap="flat">
            <a:solidFill>
              <a:srgbClr val="CE295E"/>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3" name="TextBox 47">
            <a:extLst>
              <a:ext uri="{FF2B5EF4-FFF2-40B4-BE49-F238E27FC236}">
                <a16:creationId xmlns="" xmlns:a16="http://schemas.microsoft.com/office/drawing/2014/main" id="{D246CD0E-8597-473C-3A43-1AE2A16BFE5C}"/>
              </a:ext>
            </a:extLst>
          </p:cNvPr>
          <p:cNvSpPr txBox="1"/>
          <p:nvPr/>
        </p:nvSpPr>
        <p:spPr>
          <a:xfrm>
            <a:off x="7806397" y="3210769"/>
            <a:ext cx="2223427" cy="215441"/>
          </a:xfrm>
          <a:prstGeom prst="rect">
            <a:avLst/>
          </a:prstGeom>
          <a:noFill/>
          <a:ln cap="flat">
            <a:noFill/>
          </a:ln>
        </p:spPr>
        <p:txBody>
          <a:bodyPr vert="horz" wrap="squar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D0D0D"/>
                </a:solidFill>
                <a:uFillTx/>
                <a:latin typeface="Arial" pitchFamily="34"/>
                <a:cs typeface="Arial" pitchFamily="34"/>
              </a:rPr>
              <a:t>Total Patient Visit </a:t>
            </a:r>
          </a:p>
        </p:txBody>
      </p:sp>
      <p:grpSp>
        <p:nvGrpSpPr>
          <p:cNvPr id="4" name="Group 35">
            <a:extLst>
              <a:ext uri="{FF2B5EF4-FFF2-40B4-BE49-F238E27FC236}">
                <a16:creationId xmlns="" xmlns:a16="http://schemas.microsoft.com/office/drawing/2014/main" id="{DD7B54BA-8527-8FA3-B957-1AED144DFF96}"/>
              </a:ext>
            </a:extLst>
          </p:cNvPr>
          <p:cNvGrpSpPr/>
          <p:nvPr/>
        </p:nvGrpSpPr>
        <p:grpSpPr>
          <a:xfrm>
            <a:off x="7806397" y="3525944"/>
            <a:ext cx="3495668" cy="0"/>
            <a:chOff x="7806397" y="3525944"/>
            <a:chExt cx="3495668" cy="0"/>
          </a:xfrm>
        </p:grpSpPr>
        <p:sp>
          <p:nvSpPr>
            <p:cNvPr id="5" name="Line 7">
              <a:extLst>
                <a:ext uri="{FF2B5EF4-FFF2-40B4-BE49-F238E27FC236}">
                  <a16:creationId xmlns="" xmlns:a16="http://schemas.microsoft.com/office/drawing/2014/main" id="{FF25CCE1-4FFB-11A9-3340-45C5307B4E25}"/>
                </a:ext>
              </a:extLst>
            </p:cNvPr>
            <p:cNvSpPr/>
            <p:nvPr/>
          </p:nvSpPr>
          <p:spPr>
            <a:xfrm>
              <a:off x="7806397" y="3525944"/>
              <a:ext cx="3468227"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76196" cap="rnd">
              <a:solidFill>
                <a:srgbClr val="D9D9D9"/>
              </a:solidFill>
              <a:prstDash val="solid"/>
              <a:roun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Tw Cen MT"/>
              </a:endParaRPr>
            </a:p>
          </p:txBody>
        </p:sp>
        <p:sp>
          <p:nvSpPr>
            <p:cNvPr id="6" name="Line 7">
              <a:extLst>
                <a:ext uri="{FF2B5EF4-FFF2-40B4-BE49-F238E27FC236}">
                  <a16:creationId xmlns="" xmlns:a16="http://schemas.microsoft.com/office/drawing/2014/main" id="{F57A1CFA-4C5B-72C1-0567-D372C8794B12}"/>
                </a:ext>
              </a:extLst>
            </p:cNvPr>
            <p:cNvSpPr/>
            <p:nvPr/>
          </p:nvSpPr>
          <p:spPr>
            <a:xfrm flipV="1">
              <a:off x="7806397" y="3525944"/>
              <a:ext cx="3495668"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76196" cap="rnd">
              <a:solidFill>
                <a:srgbClr val="CE295E"/>
              </a:solidFill>
              <a:prstDash val="solid"/>
              <a:roun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Tw Cen MT"/>
              </a:endParaRPr>
            </a:p>
          </p:txBody>
        </p:sp>
      </p:grpSp>
      <p:sp>
        <p:nvSpPr>
          <p:cNvPr id="7" name="TextBox 57">
            <a:extLst>
              <a:ext uri="{FF2B5EF4-FFF2-40B4-BE49-F238E27FC236}">
                <a16:creationId xmlns="" xmlns:a16="http://schemas.microsoft.com/office/drawing/2014/main" id="{D91BAD38-6E07-5718-4097-A20EAFC46A53}"/>
              </a:ext>
            </a:extLst>
          </p:cNvPr>
          <p:cNvSpPr txBox="1"/>
          <p:nvPr/>
        </p:nvSpPr>
        <p:spPr>
          <a:xfrm>
            <a:off x="11390699" y="3379549"/>
            <a:ext cx="534603" cy="276999"/>
          </a:xfrm>
          <a:prstGeom prst="rect">
            <a:avLst/>
          </a:prstGeom>
          <a:noFill/>
          <a:ln cap="flat">
            <a:noFill/>
          </a:ln>
        </p:spPr>
        <p:txBody>
          <a:bodyPr vert="horz" wrap="squar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a:solidFill>
                  <a:srgbClr val="404040"/>
                </a:solidFill>
                <a:uFillTx/>
                <a:latin typeface="Tw Cen MT"/>
              </a:rPr>
              <a:t>9216</a:t>
            </a:r>
          </a:p>
        </p:txBody>
      </p:sp>
      <p:sp>
        <p:nvSpPr>
          <p:cNvPr id="8" name="TextBox 62">
            <a:extLst>
              <a:ext uri="{FF2B5EF4-FFF2-40B4-BE49-F238E27FC236}">
                <a16:creationId xmlns="" xmlns:a16="http://schemas.microsoft.com/office/drawing/2014/main" id="{0519B0DB-1A84-6B41-03F8-47BFB94D988D}"/>
              </a:ext>
            </a:extLst>
          </p:cNvPr>
          <p:cNvSpPr txBox="1"/>
          <p:nvPr/>
        </p:nvSpPr>
        <p:spPr>
          <a:xfrm>
            <a:off x="7806397" y="3882441"/>
            <a:ext cx="2223427" cy="215441"/>
          </a:xfrm>
          <a:prstGeom prst="rect">
            <a:avLst/>
          </a:prstGeom>
          <a:noFill/>
          <a:ln cap="flat">
            <a:noFill/>
          </a:ln>
        </p:spPr>
        <p:txBody>
          <a:bodyPr vert="horz" wrap="squar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D0D0D"/>
                </a:solidFill>
                <a:uFillTx/>
                <a:latin typeface="Arial" pitchFamily="34"/>
                <a:cs typeface="Arial" pitchFamily="34"/>
              </a:rPr>
              <a:t>Average Patient Wait Time</a:t>
            </a:r>
          </a:p>
        </p:txBody>
      </p:sp>
      <p:grpSp>
        <p:nvGrpSpPr>
          <p:cNvPr id="9" name="Group 29">
            <a:extLst>
              <a:ext uri="{FF2B5EF4-FFF2-40B4-BE49-F238E27FC236}">
                <a16:creationId xmlns="" xmlns:a16="http://schemas.microsoft.com/office/drawing/2014/main" id="{8FC59DD8-312A-0625-AE11-5B0A75BEF9A8}"/>
              </a:ext>
            </a:extLst>
          </p:cNvPr>
          <p:cNvGrpSpPr/>
          <p:nvPr/>
        </p:nvGrpSpPr>
        <p:grpSpPr>
          <a:xfrm>
            <a:off x="7641137" y="4127162"/>
            <a:ext cx="3266328" cy="0"/>
            <a:chOff x="7641137" y="4127162"/>
            <a:chExt cx="3266328" cy="0"/>
          </a:xfrm>
        </p:grpSpPr>
        <p:sp>
          <p:nvSpPr>
            <p:cNvPr id="10" name="Line 7">
              <a:extLst>
                <a:ext uri="{FF2B5EF4-FFF2-40B4-BE49-F238E27FC236}">
                  <a16:creationId xmlns="" xmlns:a16="http://schemas.microsoft.com/office/drawing/2014/main" id="{191CDDFD-3F84-E1C0-6F18-512A4B5D83A3}"/>
                </a:ext>
              </a:extLst>
            </p:cNvPr>
            <p:cNvSpPr/>
            <p:nvPr/>
          </p:nvSpPr>
          <p:spPr>
            <a:xfrm>
              <a:off x="7641137" y="4127162"/>
              <a:ext cx="3266328"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76196" cap="rnd">
              <a:solidFill>
                <a:srgbClr val="D9D9D9"/>
              </a:solidFill>
              <a:prstDash val="solid"/>
              <a:roun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Tw Cen MT"/>
              </a:endParaRPr>
            </a:p>
          </p:txBody>
        </p:sp>
        <p:sp>
          <p:nvSpPr>
            <p:cNvPr id="11" name="Line 7">
              <a:extLst>
                <a:ext uri="{FF2B5EF4-FFF2-40B4-BE49-F238E27FC236}">
                  <a16:creationId xmlns="" xmlns:a16="http://schemas.microsoft.com/office/drawing/2014/main" id="{0DFD9C07-5385-5AD8-A57D-17BCAF7A87BE}"/>
                </a:ext>
              </a:extLst>
            </p:cNvPr>
            <p:cNvSpPr/>
            <p:nvPr/>
          </p:nvSpPr>
          <p:spPr>
            <a:xfrm>
              <a:off x="7754852" y="4127162"/>
              <a:ext cx="1744391"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76196" cap="rnd">
              <a:solidFill>
                <a:srgbClr val="7030A0"/>
              </a:solidFill>
              <a:prstDash val="solid"/>
              <a:roun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Tw Cen MT"/>
              </a:endParaRPr>
            </a:p>
          </p:txBody>
        </p:sp>
      </p:grpSp>
      <p:sp>
        <p:nvSpPr>
          <p:cNvPr id="12" name="TextBox 65">
            <a:extLst>
              <a:ext uri="{FF2B5EF4-FFF2-40B4-BE49-F238E27FC236}">
                <a16:creationId xmlns="" xmlns:a16="http://schemas.microsoft.com/office/drawing/2014/main" id="{0B065EF3-AA5C-B65F-1E3F-20054073952B}"/>
              </a:ext>
            </a:extLst>
          </p:cNvPr>
          <p:cNvSpPr txBox="1"/>
          <p:nvPr/>
        </p:nvSpPr>
        <p:spPr>
          <a:xfrm>
            <a:off x="11390699" y="4051221"/>
            <a:ext cx="629024" cy="276999"/>
          </a:xfrm>
          <a:prstGeom prst="rect">
            <a:avLst/>
          </a:prstGeom>
          <a:noFill/>
          <a:ln cap="flat">
            <a:noFill/>
          </a:ln>
        </p:spPr>
        <p:txBody>
          <a:bodyPr vert="horz" wrap="squar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a:solidFill>
                  <a:srgbClr val="404040"/>
                </a:solidFill>
                <a:uFillTx/>
                <a:latin typeface="Tw Cen MT"/>
              </a:rPr>
              <a:t>35.26</a:t>
            </a:r>
          </a:p>
        </p:txBody>
      </p:sp>
      <p:sp>
        <p:nvSpPr>
          <p:cNvPr id="13" name="TextBox 69">
            <a:extLst>
              <a:ext uri="{FF2B5EF4-FFF2-40B4-BE49-F238E27FC236}">
                <a16:creationId xmlns="" xmlns:a16="http://schemas.microsoft.com/office/drawing/2014/main" id="{D9314544-9E51-FB64-5F4B-CB41DABFC43B}"/>
              </a:ext>
            </a:extLst>
          </p:cNvPr>
          <p:cNvSpPr txBox="1"/>
          <p:nvPr/>
        </p:nvSpPr>
        <p:spPr>
          <a:xfrm>
            <a:off x="7806397" y="4584966"/>
            <a:ext cx="2223427" cy="184663"/>
          </a:xfrm>
          <a:prstGeom prst="rect">
            <a:avLst/>
          </a:prstGeom>
          <a:noFill/>
          <a:ln cap="flat">
            <a:noFill/>
          </a:ln>
        </p:spPr>
        <p:txBody>
          <a:bodyPr vert="horz" wrap="squar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a:solidFill>
                  <a:srgbClr val="0D0D0D"/>
                </a:solidFill>
                <a:uFillTx/>
                <a:latin typeface="Arial" pitchFamily="34"/>
                <a:cs typeface="Arial" pitchFamily="34"/>
              </a:rPr>
              <a:t>Maximum Patient Wait Time</a:t>
            </a:r>
          </a:p>
        </p:txBody>
      </p:sp>
      <p:grpSp>
        <p:nvGrpSpPr>
          <p:cNvPr id="14" name="Group 23">
            <a:extLst>
              <a:ext uri="{FF2B5EF4-FFF2-40B4-BE49-F238E27FC236}">
                <a16:creationId xmlns="" xmlns:a16="http://schemas.microsoft.com/office/drawing/2014/main" id="{162B12FF-8CE3-3B5B-71F4-B369E413F810}"/>
              </a:ext>
            </a:extLst>
          </p:cNvPr>
          <p:cNvGrpSpPr/>
          <p:nvPr/>
        </p:nvGrpSpPr>
        <p:grpSpPr>
          <a:xfrm>
            <a:off x="7806397" y="4915073"/>
            <a:ext cx="3468227" cy="0"/>
            <a:chOff x="7806397" y="4915073"/>
            <a:chExt cx="3468227" cy="0"/>
          </a:xfrm>
        </p:grpSpPr>
        <p:sp>
          <p:nvSpPr>
            <p:cNvPr id="15" name="Line 7">
              <a:extLst>
                <a:ext uri="{FF2B5EF4-FFF2-40B4-BE49-F238E27FC236}">
                  <a16:creationId xmlns="" xmlns:a16="http://schemas.microsoft.com/office/drawing/2014/main" id="{F708B5E0-7ECC-763E-2CD9-667CFA73818A}"/>
                </a:ext>
              </a:extLst>
            </p:cNvPr>
            <p:cNvSpPr/>
            <p:nvPr/>
          </p:nvSpPr>
          <p:spPr>
            <a:xfrm>
              <a:off x="7806397" y="4915073"/>
              <a:ext cx="3468227"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76196" cap="rnd">
              <a:solidFill>
                <a:srgbClr val="D9D9D9"/>
              </a:solidFill>
              <a:prstDash val="solid"/>
              <a:roun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Tw Cen MT"/>
              </a:endParaRPr>
            </a:p>
          </p:txBody>
        </p:sp>
        <p:sp>
          <p:nvSpPr>
            <p:cNvPr id="16" name="Line 7">
              <a:extLst>
                <a:ext uri="{FF2B5EF4-FFF2-40B4-BE49-F238E27FC236}">
                  <a16:creationId xmlns="" xmlns:a16="http://schemas.microsoft.com/office/drawing/2014/main" id="{EAE149FE-9A08-C3ED-BAD9-A3348F5B012D}"/>
                </a:ext>
              </a:extLst>
            </p:cNvPr>
            <p:cNvSpPr/>
            <p:nvPr/>
          </p:nvSpPr>
          <p:spPr>
            <a:xfrm flipV="1">
              <a:off x="7806397" y="4915073"/>
              <a:ext cx="3261180"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76196" cap="rnd">
              <a:solidFill>
                <a:srgbClr val="0070C0"/>
              </a:solidFill>
              <a:prstDash val="solid"/>
              <a:roun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Tw Cen MT"/>
              </a:endParaRPr>
            </a:p>
          </p:txBody>
        </p:sp>
      </p:grpSp>
      <p:sp>
        <p:nvSpPr>
          <p:cNvPr id="17" name="TextBox 72">
            <a:extLst>
              <a:ext uri="{FF2B5EF4-FFF2-40B4-BE49-F238E27FC236}">
                <a16:creationId xmlns="" xmlns:a16="http://schemas.microsoft.com/office/drawing/2014/main" id="{C198F299-CAE4-52BD-8150-AEBBC456F669}"/>
              </a:ext>
            </a:extLst>
          </p:cNvPr>
          <p:cNvSpPr txBox="1"/>
          <p:nvPr/>
        </p:nvSpPr>
        <p:spPr>
          <a:xfrm>
            <a:off x="11390699" y="4722967"/>
            <a:ext cx="734628" cy="276999"/>
          </a:xfrm>
          <a:prstGeom prst="rect">
            <a:avLst/>
          </a:prstGeom>
          <a:noFill/>
          <a:ln cap="flat">
            <a:noFill/>
          </a:ln>
        </p:spPr>
        <p:txBody>
          <a:bodyPr vert="horz" wrap="squar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a:solidFill>
                  <a:srgbClr val="404040"/>
                </a:solidFill>
                <a:uFillTx/>
                <a:latin typeface="Tw Cen MT"/>
              </a:rPr>
              <a:t>60 Min</a:t>
            </a:r>
          </a:p>
        </p:txBody>
      </p:sp>
      <p:sp>
        <p:nvSpPr>
          <p:cNvPr id="18" name="TextBox 76">
            <a:extLst>
              <a:ext uri="{FF2B5EF4-FFF2-40B4-BE49-F238E27FC236}">
                <a16:creationId xmlns="" xmlns:a16="http://schemas.microsoft.com/office/drawing/2014/main" id="{8402CEE6-8082-6A5C-F424-FD7A52C01668}"/>
              </a:ext>
            </a:extLst>
          </p:cNvPr>
          <p:cNvSpPr txBox="1"/>
          <p:nvPr/>
        </p:nvSpPr>
        <p:spPr>
          <a:xfrm>
            <a:off x="7806397" y="5255385"/>
            <a:ext cx="2223427" cy="184663"/>
          </a:xfrm>
          <a:prstGeom prst="rect">
            <a:avLst/>
          </a:prstGeom>
          <a:noFill/>
          <a:ln cap="flat">
            <a:noFill/>
          </a:ln>
        </p:spPr>
        <p:txBody>
          <a:bodyPr vert="horz" wrap="squar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a:solidFill>
                  <a:srgbClr val="0D0D0D"/>
                </a:solidFill>
                <a:uFillTx/>
                <a:latin typeface="Arial" pitchFamily="34"/>
                <a:cs typeface="Arial" pitchFamily="34"/>
              </a:rPr>
              <a:t>Minimum Patient Wait Time</a:t>
            </a:r>
          </a:p>
        </p:txBody>
      </p:sp>
      <p:grpSp>
        <p:nvGrpSpPr>
          <p:cNvPr id="19" name="Group 17">
            <a:extLst>
              <a:ext uri="{FF2B5EF4-FFF2-40B4-BE49-F238E27FC236}">
                <a16:creationId xmlns="" xmlns:a16="http://schemas.microsoft.com/office/drawing/2014/main" id="{E3CAA724-E75A-FF25-7C1A-EC394A9A4F00}"/>
              </a:ext>
            </a:extLst>
          </p:cNvPr>
          <p:cNvGrpSpPr/>
          <p:nvPr/>
        </p:nvGrpSpPr>
        <p:grpSpPr>
          <a:xfrm>
            <a:off x="7806397" y="5585493"/>
            <a:ext cx="3468227" cy="0"/>
            <a:chOff x="7806397" y="5585493"/>
            <a:chExt cx="3468227" cy="0"/>
          </a:xfrm>
        </p:grpSpPr>
        <p:sp>
          <p:nvSpPr>
            <p:cNvPr id="20" name="Line 7">
              <a:extLst>
                <a:ext uri="{FF2B5EF4-FFF2-40B4-BE49-F238E27FC236}">
                  <a16:creationId xmlns="" xmlns:a16="http://schemas.microsoft.com/office/drawing/2014/main" id="{B34ED3D8-785D-08A8-775F-8421CEFCA561}"/>
                </a:ext>
              </a:extLst>
            </p:cNvPr>
            <p:cNvSpPr/>
            <p:nvPr/>
          </p:nvSpPr>
          <p:spPr>
            <a:xfrm>
              <a:off x="7806397" y="5585493"/>
              <a:ext cx="3468227"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76196" cap="rnd">
              <a:solidFill>
                <a:srgbClr val="D9D9D9"/>
              </a:solidFill>
              <a:prstDash val="solid"/>
              <a:roun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Tw Cen MT"/>
              </a:endParaRPr>
            </a:p>
          </p:txBody>
        </p:sp>
        <p:sp>
          <p:nvSpPr>
            <p:cNvPr id="21" name="Line 7">
              <a:extLst>
                <a:ext uri="{FF2B5EF4-FFF2-40B4-BE49-F238E27FC236}">
                  <a16:creationId xmlns="" xmlns:a16="http://schemas.microsoft.com/office/drawing/2014/main" id="{6AAE4E55-2BB4-9342-702F-07A5CEA8E8A6}"/>
                </a:ext>
              </a:extLst>
            </p:cNvPr>
            <p:cNvSpPr/>
            <p:nvPr/>
          </p:nvSpPr>
          <p:spPr>
            <a:xfrm>
              <a:off x="7806397" y="5585493"/>
              <a:ext cx="521683"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76196" cap="rnd">
              <a:solidFill>
                <a:srgbClr val="64A4CA"/>
              </a:solidFill>
              <a:prstDash val="solid"/>
              <a:roun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Tw Cen MT"/>
              </a:endParaRPr>
            </a:p>
          </p:txBody>
        </p:sp>
      </p:grpSp>
      <p:sp>
        <p:nvSpPr>
          <p:cNvPr id="22" name="TextBox 79">
            <a:extLst>
              <a:ext uri="{FF2B5EF4-FFF2-40B4-BE49-F238E27FC236}">
                <a16:creationId xmlns="" xmlns:a16="http://schemas.microsoft.com/office/drawing/2014/main" id="{E8F33BE4-1EEB-F31C-3F3D-1A935398374D}"/>
              </a:ext>
            </a:extLst>
          </p:cNvPr>
          <p:cNvSpPr txBox="1"/>
          <p:nvPr/>
        </p:nvSpPr>
        <p:spPr>
          <a:xfrm>
            <a:off x="11390699" y="5393387"/>
            <a:ext cx="801297" cy="276999"/>
          </a:xfrm>
          <a:prstGeom prst="rect">
            <a:avLst/>
          </a:prstGeom>
          <a:noFill/>
          <a:ln cap="flat">
            <a:noFill/>
          </a:ln>
        </p:spPr>
        <p:txBody>
          <a:bodyPr vert="horz" wrap="squar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a:solidFill>
                  <a:srgbClr val="404040"/>
                </a:solidFill>
                <a:uFillTx/>
                <a:latin typeface="Tw Cen MT"/>
              </a:rPr>
              <a:t>10 min</a:t>
            </a:r>
          </a:p>
        </p:txBody>
      </p:sp>
      <p:sp>
        <p:nvSpPr>
          <p:cNvPr id="23" name="Rectangle 1498">
            <a:extLst>
              <a:ext uri="{FF2B5EF4-FFF2-40B4-BE49-F238E27FC236}">
                <a16:creationId xmlns="" xmlns:a16="http://schemas.microsoft.com/office/drawing/2014/main" id="{1284D31C-14E0-A2E1-7151-88432A379E7D}"/>
              </a:ext>
            </a:extLst>
          </p:cNvPr>
          <p:cNvSpPr/>
          <p:nvPr/>
        </p:nvSpPr>
        <p:spPr>
          <a:xfrm>
            <a:off x="7363297" y="3412549"/>
            <a:ext cx="19257" cy="19257"/>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FFFFFF"/>
              </a:solidFill>
              <a:uFillTx/>
              <a:latin typeface="Tw Cen MT"/>
            </a:endParaRPr>
          </a:p>
        </p:txBody>
      </p:sp>
      <p:sp>
        <p:nvSpPr>
          <p:cNvPr id="24" name="Rectangle 1499">
            <a:extLst>
              <a:ext uri="{FF2B5EF4-FFF2-40B4-BE49-F238E27FC236}">
                <a16:creationId xmlns="" xmlns:a16="http://schemas.microsoft.com/office/drawing/2014/main" id="{10924AED-B0EA-8D2F-A2D7-4F8C03C906CC}"/>
              </a:ext>
            </a:extLst>
          </p:cNvPr>
          <p:cNvSpPr/>
          <p:nvPr/>
        </p:nvSpPr>
        <p:spPr>
          <a:xfrm>
            <a:off x="7388973" y="3412549"/>
            <a:ext cx="19257" cy="19257"/>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FFFFFF"/>
              </a:solidFill>
              <a:uFillTx/>
              <a:latin typeface="Tw Cen MT"/>
            </a:endParaRPr>
          </a:p>
        </p:txBody>
      </p:sp>
      <p:sp>
        <p:nvSpPr>
          <p:cNvPr id="25" name="Rectangle 1500">
            <a:extLst>
              <a:ext uri="{FF2B5EF4-FFF2-40B4-BE49-F238E27FC236}">
                <a16:creationId xmlns="" xmlns:a16="http://schemas.microsoft.com/office/drawing/2014/main" id="{826B600A-F067-5C90-2E23-0793FE463DA6}"/>
              </a:ext>
            </a:extLst>
          </p:cNvPr>
          <p:cNvSpPr/>
          <p:nvPr/>
        </p:nvSpPr>
        <p:spPr>
          <a:xfrm>
            <a:off x="7414659" y="3412549"/>
            <a:ext cx="19257" cy="19257"/>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FFFFFF"/>
              </a:solidFill>
              <a:uFillTx/>
              <a:latin typeface="Tw Cen MT"/>
            </a:endParaRPr>
          </a:p>
        </p:txBody>
      </p:sp>
      <p:sp>
        <p:nvSpPr>
          <p:cNvPr id="26" name="Rectangle 1501">
            <a:extLst>
              <a:ext uri="{FF2B5EF4-FFF2-40B4-BE49-F238E27FC236}">
                <a16:creationId xmlns="" xmlns:a16="http://schemas.microsoft.com/office/drawing/2014/main" id="{4D1124BE-36A1-50E2-D339-97A04DD51F56}"/>
              </a:ext>
            </a:extLst>
          </p:cNvPr>
          <p:cNvSpPr/>
          <p:nvPr/>
        </p:nvSpPr>
        <p:spPr>
          <a:xfrm>
            <a:off x="7363306" y="3438226"/>
            <a:ext cx="19257" cy="19257"/>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FFFFFF"/>
              </a:solidFill>
              <a:uFillTx/>
              <a:latin typeface="Tw Cen MT"/>
            </a:endParaRPr>
          </a:p>
        </p:txBody>
      </p:sp>
      <p:sp>
        <p:nvSpPr>
          <p:cNvPr id="27" name="Rectangle 1502">
            <a:extLst>
              <a:ext uri="{FF2B5EF4-FFF2-40B4-BE49-F238E27FC236}">
                <a16:creationId xmlns="" xmlns:a16="http://schemas.microsoft.com/office/drawing/2014/main" id="{DAA6A74F-1A5F-B52D-5B39-56B5CB4FF6EA}"/>
              </a:ext>
            </a:extLst>
          </p:cNvPr>
          <p:cNvSpPr/>
          <p:nvPr/>
        </p:nvSpPr>
        <p:spPr>
          <a:xfrm>
            <a:off x="7388992" y="3438226"/>
            <a:ext cx="19257" cy="19257"/>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FFFFFF"/>
              </a:solidFill>
              <a:uFillTx/>
              <a:latin typeface="Tw Cen MT"/>
            </a:endParaRPr>
          </a:p>
        </p:txBody>
      </p:sp>
      <p:sp>
        <p:nvSpPr>
          <p:cNvPr id="28" name="Rectangle 1503">
            <a:extLst>
              <a:ext uri="{FF2B5EF4-FFF2-40B4-BE49-F238E27FC236}">
                <a16:creationId xmlns="" xmlns:a16="http://schemas.microsoft.com/office/drawing/2014/main" id="{16D5AFD9-8252-4C8D-5E55-5A867C47347F}"/>
              </a:ext>
            </a:extLst>
          </p:cNvPr>
          <p:cNvSpPr/>
          <p:nvPr/>
        </p:nvSpPr>
        <p:spPr>
          <a:xfrm>
            <a:off x="7414677" y="3438235"/>
            <a:ext cx="19257" cy="19257"/>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FFFFFF"/>
              </a:solidFill>
              <a:uFillTx/>
              <a:latin typeface="Tw Cen MT"/>
            </a:endParaRPr>
          </a:p>
        </p:txBody>
      </p:sp>
      <p:sp>
        <p:nvSpPr>
          <p:cNvPr id="29" name="Rectangle 1504">
            <a:extLst>
              <a:ext uri="{FF2B5EF4-FFF2-40B4-BE49-F238E27FC236}">
                <a16:creationId xmlns="" xmlns:a16="http://schemas.microsoft.com/office/drawing/2014/main" id="{6F64E650-C08D-B78B-A157-E1B32641096B}"/>
              </a:ext>
            </a:extLst>
          </p:cNvPr>
          <p:cNvSpPr/>
          <p:nvPr/>
        </p:nvSpPr>
        <p:spPr>
          <a:xfrm>
            <a:off x="7363324" y="3463911"/>
            <a:ext cx="19257" cy="19257"/>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FFFFFF"/>
              </a:solidFill>
              <a:uFillTx/>
              <a:latin typeface="Tw Cen MT"/>
            </a:endParaRPr>
          </a:p>
        </p:txBody>
      </p:sp>
      <p:sp>
        <p:nvSpPr>
          <p:cNvPr id="30" name="Oval 107">
            <a:extLst>
              <a:ext uri="{FF2B5EF4-FFF2-40B4-BE49-F238E27FC236}">
                <a16:creationId xmlns="" xmlns:a16="http://schemas.microsoft.com/office/drawing/2014/main" id="{E808B3CA-560E-4227-A2E2-32EE50530FB0}"/>
              </a:ext>
            </a:extLst>
          </p:cNvPr>
          <p:cNvSpPr/>
          <p:nvPr/>
        </p:nvSpPr>
        <p:spPr>
          <a:xfrm>
            <a:off x="7079229" y="3909645"/>
            <a:ext cx="482602" cy="4826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404040"/>
          </a:solidFill>
          <a:ln cap="flat">
            <a:noFill/>
            <a:prstDash val="solid"/>
          </a:ln>
          <a:effectLst>
            <a:outerShdw dist="38096" dir="2700000" algn="tl">
              <a:srgbClr val="000000">
                <a:alpha val="20000"/>
              </a:srgbClr>
            </a:outerShdw>
          </a:effectLst>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31" name="Oval 108">
            <a:extLst>
              <a:ext uri="{FF2B5EF4-FFF2-40B4-BE49-F238E27FC236}">
                <a16:creationId xmlns="" xmlns:a16="http://schemas.microsoft.com/office/drawing/2014/main" id="{11764800-4CFE-C8A8-4AA0-A167734651B5}"/>
              </a:ext>
            </a:extLst>
          </p:cNvPr>
          <p:cNvSpPr/>
          <p:nvPr/>
        </p:nvSpPr>
        <p:spPr>
          <a:xfrm>
            <a:off x="7158535" y="4560570"/>
            <a:ext cx="482602" cy="4826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2F2F2"/>
          </a:solidFill>
          <a:ln cap="flat">
            <a:noFill/>
            <a:prstDash val="solid"/>
          </a:ln>
          <a:effectLst>
            <a:outerShdw dist="38096" dir="2700000" algn="tl">
              <a:srgbClr val="000000">
                <a:alpha val="20000"/>
              </a:srgbClr>
            </a:outerShdw>
          </a:effectLst>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32" name="TextBox 47">
            <a:extLst>
              <a:ext uri="{FF2B5EF4-FFF2-40B4-BE49-F238E27FC236}">
                <a16:creationId xmlns="" xmlns:a16="http://schemas.microsoft.com/office/drawing/2014/main" id="{92131B01-EA9A-C0CA-23BE-603AE9958366}"/>
              </a:ext>
            </a:extLst>
          </p:cNvPr>
          <p:cNvSpPr txBox="1"/>
          <p:nvPr/>
        </p:nvSpPr>
        <p:spPr>
          <a:xfrm>
            <a:off x="7131625" y="1949692"/>
            <a:ext cx="4793668" cy="1077218"/>
          </a:xfrm>
          <a:prstGeom prst="rect">
            <a:avLst/>
          </a:prstGeom>
          <a:noFill/>
          <a:ln cap="flat">
            <a:noFill/>
          </a:ln>
        </p:spPr>
        <p:txBody>
          <a:bodyPr vert="horz" wrap="square" lIns="0" tIns="0" rIns="0" bIns="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404040"/>
                </a:solidFill>
                <a:uFillTx/>
                <a:latin typeface="Arial" pitchFamily="34"/>
                <a:cs typeface="Arial" pitchFamily="34"/>
              </a:rPr>
              <a:t>This project is to investigate about emergency room functioning by focusing patient characteristics, waiting periods, sources of referral, determinants of admission, as well as the association between patient satisfaction and service delivery. </a:t>
            </a:r>
          </a:p>
        </p:txBody>
      </p:sp>
      <p:sp>
        <p:nvSpPr>
          <p:cNvPr id="33" name="Rectangle: Rounded Corners 74">
            <a:extLst>
              <a:ext uri="{FF2B5EF4-FFF2-40B4-BE49-F238E27FC236}">
                <a16:creationId xmlns="" xmlns:a16="http://schemas.microsoft.com/office/drawing/2014/main" id="{6AFD9781-3A2B-1C3C-F153-9F473D38AF09}"/>
              </a:ext>
            </a:extLst>
          </p:cNvPr>
          <p:cNvSpPr/>
          <p:nvPr/>
        </p:nvSpPr>
        <p:spPr>
          <a:xfrm>
            <a:off x="1584883" y="1180289"/>
            <a:ext cx="3952878" cy="492440"/>
          </a:xfrm>
          <a:custGeom>
            <a:avLst>
              <a:gd name="f0" fmla="val 2161"/>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7030A0"/>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600" b="0" i="0" u="none" strike="noStrike" kern="1200" cap="none" spc="0" baseline="0">
                <a:solidFill>
                  <a:srgbClr val="FFFFFF"/>
                </a:solidFill>
                <a:uFillTx/>
                <a:latin typeface="Tw Cen MT"/>
              </a:rPr>
              <a:t>Emergency Room</a:t>
            </a:r>
          </a:p>
        </p:txBody>
      </p:sp>
      <p:sp>
        <p:nvSpPr>
          <p:cNvPr id="34" name="Title 127">
            <a:extLst>
              <a:ext uri="{FF2B5EF4-FFF2-40B4-BE49-F238E27FC236}">
                <a16:creationId xmlns="" xmlns:a16="http://schemas.microsoft.com/office/drawing/2014/main" id="{E20D000C-E477-C56E-83FF-CA4168557691}"/>
              </a:ext>
            </a:extLst>
          </p:cNvPr>
          <p:cNvSpPr txBox="1">
            <a:spLocks noGrp="1"/>
          </p:cNvSpPr>
          <p:nvPr>
            <p:ph type="title"/>
          </p:nvPr>
        </p:nvSpPr>
        <p:spPr>
          <a:xfrm>
            <a:off x="3699799" y="100126"/>
            <a:ext cx="5387928" cy="636084"/>
          </a:xfrm>
        </p:spPr>
        <p:txBody>
          <a:bodyPr anchorCtr="1">
            <a:normAutofit fontScale="90000"/>
          </a:bodyPr>
          <a:lstStyle/>
          <a:p>
            <a:pPr lvl="0" algn="ctr"/>
            <a:r>
              <a:rPr lang="en-GB" sz="4500" b="1">
                <a:latin typeface="Arial" pitchFamily="34"/>
                <a:cs typeface="Arial" pitchFamily="34"/>
              </a:rPr>
              <a:t>Introduction</a:t>
            </a:r>
          </a:p>
        </p:txBody>
      </p:sp>
      <p:sp>
        <p:nvSpPr>
          <p:cNvPr id="35" name="Slide Number Placeholder 129">
            <a:extLst>
              <a:ext uri="{FF2B5EF4-FFF2-40B4-BE49-F238E27FC236}">
                <a16:creationId xmlns="" xmlns:a16="http://schemas.microsoft.com/office/drawing/2014/main" id="{28A96CCD-DF43-653C-2AA2-FB738E551536}"/>
              </a:ext>
            </a:extLst>
          </p:cNvPr>
          <p:cNvSpPr txBox="1"/>
          <p:nvPr/>
        </p:nvSpPr>
        <p:spPr>
          <a:xfrm>
            <a:off x="11706221" y="590300"/>
            <a:ext cx="419096" cy="365129"/>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E85CDF0-5EE5-41BF-A795-B489E318501E}" type="slidenum">
              <a:rPr lang="en-US" sz="1000" b="0" i="0" u="none" strike="noStrike" kern="1200" cap="none" spc="0" baseline="0">
                <a:solidFill>
                  <a:srgbClr val="0D0D0D"/>
                </a:solidFill>
                <a:uFillTx/>
                <a:latin typeface="Tw Cen MT Condensed"/>
              </a:rPr>
              <a:t>2</a:t>
            </a:fld>
            <a:endParaRPr lang="en-US" sz="1000" b="0" i="0" u="none" strike="noStrike" kern="1200" cap="none" spc="0" baseline="0">
              <a:solidFill>
                <a:srgbClr val="0D0D0D"/>
              </a:solidFill>
              <a:uFillTx/>
              <a:latin typeface="Tw Cen MT Condensed"/>
            </a:endParaRPr>
          </a:p>
        </p:txBody>
      </p:sp>
      <p:pic>
        <p:nvPicPr>
          <p:cNvPr id="36" name="Picture 2">
            <a:extLst>
              <a:ext uri="{FF2B5EF4-FFF2-40B4-BE49-F238E27FC236}">
                <a16:creationId xmlns="" xmlns:a16="http://schemas.microsoft.com/office/drawing/2014/main" id="{B6026AA3-2EC6-7A7D-7422-51C4676875E1}"/>
              </a:ext>
            </a:extLst>
          </p:cNvPr>
          <p:cNvPicPr>
            <a:picLocks noChangeAspect="1"/>
          </p:cNvPicPr>
          <p:nvPr/>
        </p:nvPicPr>
        <p:blipFill>
          <a:blip r:embed="rId3"/>
          <a:stretch>
            <a:fillRect/>
          </a:stretch>
        </p:blipFill>
        <p:spPr>
          <a:xfrm>
            <a:off x="266282" y="1658182"/>
            <a:ext cx="6557985" cy="4610459"/>
          </a:xfrm>
          <a:prstGeom prst="rect">
            <a:avLst/>
          </a:prstGeom>
          <a:noFill/>
          <a:ln cap="flat">
            <a:noFill/>
          </a:ln>
        </p:spPr>
      </p:pic>
      <p:grpSp>
        <p:nvGrpSpPr>
          <p:cNvPr id="37" name="Group 5">
            <a:extLst>
              <a:ext uri="{FF2B5EF4-FFF2-40B4-BE49-F238E27FC236}">
                <a16:creationId xmlns="" xmlns:a16="http://schemas.microsoft.com/office/drawing/2014/main" id="{BEABC165-4BDE-F6A6-7A41-3729EFA9C20E}"/>
              </a:ext>
            </a:extLst>
          </p:cNvPr>
          <p:cNvGrpSpPr/>
          <p:nvPr/>
        </p:nvGrpSpPr>
        <p:grpSpPr>
          <a:xfrm>
            <a:off x="7131625" y="3216182"/>
            <a:ext cx="482602" cy="482602"/>
            <a:chOff x="7131625" y="3216182"/>
            <a:chExt cx="482602" cy="482602"/>
          </a:xfrm>
        </p:grpSpPr>
        <p:sp>
          <p:nvSpPr>
            <p:cNvPr id="38" name="Oval 106">
              <a:extLst>
                <a:ext uri="{FF2B5EF4-FFF2-40B4-BE49-F238E27FC236}">
                  <a16:creationId xmlns="" xmlns:a16="http://schemas.microsoft.com/office/drawing/2014/main" id="{64365993-8D44-0143-B04A-75B59C3D5713}"/>
                </a:ext>
              </a:extLst>
            </p:cNvPr>
            <p:cNvSpPr/>
            <p:nvPr/>
          </p:nvSpPr>
          <p:spPr>
            <a:xfrm>
              <a:off x="7131625" y="3216182"/>
              <a:ext cx="482602" cy="4826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CE295E"/>
            </a:solidFill>
            <a:ln cap="flat">
              <a:noFill/>
              <a:prstDash val="solid"/>
            </a:ln>
            <a:effectLst>
              <a:outerShdw dist="38096" dir="2700000" algn="tl">
                <a:srgbClr val="000000">
                  <a:alpha val="20000"/>
                </a:srgbClr>
              </a:outerShdw>
            </a:effectLst>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pic>
          <p:nvPicPr>
            <p:cNvPr id="39" name="Graphic 4" descr="Man with solid fill">
              <a:extLst>
                <a:ext uri="{FF2B5EF4-FFF2-40B4-BE49-F238E27FC236}">
                  <a16:creationId xmlns="" xmlns:a16="http://schemas.microsoft.com/office/drawing/2014/main" id="{0584DC1D-95A2-B262-514A-62071238BCE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7218611" y="3281104"/>
              <a:ext cx="306982" cy="306982"/>
            </a:xfrm>
            <a:prstGeom prst="rect">
              <a:avLst/>
            </a:prstGeom>
            <a:noFill/>
            <a:ln cap="flat">
              <a:noFill/>
            </a:ln>
          </p:spPr>
        </p:pic>
      </p:grpSp>
      <p:pic>
        <p:nvPicPr>
          <p:cNvPr id="40" name="Graphic 7" descr="User with solid fill">
            <a:extLst>
              <a:ext uri="{FF2B5EF4-FFF2-40B4-BE49-F238E27FC236}">
                <a16:creationId xmlns="" xmlns:a16="http://schemas.microsoft.com/office/drawing/2014/main" id="{494F29A5-6D12-8F29-D511-21D5570F3E88}"/>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7158535" y="3928884"/>
            <a:ext cx="335081" cy="377318"/>
          </a:xfrm>
          <a:prstGeom prst="rect">
            <a:avLst/>
          </a:prstGeom>
          <a:noFill/>
          <a:ln cap="flat">
            <a:noFill/>
          </a:ln>
        </p:spPr>
      </p:pic>
      <p:pic>
        <p:nvPicPr>
          <p:cNvPr id="41" name="Graphic 9" descr="Woman with solid fill">
            <a:extLst>
              <a:ext uri="{FF2B5EF4-FFF2-40B4-BE49-F238E27FC236}">
                <a16:creationId xmlns="" xmlns:a16="http://schemas.microsoft.com/office/drawing/2014/main" id="{0D7FB407-84C4-528B-B961-55F607055609}"/>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7143503" y="4632286"/>
            <a:ext cx="457200" cy="339160"/>
          </a:xfrm>
          <a:prstGeom prst="rect">
            <a:avLst/>
          </a:prstGeom>
          <a:noFill/>
          <a:ln cap="flat">
            <a:noFill/>
          </a:ln>
        </p:spPr>
      </p:pic>
      <p:pic>
        <p:nvPicPr>
          <p:cNvPr id="42" name="Graphic 11" descr="Male profile with solid fill">
            <a:extLst>
              <a:ext uri="{FF2B5EF4-FFF2-40B4-BE49-F238E27FC236}">
                <a16:creationId xmlns="" xmlns:a16="http://schemas.microsoft.com/office/drawing/2014/main" id="{1F094D61-66F8-D010-992B-14DA2C2B4C1F}"/>
              </a:ext>
            </a:extLst>
          </p:cNvPr>
          <p:cNvPicPr>
            <a:picLocks noChangeAspect="1"/>
          </p:cNvPicPr>
          <p:nvPr/>
        </p:nvPicPr>
        <p:blipFill>
          <a:blip r:embed="rId10">
            <a:extLst>
              <a:ext uri="{96DAC541-7B7A-43D3-8B79-37D633B846F1}">
                <asvg:svgBlip xmlns="" xmlns:asvg="http://schemas.microsoft.com/office/drawing/2016/SVG/main" r:embed="rId11"/>
              </a:ext>
            </a:extLst>
          </a:blip>
          <a:stretch>
            <a:fillRect/>
          </a:stretch>
        </p:blipFill>
        <p:spPr>
          <a:xfrm>
            <a:off x="7169033" y="5218380"/>
            <a:ext cx="472095" cy="482602"/>
          </a:xfrm>
          <a:prstGeom prst="rect">
            <a:avLst/>
          </a:prstGeom>
          <a:noFill/>
          <a:ln cap="flat">
            <a:noFill/>
          </a:ln>
        </p:spPr>
      </p:pic>
      <p:pic>
        <p:nvPicPr>
          <p:cNvPr id="43" name="Picture 2">
            <a:extLst>
              <a:ext uri="{FF2B5EF4-FFF2-40B4-BE49-F238E27FC236}">
                <a16:creationId xmlns="" xmlns:a16="http://schemas.microsoft.com/office/drawing/2014/main" id="{B6026AA3-2EC6-7A7D-7422-51C4676875E1}"/>
              </a:ext>
            </a:extLst>
          </p:cNvPr>
          <p:cNvPicPr>
            <a:picLocks noChangeAspect="1"/>
          </p:cNvPicPr>
          <p:nvPr/>
        </p:nvPicPr>
        <p:blipFill>
          <a:blip r:embed="rId3"/>
          <a:stretch>
            <a:fillRect/>
          </a:stretch>
        </p:blipFill>
        <p:spPr>
          <a:xfrm>
            <a:off x="259853" y="1658181"/>
            <a:ext cx="6557985" cy="4610459"/>
          </a:xfrm>
          <a:prstGeom prst="rect">
            <a:avLst/>
          </a:prstGeom>
          <a:noFill/>
          <a:ln cap="flat">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name="Slide3">
    <p:spTree>
      <p:nvGrpSpPr>
        <p:cNvPr id="1" name=""/>
        <p:cNvGrpSpPr/>
        <p:nvPr/>
      </p:nvGrpSpPr>
      <p:grpSpPr>
        <a:xfrm>
          <a:off x="0" y="0"/>
          <a:ext cx="0" cy="0"/>
          <a:chOff x="0" y="0"/>
          <a:chExt cx="0" cy="0"/>
        </a:xfrm>
      </p:grpSpPr>
      <p:sp>
        <p:nvSpPr>
          <p:cNvPr id="2" name="Rectangle: Rounded Corners 56">
            <a:extLst>
              <a:ext uri="{FF2B5EF4-FFF2-40B4-BE49-F238E27FC236}">
                <a16:creationId xmlns="" xmlns:a16="http://schemas.microsoft.com/office/drawing/2014/main" id="{CB7627BE-75A2-6C96-6D36-087D65260078}"/>
              </a:ext>
            </a:extLst>
          </p:cNvPr>
          <p:cNvSpPr/>
          <p:nvPr/>
        </p:nvSpPr>
        <p:spPr>
          <a:xfrm>
            <a:off x="6263804" y="2579394"/>
            <a:ext cx="4863739" cy="92562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64A4CA"/>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3" name="Rectangle: Rounded Corners 55">
            <a:extLst>
              <a:ext uri="{FF2B5EF4-FFF2-40B4-BE49-F238E27FC236}">
                <a16:creationId xmlns="" xmlns:a16="http://schemas.microsoft.com/office/drawing/2014/main" id="{DEDD89D9-D4EC-7AAC-46C5-612A73FC73B9}"/>
              </a:ext>
            </a:extLst>
          </p:cNvPr>
          <p:cNvSpPr/>
          <p:nvPr/>
        </p:nvSpPr>
        <p:spPr>
          <a:xfrm>
            <a:off x="6263804" y="4376784"/>
            <a:ext cx="4765267" cy="1081479"/>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E37777"/>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4" name="Title 1">
            <a:extLst>
              <a:ext uri="{FF2B5EF4-FFF2-40B4-BE49-F238E27FC236}">
                <a16:creationId xmlns="" xmlns:a16="http://schemas.microsoft.com/office/drawing/2014/main" id="{13C1DF5C-3051-D7C9-14D9-E042312BBB07}"/>
              </a:ext>
            </a:extLst>
          </p:cNvPr>
          <p:cNvSpPr txBox="1">
            <a:spLocks noGrp="1"/>
          </p:cNvSpPr>
          <p:nvPr>
            <p:ph type="title"/>
          </p:nvPr>
        </p:nvSpPr>
        <p:spPr>
          <a:xfrm>
            <a:off x="1024128" y="457200"/>
            <a:ext cx="3463463" cy="859883"/>
          </a:xfrm>
        </p:spPr>
        <p:txBody>
          <a:bodyPr/>
          <a:lstStyle/>
          <a:p>
            <a:pPr lvl="0"/>
            <a:r>
              <a:rPr lang="en-GB"/>
              <a:t>Insight</a:t>
            </a:r>
          </a:p>
        </p:txBody>
      </p:sp>
      <p:sp>
        <p:nvSpPr>
          <p:cNvPr id="5" name="Slide Number Placeholder 3">
            <a:extLst>
              <a:ext uri="{FF2B5EF4-FFF2-40B4-BE49-F238E27FC236}">
                <a16:creationId xmlns="" xmlns:a16="http://schemas.microsoft.com/office/drawing/2014/main" id="{76B88B61-03FB-DFD2-CDEA-BD9CE270CAEF}"/>
              </a:ext>
            </a:extLst>
          </p:cNvPr>
          <p:cNvSpPr txBox="1"/>
          <p:nvPr/>
        </p:nvSpPr>
        <p:spPr>
          <a:xfrm>
            <a:off x="10837331" y="6470705"/>
            <a:ext cx="973671" cy="274320"/>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00FBFC-026C-4A32-8ED7-6EF803BE9833}" type="slidenum">
              <a:rPr lang="en-US" sz="1000" b="0" i="0" u="none" strike="noStrike" kern="1200" cap="none" spc="0" baseline="0">
                <a:solidFill>
                  <a:srgbClr val="0D0D0D"/>
                </a:solidFill>
                <a:uFillTx/>
                <a:latin typeface="Tw Cen MT Condensed"/>
              </a:rPr>
              <a:t>3</a:t>
            </a:fld>
            <a:endParaRPr lang="en-US" sz="1000" b="0" i="0" u="none" strike="noStrike" kern="1200" cap="none" spc="0" baseline="0">
              <a:solidFill>
                <a:srgbClr val="0D0D0D"/>
              </a:solidFill>
              <a:uFillTx/>
              <a:latin typeface="Tw Cen MT Condensed"/>
            </a:endParaRPr>
          </a:p>
        </p:txBody>
      </p:sp>
      <p:sp>
        <p:nvSpPr>
          <p:cNvPr id="6" name="Rectangle 52">
            <a:extLst>
              <a:ext uri="{FF2B5EF4-FFF2-40B4-BE49-F238E27FC236}">
                <a16:creationId xmlns="" xmlns:a16="http://schemas.microsoft.com/office/drawing/2014/main" id="{E5E0C4E6-F742-470D-51DC-611A92C85C22}"/>
              </a:ext>
            </a:extLst>
          </p:cNvPr>
          <p:cNvSpPr/>
          <p:nvPr/>
        </p:nvSpPr>
        <p:spPr>
          <a:xfrm rot="16199987" flipH="1">
            <a:off x="3436479" y="3112147"/>
            <a:ext cx="4396983" cy="806857"/>
          </a:xfrm>
          <a:prstGeom prst="rect">
            <a:avLst/>
          </a:prstGeom>
          <a:solidFill>
            <a:srgbClr val="FFFFFF"/>
          </a:solidFill>
          <a:ln cap="flat">
            <a:noFill/>
            <a:prstDash val="solid"/>
          </a:ln>
          <a:effectLst>
            <a:outerShdw dist="25402" algn="tl">
              <a:srgbClr val="000000">
                <a:alpha val="18000"/>
              </a:srgbClr>
            </a:outerShdw>
          </a:effectLst>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7" name="TextBox 47">
            <a:extLst>
              <a:ext uri="{FF2B5EF4-FFF2-40B4-BE49-F238E27FC236}">
                <a16:creationId xmlns="" xmlns:a16="http://schemas.microsoft.com/office/drawing/2014/main" id="{B415B9B9-0A76-FFEF-6C48-C57A672A5FDE}"/>
              </a:ext>
            </a:extLst>
          </p:cNvPr>
          <p:cNvSpPr txBox="1"/>
          <p:nvPr/>
        </p:nvSpPr>
        <p:spPr>
          <a:xfrm>
            <a:off x="6410684" y="4623745"/>
            <a:ext cx="3989554" cy="646334"/>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FFFFFF"/>
                </a:solidFill>
                <a:uFillTx/>
                <a:latin typeface="Arial" pitchFamily="34"/>
                <a:cs typeface="Arial" pitchFamily="34"/>
              </a:rPr>
              <a:t> </a:t>
            </a:r>
            <a:r>
              <a:rPr lang="en-GB" sz="1400" b="1" i="0" u="none" strike="noStrike" kern="1200" cap="none" spc="0" baseline="0">
                <a:solidFill>
                  <a:srgbClr val="0D0D0D"/>
                </a:solidFill>
                <a:uFillTx/>
                <a:latin typeface="Arial" pitchFamily="34"/>
                <a:cs typeface="Arial" pitchFamily="34"/>
              </a:rPr>
              <a:t>While this  show that about 50% of the patient are admitted which is very high for the emergency room to occupy</a:t>
            </a:r>
          </a:p>
        </p:txBody>
      </p:sp>
      <p:sp>
        <p:nvSpPr>
          <p:cNvPr id="8" name="TextBox 47">
            <a:extLst>
              <a:ext uri="{FF2B5EF4-FFF2-40B4-BE49-F238E27FC236}">
                <a16:creationId xmlns="" xmlns:a16="http://schemas.microsoft.com/office/drawing/2014/main" id="{72579D6F-2012-C6B5-0B58-7BC445596AB6}"/>
              </a:ext>
            </a:extLst>
          </p:cNvPr>
          <p:cNvSpPr txBox="1"/>
          <p:nvPr/>
        </p:nvSpPr>
        <p:spPr>
          <a:xfrm>
            <a:off x="6410684" y="2826767"/>
            <a:ext cx="3989554" cy="430883"/>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D0D0D"/>
                </a:solidFill>
                <a:uFillTx/>
                <a:latin typeface="Arial" pitchFamily="34"/>
                <a:cs typeface="Arial" pitchFamily="34"/>
              </a:rPr>
              <a:t>This show that about  to 49.45%  patient is not admitted. </a:t>
            </a:r>
          </a:p>
        </p:txBody>
      </p:sp>
      <p:pic>
        <p:nvPicPr>
          <p:cNvPr id="9" name="Picture 5">
            <a:extLst>
              <a:ext uri="{FF2B5EF4-FFF2-40B4-BE49-F238E27FC236}">
                <a16:creationId xmlns="" xmlns:a16="http://schemas.microsoft.com/office/drawing/2014/main" id="{3C21272F-B5C4-641C-8804-D5DA49FFA19D}"/>
              </a:ext>
            </a:extLst>
          </p:cNvPr>
          <p:cNvPicPr>
            <a:picLocks noChangeAspect="1"/>
          </p:cNvPicPr>
          <p:nvPr/>
        </p:nvPicPr>
        <p:blipFill>
          <a:blip r:embed="rId3"/>
          <a:stretch>
            <a:fillRect/>
          </a:stretch>
        </p:blipFill>
        <p:spPr>
          <a:xfrm>
            <a:off x="765184" y="1306535"/>
            <a:ext cx="4349599" cy="4396974"/>
          </a:xfrm>
          <a:prstGeom prst="rect">
            <a:avLst/>
          </a:prstGeom>
          <a:noFill/>
          <a:ln cap="flat">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5">
    <p:spTree>
      <p:nvGrpSpPr>
        <p:cNvPr id="1" name=""/>
        <p:cNvGrpSpPr/>
        <p:nvPr/>
      </p:nvGrpSpPr>
      <p:grpSpPr>
        <a:xfrm>
          <a:off x="0" y="0"/>
          <a:ext cx="0" cy="0"/>
          <a:chOff x="0" y="0"/>
          <a:chExt cx="0" cy="0"/>
        </a:xfrm>
      </p:grpSpPr>
      <p:pic>
        <p:nvPicPr>
          <p:cNvPr id="2" name="Picture 15">
            <a:extLst>
              <a:ext uri="{FF2B5EF4-FFF2-40B4-BE49-F238E27FC236}">
                <a16:creationId xmlns="" xmlns:a16="http://schemas.microsoft.com/office/drawing/2014/main" id="{F1F5BDC3-EB79-9A52-7922-F4E48210269C}"/>
              </a:ext>
            </a:extLst>
          </p:cNvPr>
          <p:cNvPicPr>
            <a:picLocks noChangeAspect="1"/>
          </p:cNvPicPr>
          <p:nvPr/>
        </p:nvPicPr>
        <p:blipFill>
          <a:blip r:embed="rId3"/>
          <a:srcRect/>
          <a:stretch>
            <a:fillRect/>
          </a:stretch>
        </p:blipFill>
        <p:spPr>
          <a:xfrm>
            <a:off x="6089" y="5419319"/>
            <a:ext cx="12179826" cy="981480"/>
          </a:xfrm>
          <a:prstGeom prst="rect">
            <a:avLst/>
          </a:prstGeom>
          <a:noFill/>
          <a:ln cap="flat">
            <a:noFill/>
          </a:ln>
        </p:spPr>
      </p:pic>
      <p:sp>
        <p:nvSpPr>
          <p:cNvPr id="3" name="Rectangle 13">
            <a:extLst>
              <a:ext uri="{FF2B5EF4-FFF2-40B4-BE49-F238E27FC236}">
                <a16:creationId xmlns="" xmlns:a16="http://schemas.microsoft.com/office/drawing/2014/main" id="{2DB9DD94-0D3A-0CD5-D645-D78C3843BF35}"/>
              </a:ext>
            </a:extLst>
          </p:cNvPr>
          <p:cNvSpPr/>
          <p:nvPr/>
        </p:nvSpPr>
        <p:spPr>
          <a:xfrm flipV="1">
            <a:off x="-2782363" y="5106101"/>
            <a:ext cx="16798488" cy="2079409"/>
          </a:xfrm>
          <a:prstGeom prst="rect">
            <a:avLst/>
          </a:prstGeom>
          <a:solidFill>
            <a:srgbClr val="0D0D0D">
              <a:alpha val="85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4" name="Title 1">
            <a:extLst>
              <a:ext uri="{FF2B5EF4-FFF2-40B4-BE49-F238E27FC236}">
                <a16:creationId xmlns="" xmlns:a16="http://schemas.microsoft.com/office/drawing/2014/main" id="{D04955FD-EF67-769D-8C58-2AB1E76E5CCF}"/>
              </a:ext>
            </a:extLst>
          </p:cNvPr>
          <p:cNvSpPr txBox="1">
            <a:spLocks noGrp="1"/>
          </p:cNvSpPr>
          <p:nvPr>
            <p:ph type="title"/>
          </p:nvPr>
        </p:nvSpPr>
        <p:spPr>
          <a:xfrm>
            <a:off x="1024128" y="112974"/>
            <a:ext cx="1845679" cy="846012"/>
          </a:xfrm>
        </p:spPr>
        <p:txBody>
          <a:bodyPr/>
          <a:lstStyle/>
          <a:p>
            <a:pPr lvl="0"/>
            <a:r>
              <a:rPr lang="en-GB" sz="2800" b="1">
                <a:latin typeface="Arial" pitchFamily="34"/>
                <a:cs typeface="Arial" pitchFamily="34"/>
              </a:rPr>
              <a:t>insight</a:t>
            </a:r>
          </a:p>
        </p:txBody>
      </p:sp>
      <p:sp>
        <p:nvSpPr>
          <p:cNvPr id="5" name="Slide Number Placeholder 3">
            <a:extLst>
              <a:ext uri="{FF2B5EF4-FFF2-40B4-BE49-F238E27FC236}">
                <a16:creationId xmlns="" xmlns:a16="http://schemas.microsoft.com/office/drawing/2014/main" id="{3F1F5A3B-F590-89F4-6DAA-07AC8E48FF5B}"/>
              </a:ext>
            </a:extLst>
          </p:cNvPr>
          <p:cNvSpPr txBox="1"/>
          <p:nvPr/>
        </p:nvSpPr>
        <p:spPr>
          <a:xfrm>
            <a:off x="10837331" y="6470705"/>
            <a:ext cx="973671" cy="274320"/>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24CC041-4184-4242-94CB-A39A3FF8C071}" type="slidenum">
              <a:rPr lang="en-US" sz="1000" b="0" i="0" u="none" strike="noStrike" kern="1200" cap="none" spc="0" baseline="0">
                <a:solidFill>
                  <a:srgbClr val="0D0D0D"/>
                </a:solidFill>
                <a:uFillTx/>
                <a:latin typeface="Tw Cen MT Condensed"/>
              </a:rPr>
              <a:t>4</a:t>
            </a:fld>
            <a:endParaRPr lang="en-US" sz="1000" b="0" i="0" u="none" strike="noStrike" kern="1200" cap="none" spc="0" baseline="0">
              <a:solidFill>
                <a:srgbClr val="0D0D0D"/>
              </a:solidFill>
              <a:uFillTx/>
              <a:latin typeface="Tw Cen MT Condensed"/>
            </a:endParaRPr>
          </a:p>
        </p:txBody>
      </p:sp>
      <p:sp>
        <p:nvSpPr>
          <p:cNvPr id="6" name="Freeform: Shape 42">
            <a:extLst>
              <a:ext uri="{FF2B5EF4-FFF2-40B4-BE49-F238E27FC236}">
                <a16:creationId xmlns="" xmlns:a16="http://schemas.microsoft.com/office/drawing/2014/main" id="{921AA9E9-B29F-032C-AF8D-F1D10F3146B5}"/>
              </a:ext>
            </a:extLst>
          </p:cNvPr>
          <p:cNvSpPr/>
          <p:nvPr/>
        </p:nvSpPr>
        <p:spPr>
          <a:xfrm>
            <a:off x="9709702" y="1410626"/>
            <a:ext cx="2482294" cy="3772841"/>
          </a:xfrm>
          <a:custGeom>
            <a:avLst/>
            <a:gdLst>
              <a:gd name="f0" fmla="val 10800000"/>
              <a:gd name="f1" fmla="val 5400000"/>
              <a:gd name="f2" fmla="val 180"/>
              <a:gd name="f3" fmla="val w"/>
              <a:gd name="f4" fmla="val h"/>
              <a:gd name="f5" fmla="val 0"/>
              <a:gd name="f6" fmla="val 2482294"/>
              <a:gd name="f7" fmla="val 3772838"/>
              <a:gd name="f8" fmla="val 1886419"/>
              <a:gd name="f9" fmla="val 1967318"/>
              <a:gd name="f10" fmla="val 2048218"/>
              <a:gd name="f11" fmla="val 30862"/>
              <a:gd name="f12" fmla="val 2109942"/>
              <a:gd name="f13" fmla="val 92586"/>
              <a:gd name="f14" fmla="val 464938"/>
              <a:gd name="f15" fmla="val 3307900"/>
              <a:gd name="f16" fmla="val 3680252"/>
              <a:gd name="f17" fmla="val 1986494"/>
              <a:gd name="f18" fmla="val 3803700"/>
              <a:gd name="f19" fmla="val 1786344"/>
              <a:gd name="f20" fmla="val 1662896"/>
              <a:gd name="f21" fmla="val -30862"/>
              <a:gd name="f22" fmla="val 1724620"/>
              <a:gd name="f23" fmla="val 1805520"/>
              <a:gd name="f24" fmla="+- 0 0 -90"/>
              <a:gd name="f25" fmla="*/ f3 1 2482294"/>
              <a:gd name="f26" fmla="*/ f4 1 3772838"/>
              <a:gd name="f27" fmla="val f5"/>
              <a:gd name="f28" fmla="val f6"/>
              <a:gd name="f29" fmla="val f7"/>
              <a:gd name="f30" fmla="*/ f24 f0 1"/>
              <a:gd name="f31" fmla="+- f29 0 f27"/>
              <a:gd name="f32" fmla="+- f28 0 f27"/>
              <a:gd name="f33" fmla="*/ f30 1 f2"/>
              <a:gd name="f34" fmla="*/ f32 1 2482294"/>
              <a:gd name="f35" fmla="*/ f31 1 3772838"/>
              <a:gd name="f36" fmla="*/ 1886419 f32 1"/>
              <a:gd name="f37" fmla="*/ 0 f31 1"/>
              <a:gd name="f38" fmla="*/ 2109942 f32 1"/>
              <a:gd name="f39" fmla="*/ 92586 f31 1"/>
              <a:gd name="f40" fmla="*/ 2482294 f32 1"/>
              <a:gd name="f41" fmla="*/ 464938 f31 1"/>
              <a:gd name="f42" fmla="*/ 3307900 f31 1"/>
              <a:gd name="f43" fmla="*/ 3680252 f31 1"/>
              <a:gd name="f44" fmla="*/ 1662896 f32 1"/>
              <a:gd name="f45" fmla="*/ 92586 f32 1"/>
              <a:gd name="f46" fmla="*/ 2109942 f31 1"/>
              <a:gd name="f47" fmla="*/ 1662896 f31 1"/>
              <a:gd name="f48" fmla="+- f33 0 f1"/>
              <a:gd name="f49" fmla="*/ f36 1 2482294"/>
              <a:gd name="f50" fmla="*/ f37 1 3772838"/>
              <a:gd name="f51" fmla="*/ f38 1 2482294"/>
              <a:gd name="f52" fmla="*/ f39 1 3772838"/>
              <a:gd name="f53" fmla="*/ f40 1 2482294"/>
              <a:gd name="f54" fmla="*/ f41 1 3772838"/>
              <a:gd name="f55" fmla="*/ f42 1 3772838"/>
              <a:gd name="f56" fmla="*/ f43 1 3772838"/>
              <a:gd name="f57" fmla="*/ f44 1 2482294"/>
              <a:gd name="f58" fmla="*/ f45 1 2482294"/>
              <a:gd name="f59" fmla="*/ f46 1 3772838"/>
              <a:gd name="f60" fmla="*/ f47 1 3772838"/>
              <a:gd name="f61" fmla="*/ f27 1 f34"/>
              <a:gd name="f62" fmla="*/ f28 1 f34"/>
              <a:gd name="f63" fmla="*/ f27 1 f35"/>
              <a:gd name="f64" fmla="*/ f29 1 f35"/>
              <a:gd name="f65" fmla="*/ f49 1 f34"/>
              <a:gd name="f66" fmla="*/ f50 1 f35"/>
              <a:gd name="f67" fmla="*/ f51 1 f34"/>
              <a:gd name="f68" fmla="*/ f52 1 f35"/>
              <a:gd name="f69" fmla="*/ f53 1 f34"/>
              <a:gd name="f70" fmla="*/ f54 1 f35"/>
              <a:gd name="f71" fmla="*/ f55 1 f35"/>
              <a:gd name="f72" fmla="*/ f56 1 f35"/>
              <a:gd name="f73" fmla="*/ f57 1 f34"/>
              <a:gd name="f74" fmla="*/ f58 1 f34"/>
              <a:gd name="f75" fmla="*/ f59 1 f35"/>
              <a:gd name="f76" fmla="*/ f60 1 f35"/>
              <a:gd name="f77" fmla="*/ f61 f25 1"/>
              <a:gd name="f78" fmla="*/ f62 f25 1"/>
              <a:gd name="f79" fmla="*/ f64 f26 1"/>
              <a:gd name="f80" fmla="*/ f63 f26 1"/>
              <a:gd name="f81" fmla="*/ f65 f25 1"/>
              <a:gd name="f82" fmla="*/ f66 f26 1"/>
              <a:gd name="f83" fmla="*/ f67 f25 1"/>
              <a:gd name="f84" fmla="*/ f68 f26 1"/>
              <a:gd name="f85" fmla="*/ f69 f25 1"/>
              <a:gd name="f86" fmla="*/ f70 f26 1"/>
              <a:gd name="f87" fmla="*/ f71 f26 1"/>
              <a:gd name="f88" fmla="*/ f72 f26 1"/>
              <a:gd name="f89" fmla="*/ f73 f25 1"/>
              <a:gd name="f90" fmla="*/ f74 f25 1"/>
              <a:gd name="f91" fmla="*/ f75 f26 1"/>
              <a:gd name="f92" fmla="*/ f76 f26 1"/>
            </a:gdLst>
            <a:ahLst/>
            <a:cxnLst>
              <a:cxn ang="3cd4">
                <a:pos x="hc" y="t"/>
              </a:cxn>
              <a:cxn ang="0">
                <a:pos x="r" y="vc"/>
              </a:cxn>
              <a:cxn ang="cd4">
                <a:pos x="hc" y="b"/>
              </a:cxn>
              <a:cxn ang="cd2">
                <a:pos x="l" y="vc"/>
              </a:cxn>
              <a:cxn ang="f48">
                <a:pos x="f81" y="f82"/>
              </a:cxn>
              <a:cxn ang="f48">
                <a:pos x="f83" y="f84"/>
              </a:cxn>
              <a:cxn ang="f48">
                <a:pos x="f85" y="f86"/>
              </a:cxn>
              <a:cxn ang="f48">
                <a:pos x="f85" y="f87"/>
              </a:cxn>
              <a:cxn ang="f48">
                <a:pos x="f83" y="f88"/>
              </a:cxn>
              <a:cxn ang="f48">
                <a:pos x="f89" y="f88"/>
              </a:cxn>
              <a:cxn ang="f48">
                <a:pos x="f90" y="f91"/>
              </a:cxn>
              <a:cxn ang="f48">
                <a:pos x="f90" y="f92"/>
              </a:cxn>
              <a:cxn ang="f48">
                <a:pos x="f89" y="f84"/>
              </a:cxn>
              <a:cxn ang="f48">
                <a:pos x="f81" y="f82"/>
              </a:cxn>
            </a:cxnLst>
            <a:rect l="f77" t="f80" r="f78" b="f79"/>
            <a:pathLst>
              <a:path w="2482294" h="3772838">
                <a:moveTo>
                  <a:pt x="f8" y="f5"/>
                </a:moveTo>
                <a:cubicBezTo>
                  <a:pt x="f9" y="f5"/>
                  <a:pt x="f10" y="f11"/>
                  <a:pt x="f12" y="f13"/>
                </a:cubicBezTo>
                <a:lnTo>
                  <a:pt x="f6" y="f14"/>
                </a:lnTo>
                <a:lnTo>
                  <a:pt x="f6" y="f15"/>
                </a:lnTo>
                <a:lnTo>
                  <a:pt x="f12" y="f16"/>
                </a:lnTo>
                <a:cubicBezTo>
                  <a:pt x="f17" y="f18"/>
                  <a:pt x="f19" y="f18"/>
                  <a:pt x="f20" y="f16"/>
                </a:cubicBezTo>
                <a:lnTo>
                  <a:pt x="f13" y="f12"/>
                </a:lnTo>
                <a:cubicBezTo>
                  <a:pt x="f21" y="f17"/>
                  <a:pt x="f21" y="f19"/>
                  <a:pt x="f13" y="f20"/>
                </a:cubicBezTo>
                <a:lnTo>
                  <a:pt x="f20" y="f13"/>
                </a:lnTo>
                <a:cubicBezTo>
                  <a:pt x="f22" y="f11"/>
                  <a:pt x="f23" y="f5"/>
                  <a:pt x="f8" y="f5"/>
                </a:cubicBezTo>
                <a:close/>
              </a:path>
            </a:pathLst>
          </a:custGeom>
          <a:solidFill>
            <a:srgbClr val="CE295E">
              <a:alpha val="20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7" name="Freeform: Shape 44">
            <a:extLst>
              <a:ext uri="{FF2B5EF4-FFF2-40B4-BE49-F238E27FC236}">
                <a16:creationId xmlns="" xmlns:a16="http://schemas.microsoft.com/office/drawing/2014/main" id="{78578A82-5C73-84AF-0036-C733C862B8C7}"/>
              </a:ext>
            </a:extLst>
          </p:cNvPr>
          <p:cNvSpPr/>
          <p:nvPr/>
        </p:nvSpPr>
        <p:spPr>
          <a:xfrm>
            <a:off x="0" y="4664061"/>
            <a:ext cx="747366" cy="1640223"/>
          </a:xfrm>
          <a:custGeom>
            <a:avLst/>
            <a:gdLst>
              <a:gd name="f0" fmla="val 10800000"/>
              <a:gd name="f1" fmla="val 5400000"/>
              <a:gd name="f2" fmla="val 180"/>
              <a:gd name="f3" fmla="val w"/>
              <a:gd name="f4" fmla="val h"/>
              <a:gd name="f5" fmla="val 0"/>
              <a:gd name="f6" fmla="val 747365"/>
              <a:gd name="f7" fmla="val 1640222"/>
              <a:gd name="f8" fmla="val 695927"/>
              <a:gd name="f9" fmla="val 764512"/>
              <a:gd name="f10" fmla="val 875710"/>
              <a:gd name="f11" fmla="val 944295"/>
              <a:gd name="f12" fmla="+- 0 0 -90"/>
              <a:gd name="f13" fmla="*/ f3 1 747365"/>
              <a:gd name="f14" fmla="*/ f4 1 1640222"/>
              <a:gd name="f15" fmla="val f5"/>
              <a:gd name="f16" fmla="val f6"/>
              <a:gd name="f17" fmla="val f7"/>
              <a:gd name="f18" fmla="*/ f12 f0 1"/>
              <a:gd name="f19" fmla="+- f17 0 f15"/>
              <a:gd name="f20" fmla="+- f16 0 f15"/>
              <a:gd name="f21" fmla="*/ f18 1 f2"/>
              <a:gd name="f22" fmla="*/ f20 1 747365"/>
              <a:gd name="f23" fmla="*/ f19 1 1640222"/>
              <a:gd name="f24" fmla="*/ 0 f20 1"/>
              <a:gd name="f25" fmla="*/ 0 f19 1"/>
              <a:gd name="f26" fmla="*/ 695927 f20 1"/>
              <a:gd name="f27" fmla="*/ 695927 f19 1"/>
              <a:gd name="f28" fmla="*/ 944295 f19 1"/>
              <a:gd name="f29" fmla="*/ 1640222 f19 1"/>
              <a:gd name="f30" fmla="+- f21 0 f1"/>
              <a:gd name="f31" fmla="*/ f24 1 747365"/>
              <a:gd name="f32" fmla="*/ f25 1 1640222"/>
              <a:gd name="f33" fmla="*/ f26 1 747365"/>
              <a:gd name="f34" fmla="*/ f27 1 1640222"/>
              <a:gd name="f35" fmla="*/ f28 1 1640222"/>
              <a:gd name="f36" fmla="*/ f29 1 1640222"/>
              <a:gd name="f37" fmla="*/ f15 1 f22"/>
              <a:gd name="f38" fmla="*/ f16 1 f22"/>
              <a:gd name="f39" fmla="*/ f15 1 f23"/>
              <a:gd name="f40" fmla="*/ f17 1 f23"/>
              <a:gd name="f41" fmla="*/ f31 1 f22"/>
              <a:gd name="f42" fmla="*/ f32 1 f23"/>
              <a:gd name="f43" fmla="*/ f33 1 f22"/>
              <a:gd name="f44" fmla="*/ f34 1 f23"/>
              <a:gd name="f45" fmla="*/ f35 1 f23"/>
              <a:gd name="f46" fmla="*/ f36 1 f23"/>
              <a:gd name="f47" fmla="*/ f37 f13 1"/>
              <a:gd name="f48" fmla="*/ f38 f13 1"/>
              <a:gd name="f49" fmla="*/ f40 f14 1"/>
              <a:gd name="f50" fmla="*/ f39 f14 1"/>
              <a:gd name="f51" fmla="*/ f41 f13 1"/>
              <a:gd name="f52" fmla="*/ f42 f14 1"/>
              <a:gd name="f53" fmla="*/ f43 f13 1"/>
              <a:gd name="f54" fmla="*/ f44 f14 1"/>
              <a:gd name="f55" fmla="*/ f45 f14 1"/>
              <a:gd name="f56" fmla="*/ f46 f14 1"/>
            </a:gdLst>
            <a:ahLst/>
            <a:cxnLst>
              <a:cxn ang="3cd4">
                <a:pos x="hc" y="t"/>
              </a:cxn>
              <a:cxn ang="0">
                <a:pos x="r" y="vc"/>
              </a:cxn>
              <a:cxn ang="cd4">
                <a:pos x="hc" y="b"/>
              </a:cxn>
              <a:cxn ang="cd2">
                <a:pos x="l" y="vc"/>
              </a:cxn>
              <a:cxn ang="f30">
                <a:pos x="f51" y="f52"/>
              </a:cxn>
              <a:cxn ang="f30">
                <a:pos x="f53" y="f54"/>
              </a:cxn>
              <a:cxn ang="f30">
                <a:pos x="f53" y="f55"/>
              </a:cxn>
              <a:cxn ang="f30">
                <a:pos x="f51" y="f56"/>
              </a:cxn>
              <a:cxn ang="f30">
                <a:pos x="f51" y="f52"/>
              </a:cxn>
            </a:cxnLst>
            <a:rect l="f47" t="f50" r="f48" b="f49"/>
            <a:pathLst>
              <a:path w="747365" h="1640222">
                <a:moveTo>
                  <a:pt x="f5" y="f5"/>
                </a:moveTo>
                <a:lnTo>
                  <a:pt x="f8" y="f8"/>
                </a:lnTo>
                <a:cubicBezTo>
                  <a:pt x="f9" y="f9"/>
                  <a:pt x="f9" y="f10"/>
                  <a:pt x="f8" y="f11"/>
                </a:cubicBezTo>
                <a:lnTo>
                  <a:pt x="f5" y="f7"/>
                </a:lnTo>
                <a:lnTo>
                  <a:pt x="f5" y="f5"/>
                </a:lnTo>
                <a:close/>
              </a:path>
            </a:pathLst>
          </a:custGeom>
          <a:solidFill>
            <a:srgbClr val="CE295E">
              <a:alpha val="20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8" name="Rectangle 14">
            <a:extLst>
              <a:ext uri="{FF2B5EF4-FFF2-40B4-BE49-F238E27FC236}">
                <a16:creationId xmlns="" xmlns:a16="http://schemas.microsoft.com/office/drawing/2014/main" id="{F5939902-25F5-71E9-A8C7-295F4FE41221}"/>
              </a:ext>
            </a:extLst>
          </p:cNvPr>
          <p:cNvSpPr/>
          <p:nvPr/>
        </p:nvSpPr>
        <p:spPr>
          <a:xfrm>
            <a:off x="6285530" y="953892"/>
            <a:ext cx="5187116" cy="1010201"/>
          </a:xfrm>
          <a:prstGeom prst="rect">
            <a:avLst/>
          </a:prstGeom>
          <a:solidFill>
            <a:srgbClr val="A3CEED"/>
          </a:solidFill>
          <a:ln w="15873" cap="flat">
            <a:solidFill>
              <a:srgbClr val="064760"/>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9" name="TextBox 47">
            <a:extLst>
              <a:ext uri="{FF2B5EF4-FFF2-40B4-BE49-F238E27FC236}">
                <a16:creationId xmlns="" xmlns:a16="http://schemas.microsoft.com/office/drawing/2014/main" id="{46688072-B53A-95DE-945E-5B8F4BA9E843}"/>
              </a:ext>
            </a:extLst>
          </p:cNvPr>
          <p:cNvSpPr txBox="1"/>
          <p:nvPr/>
        </p:nvSpPr>
        <p:spPr>
          <a:xfrm>
            <a:off x="6610983" y="1236936"/>
            <a:ext cx="4474360" cy="430883"/>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D0D0D"/>
                </a:solidFill>
                <a:uFillTx/>
                <a:latin typeface="Arial" pitchFamily="34"/>
                <a:cs typeface="Arial" pitchFamily="34"/>
              </a:rPr>
              <a:t>It show that none referral patient has about (58.5%) which is high more than the  referral patient </a:t>
            </a:r>
            <a:endParaRPr lang="en-GB" sz="1400" b="0" i="0" u="none" strike="noStrike" kern="1200" cap="none" spc="0" baseline="0">
              <a:solidFill>
                <a:srgbClr val="FFFFFF"/>
              </a:solidFill>
              <a:uFillTx/>
              <a:latin typeface="Tw Cen MT"/>
            </a:endParaRPr>
          </a:p>
        </p:txBody>
      </p:sp>
      <p:sp>
        <p:nvSpPr>
          <p:cNvPr id="10" name="Rectangle 25">
            <a:extLst>
              <a:ext uri="{FF2B5EF4-FFF2-40B4-BE49-F238E27FC236}">
                <a16:creationId xmlns="" xmlns:a16="http://schemas.microsoft.com/office/drawing/2014/main" id="{93064CE2-40E2-9DC5-015C-3E8377E23678}"/>
              </a:ext>
            </a:extLst>
          </p:cNvPr>
          <p:cNvSpPr/>
          <p:nvPr/>
        </p:nvSpPr>
        <p:spPr>
          <a:xfrm>
            <a:off x="6301121" y="2388934"/>
            <a:ext cx="5171526" cy="1154777"/>
          </a:xfrm>
          <a:prstGeom prst="rect">
            <a:avLst/>
          </a:prstGeom>
          <a:solidFill>
            <a:srgbClr val="A3CEED"/>
          </a:solidFill>
          <a:ln w="15873" cap="flat">
            <a:solidFill>
              <a:srgbClr val="064760"/>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11" name="TextBox 47">
            <a:extLst>
              <a:ext uri="{FF2B5EF4-FFF2-40B4-BE49-F238E27FC236}">
                <a16:creationId xmlns="" xmlns:a16="http://schemas.microsoft.com/office/drawing/2014/main" id="{A00A9100-363D-6105-8A3A-DC1100FB25C3}"/>
              </a:ext>
            </a:extLst>
          </p:cNvPr>
          <p:cNvSpPr txBox="1"/>
          <p:nvPr/>
        </p:nvSpPr>
        <p:spPr>
          <a:xfrm>
            <a:off x="7198156" y="2856521"/>
            <a:ext cx="3610325" cy="430883"/>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D0D0D"/>
                </a:solidFill>
                <a:uFillTx/>
                <a:latin typeface="Arial" pitchFamily="34"/>
                <a:cs typeface="Arial" pitchFamily="34"/>
              </a:rPr>
              <a:t>While the General Practice  has about (</a:t>
            </a:r>
            <a:r>
              <a:rPr lang="en-GB" sz="1400" b="1" i="0" u="none" strike="noStrike" kern="1200" cap="none" spc="0" baseline="0">
                <a:solidFill>
                  <a:srgbClr val="000000"/>
                </a:solidFill>
                <a:uFillTx/>
                <a:latin typeface="Arial" pitchFamily="34"/>
                <a:cs typeface="Arial" pitchFamily="34"/>
              </a:rPr>
              <a:t>22.3%) referral patient</a:t>
            </a:r>
            <a:r>
              <a:rPr lang="en-GB" sz="1400" b="1" i="0" u="none" strike="noStrike" kern="1200" cap="none" spc="0" baseline="0">
                <a:solidFill>
                  <a:srgbClr val="FFFFFF"/>
                </a:solidFill>
                <a:uFillTx/>
                <a:latin typeface="Arial" pitchFamily="34"/>
                <a:cs typeface="Arial" pitchFamily="34"/>
              </a:rPr>
              <a:t> </a:t>
            </a:r>
          </a:p>
        </p:txBody>
      </p:sp>
      <p:sp>
        <p:nvSpPr>
          <p:cNvPr id="12" name="Rectangle 17">
            <a:extLst>
              <a:ext uri="{FF2B5EF4-FFF2-40B4-BE49-F238E27FC236}">
                <a16:creationId xmlns="" xmlns:a16="http://schemas.microsoft.com/office/drawing/2014/main" id="{C4875795-E294-DEB1-2C77-5D4CC733A6A4}"/>
              </a:ext>
            </a:extLst>
          </p:cNvPr>
          <p:cNvSpPr/>
          <p:nvPr/>
        </p:nvSpPr>
        <p:spPr>
          <a:xfrm>
            <a:off x="6301121" y="3794586"/>
            <a:ext cx="5171526" cy="1138775"/>
          </a:xfrm>
          <a:prstGeom prst="rect">
            <a:avLst/>
          </a:prstGeom>
          <a:solidFill>
            <a:srgbClr val="A3CEED"/>
          </a:solidFill>
          <a:ln w="15873" cap="flat">
            <a:solidFill>
              <a:srgbClr val="064760"/>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Tw Cen MT"/>
            </a:endParaRPr>
          </a:p>
        </p:txBody>
      </p:sp>
      <p:sp>
        <p:nvSpPr>
          <p:cNvPr id="13" name="TextBox 47">
            <a:extLst>
              <a:ext uri="{FF2B5EF4-FFF2-40B4-BE49-F238E27FC236}">
                <a16:creationId xmlns="" xmlns:a16="http://schemas.microsoft.com/office/drawing/2014/main" id="{93004135-04CC-03A8-8157-EB4AD51C12F8}"/>
              </a:ext>
            </a:extLst>
          </p:cNvPr>
          <p:cNvSpPr txBox="1"/>
          <p:nvPr/>
        </p:nvSpPr>
        <p:spPr>
          <a:xfrm>
            <a:off x="6850968" y="4329738"/>
            <a:ext cx="3755980" cy="430883"/>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D0D0D"/>
                </a:solidFill>
                <a:uFillTx/>
                <a:latin typeface="Arial" pitchFamily="34"/>
                <a:cs typeface="Arial" pitchFamily="34"/>
              </a:rPr>
              <a:t>And the Orthopedics has about (12.1%) referral patient </a:t>
            </a:r>
            <a:r>
              <a:rPr lang="en-GB" sz="1400" b="0" i="0" u="none" strike="noStrike" kern="1200" cap="none" spc="0" baseline="0">
                <a:solidFill>
                  <a:srgbClr val="FFFFFF"/>
                </a:solidFill>
                <a:uFillTx/>
                <a:latin typeface="Tw Cen MT"/>
              </a:rPr>
              <a:t>. </a:t>
            </a:r>
          </a:p>
        </p:txBody>
      </p:sp>
      <p:pic>
        <p:nvPicPr>
          <p:cNvPr id="14" name="Picture 43">
            <a:extLst>
              <a:ext uri="{FF2B5EF4-FFF2-40B4-BE49-F238E27FC236}">
                <a16:creationId xmlns="" xmlns:a16="http://schemas.microsoft.com/office/drawing/2014/main" id="{76679689-53E9-5D6D-7751-9D85CA32502A}"/>
              </a:ext>
            </a:extLst>
          </p:cNvPr>
          <p:cNvPicPr>
            <a:picLocks noChangeAspect="1"/>
          </p:cNvPicPr>
          <p:nvPr/>
        </p:nvPicPr>
        <p:blipFill>
          <a:blip r:embed="rId4"/>
          <a:stretch>
            <a:fillRect/>
          </a:stretch>
        </p:blipFill>
        <p:spPr>
          <a:xfrm>
            <a:off x="356323" y="815928"/>
            <a:ext cx="5578983" cy="4659105"/>
          </a:xfrm>
          <a:prstGeom prst="rect">
            <a:avLst/>
          </a:prstGeom>
          <a:noFill/>
          <a:ln cap="flat">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6">
    <p:bg>
      <p:bgPr>
        <a:gradFill>
          <a:gsLst>
            <a:gs pos="0">
              <a:srgbClr val="F4FBFE"/>
            </a:gs>
            <a:gs pos="100000">
              <a:srgbClr val="99DAF3"/>
            </a:gs>
          </a:gsLst>
          <a:lin ang="5400000"/>
        </a:gradFill>
        <a:effectLst/>
      </p:bgPr>
    </p:bg>
    <p:spTree>
      <p:nvGrpSpPr>
        <p:cNvPr id="1" name=""/>
        <p:cNvGrpSpPr/>
        <p:nvPr/>
      </p:nvGrpSpPr>
      <p:grpSpPr>
        <a:xfrm>
          <a:off x="0" y="0"/>
          <a:ext cx="0" cy="0"/>
          <a:chOff x="0" y="0"/>
          <a:chExt cx="0" cy="0"/>
        </a:xfrm>
      </p:grpSpPr>
      <p:grpSp>
        <p:nvGrpSpPr>
          <p:cNvPr id="2" name="Group 17">
            <a:extLst>
              <a:ext uri="{FF2B5EF4-FFF2-40B4-BE49-F238E27FC236}">
                <a16:creationId xmlns="" xmlns:a16="http://schemas.microsoft.com/office/drawing/2014/main" id="{B21381BA-4072-18C7-6FAE-96292158D1CE}"/>
              </a:ext>
            </a:extLst>
          </p:cNvPr>
          <p:cNvGrpSpPr/>
          <p:nvPr/>
        </p:nvGrpSpPr>
        <p:grpSpPr>
          <a:xfrm>
            <a:off x="276660" y="1031379"/>
            <a:ext cx="12527737" cy="5393826"/>
            <a:chOff x="276660" y="1031379"/>
            <a:chExt cx="12527737" cy="5393826"/>
          </a:xfrm>
        </p:grpSpPr>
        <p:sp>
          <p:nvSpPr>
            <p:cNvPr id="3" name="Rounded Rectangle 22">
              <a:extLst>
                <a:ext uri="{FF2B5EF4-FFF2-40B4-BE49-F238E27FC236}">
                  <a16:creationId xmlns="" xmlns:a16="http://schemas.microsoft.com/office/drawing/2014/main" id="{19AD24A7-8DB9-417C-EBB8-33B75883C342}"/>
                </a:ext>
              </a:extLst>
            </p:cNvPr>
            <p:cNvSpPr/>
            <p:nvPr/>
          </p:nvSpPr>
          <p:spPr>
            <a:xfrm>
              <a:off x="289096" y="6270827"/>
              <a:ext cx="12515301" cy="15437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gradFill>
              <a:gsLst>
                <a:gs pos="0">
                  <a:srgbClr val="BFBFBF"/>
                </a:gs>
                <a:gs pos="100000">
                  <a:srgbClr val="F2F2F2"/>
                </a:gs>
              </a:gsLst>
              <a:lin ang="10800000"/>
            </a:gra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4" name="Rectangle 20">
              <a:extLst>
                <a:ext uri="{FF2B5EF4-FFF2-40B4-BE49-F238E27FC236}">
                  <a16:creationId xmlns="" xmlns:a16="http://schemas.microsoft.com/office/drawing/2014/main" id="{C7377CF8-7E16-3F4C-952B-9C92C819A53D}"/>
                </a:ext>
              </a:extLst>
            </p:cNvPr>
            <p:cNvSpPr/>
            <p:nvPr/>
          </p:nvSpPr>
          <p:spPr>
            <a:xfrm>
              <a:off x="393896" y="1096411"/>
              <a:ext cx="6378314" cy="4959714"/>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5" name="Rectangle 21">
              <a:extLst>
                <a:ext uri="{FF2B5EF4-FFF2-40B4-BE49-F238E27FC236}">
                  <a16:creationId xmlns="" xmlns:a16="http://schemas.microsoft.com/office/drawing/2014/main" id="{BB5C8DA9-B6AE-A689-E744-A307C9948D2B}"/>
                </a:ext>
              </a:extLst>
            </p:cNvPr>
            <p:cNvSpPr/>
            <p:nvPr/>
          </p:nvSpPr>
          <p:spPr>
            <a:xfrm>
              <a:off x="289096" y="6121149"/>
              <a:ext cx="12515292" cy="232531"/>
            </a:xfrm>
            <a:prstGeom prst="rect">
              <a:avLst/>
            </a:prstGeom>
            <a:gradFill>
              <a:gsLst>
                <a:gs pos="0">
                  <a:srgbClr val="BFBFBF"/>
                </a:gs>
                <a:gs pos="100000">
                  <a:srgbClr val="F2F2F2"/>
                </a:gs>
              </a:gsLst>
              <a:lin ang="10800000"/>
            </a:gra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cxnSp>
          <p:nvCxnSpPr>
            <p:cNvPr id="6" name="Straight Connector 22">
              <a:extLst>
                <a:ext uri="{FF2B5EF4-FFF2-40B4-BE49-F238E27FC236}">
                  <a16:creationId xmlns="" xmlns:a16="http://schemas.microsoft.com/office/drawing/2014/main" id="{5D053C56-FB89-9FC6-DCC1-A007093FE741}"/>
                </a:ext>
              </a:extLst>
            </p:cNvPr>
            <p:cNvCxnSpPr/>
            <p:nvPr/>
          </p:nvCxnSpPr>
          <p:spPr>
            <a:xfrm>
              <a:off x="276660" y="6336215"/>
              <a:ext cx="12515302" cy="0"/>
            </a:xfrm>
            <a:prstGeom prst="straightConnector1">
              <a:avLst/>
            </a:prstGeom>
            <a:noFill/>
            <a:ln w="3172" cap="flat">
              <a:solidFill>
                <a:srgbClr val="A6A6A6"/>
              </a:solidFill>
              <a:prstDash val="solid"/>
              <a:miter/>
            </a:ln>
          </p:spPr>
        </p:cxnSp>
        <p:sp>
          <p:nvSpPr>
            <p:cNvPr id="7" name="Rounded Rectangle 27">
              <a:extLst>
                <a:ext uri="{FF2B5EF4-FFF2-40B4-BE49-F238E27FC236}">
                  <a16:creationId xmlns="" xmlns:a16="http://schemas.microsoft.com/office/drawing/2014/main" id="{200F5553-5324-E60A-6971-7262BB938EBD}"/>
                </a:ext>
              </a:extLst>
            </p:cNvPr>
            <p:cNvSpPr/>
            <p:nvPr/>
          </p:nvSpPr>
          <p:spPr>
            <a:xfrm>
              <a:off x="11700955" y="6252347"/>
              <a:ext cx="524079" cy="67821"/>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26262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8" name="Round Single Corner Rectangle 28">
              <a:extLst>
                <a:ext uri="{FF2B5EF4-FFF2-40B4-BE49-F238E27FC236}">
                  <a16:creationId xmlns="" xmlns:a16="http://schemas.microsoft.com/office/drawing/2014/main" id="{25B74688-2092-17EA-D6BC-CD56CC1B524C}"/>
                </a:ext>
              </a:extLst>
            </p:cNvPr>
            <p:cNvSpPr/>
            <p:nvPr/>
          </p:nvSpPr>
          <p:spPr>
            <a:xfrm rot="10800009" flipH="1">
              <a:off x="12251990" y="6121149"/>
              <a:ext cx="552407" cy="304056"/>
            </a:xfrm>
            <a:custGeom>
              <a:avLst>
                <a:gd name="f7" fmla="val 21302"/>
              </a:avLst>
              <a:gdLst>
                <a:gd name="f1" fmla="val 5400000"/>
                <a:gd name="f2" fmla="val 16200000"/>
                <a:gd name="f3" fmla="val w"/>
                <a:gd name="f4" fmla="val h"/>
                <a:gd name="f5" fmla="val ss"/>
                <a:gd name="f6" fmla="val 0"/>
                <a:gd name="f7" fmla="val 21302"/>
                <a:gd name="f8" fmla="abs f3"/>
                <a:gd name="f9" fmla="abs f4"/>
                <a:gd name="f10" fmla="abs f5"/>
                <a:gd name="f11" fmla="val f6"/>
                <a:gd name="f12" fmla="val f7"/>
                <a:gd name="f13" fmla="?: f8 f3 1"/>
                <a:gd name="f14" fmla="?: f9 f4 1"/>
                <a:gd name="f15" fmla="?: f10 f5 1"/>
                <a:gd name="f16" fmla="*/ f13 1 21600"/>
                <a:gd name="f17" fmla="*/ f14 1 21600"/>
                <a:gd name="f18" fmla="*/ 21600 f13 1"/>
                <a:gd name="f19" fmla="*/ 21600 f14 1"/>
                <a:gd name="f20" fmla="min f17 f16"/>
                <a:gd name="f21" fmla="*/ f18 1 f15"/>
                <a:gd name="f22" fmla="*/ f19 1 f15"/>
                <a:gd name="f23" fmla="val f21"/>
                <a:gd name="f24" fmla="val f22"/>
                <a:gd name="f25" fmla="*/ f11 f20 1"/>
                <a:gd name="f26" fmla="+- f24 0 f11"/>
                <a:gd name="f27" fmla="+- f23 0 f11"/>
                <a:gd name="f28" fmla="*/ f24 f20 1"/>
                <a:gd name="f29" fmla="*/ f23 f20 1"/>
                <a:gd name="f30" fmla="min f27 f26"/>
                <a:gd name="f31" fmla="*/ f30 f12 1"/>
                <a:gd name="f32" fmla="*/ f31 1 100000"/>
                <a:gd name="f33" fmla="+- f23 0 f32"/>
                <a:gd name="f34" fmla="*/ f32 29289 1"/>
                <a:gd name="f35" fmla="*/ f32 f20 1"/>
                <a:gd name="f36" fmla="*/ f34 1 100000"/>
                <a:gd name="f37" fmla="*/ f33 f20 1"/>
                <a:gd name="f38" fmla="+- f23 0 f36"/>
                <a:gd name="f39" fmla="*/ f38 f20 1"/>
              </a:gdLst>
              <a:ahLst/>
              <a:cxnLst>
                <a:cxn ang="3cd4">
                  <a:pos x="hc" y="t"/>
                </a:cxn>
                <a:cxn ang="0">
                  <a:pos x="r" y="vc"/>
                </a:cxn>
                <a:cxn ang="cd4">
                  <a:pos x="hc" y="b"/>
                </a:cxn>
                <a:cxn ang="cd2">
                  <a:pos x="l" y="vc"/>
                </a:cxn>
              </a:cxnLst>
              <a:rect l="f25" t="f25" r="f39" b="f28"/>
              <a:pathLst>
                <a:path>
                  <a:moveTo>
                    <a:pt x="f25" y="f25"/>
                  </a:moveTo>
                  <a:lnTo>
                    <a:pt x="f37" y="f25"/>
                  </a:lnTo>
                  <a:arcTo wR="f35" hR="f35" stAng="f2" swAng="f1"/>
                  <a:lnTo>
                    <a:pt x="f29" y="f28"/>
                  </a:lnTo>
                  <a:lnTo>
                    <a:pt x="f25" y="f28"/>
                  </a:lnTo>
                  <a:close/>
                </a:path>
              </a:pathLst>
            </a:custGeom>
            <a:gradFill>
              <a:gsLst>
                <a:gs pos="0">
                  <a:srgbClr val="FFFFFF">
                    <a:alpha val="64000"/>
                  </a:srgbClr>
                </a:gs>
                <a:gs pos="100000">
                  <a:srgbClr val="D4D4D4">
                    <a:alpha val="0"/>
                  </a:srgbClr>
                </a:gs>
              </a:gsLst>
              <a:lin ang="10800000"/>
            </a:gra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9" name="Round Single Corner Rectangle 29">
              <a:extLst>
                <a:ext uri="{FF2B5EF4-FFF2-40B4-BE49-F238E27FC236}">
                  <a16:creationId xmlns="" xmlns:a16="http://schemas.microsoft.com/office/drawing/2014/main" id="{218ACFD3-F930-3A53-6A9E-5BAF1938DDF3}"/>
                </a:ext>
              </a:extLst>
            </p:cNvPr>
            <p:cNvSpPr/>
            <p:nvPr/>
          </p:nvSpPr>
          <p:spPr>
            <a:xfrm rot="10799991">
              <a:off x="289087" y="6121149"/>
              <a:ext cx="552407" cy="304056"/>
            </a:xfrm>
            <a:custGeom>
              <a:avLst>
                <a:gd name="f7" fmla="val 21302"/>
              </a:avLst>
              <a:gdLst>
                <a:gd name="f1" fmla="val 5400000"/>
                <a:gd name="f2" fmla="val 16200000"/>
                <a:gd name="f3" fmla="val w"/>
                <a:gd name="f4" fmla="val h"/>
                <a:gd name="f5" fmla="val ss"/>
                <a:gd name="f6" fmla="val 0"/>
                <a:gd name="f7" fmla="val 21302"/>
                <a:gd name="f8" fmla="abs f3"/>
                <a:gd name="f9" fmla="abs f4"/>
                <a:gd name="f10" fmla="abs f5"/>
                <a:gd name="f11" fmla="val f6"/>
                <a:gd name="f12" fmla="val f7"/>
                <a:gd name="f13" fmla="?: f8 f3 1"/>
                <a:gd name="f14" fmla="?: f9 f4 1"/>
                <a:gd name="f15" fmla="?: f10 f5 1"/>
                <a:gd name="f16" fmla="*/ f13 1 21600"/>
                <a:gd name="f17" fmla="*/ f14 1 21600"/>
                <a:gd name="f18" fmla="*/ 21600 f13 1"/>
                <a:gd name="f19" fmla="*/ 21600 f14 1"/>
                <a:gd name="f20" fmla="min f17 f16"/>
                <a:gd name="f21" fmla="*/ f18 1 f15"/>
                <a:gd name="f22" fmla="*/ f19 1 f15"/>
                <a:gd name="f23" fmla="val f21"/>
                <a:gd name="f24" fmla="val f22"/>
                <a:gd name="f25" fmla="*/ f11 f20 1"/>
                <a:gd name="f26" fmla="+- f24 0 f11"/>
                <a:gd name="f27" fmla="+- f23 0 f11"/>
                <a:gd name="f28" fmla="*/ f24 f20 1"/>
                <a:gd name="f29" fmla="*/ f23 f20 1"/>
                <a:gd name="f30" fmla="min f27 f26"/>
                <a:gd name="f31" fmla="*/ f30 f12 1"/>
                <a:gd name="f32" fmla="*/ f31 1 100000"/>
                <a:gd name="f33" fmla="+- f23 0 f32"/>
                <a:gd name="f34" fmla="*/ f32 29289 1"/>
                <a:gd name="f35" fmla="*/ f32 f20 1"/>
                <a:gd name="f36" fmla="*/ f34 1 100000"/>
                <a:gd name="f37" fmla="*/ f33 f20 1"/>
                <a:gd name="f38" fmla="+- f23 0 f36"/>
                <a:gd name="f39" fmla="*/ f38 f20 1"/>
              </a:gdLst>
              <a:ahLst/>
              <a:cxnLst>
                <a:cxn ang="3cd4">
                  <a:pos x="hc" y="t"/>
                </a:cxn>
                <a:cxn ang="0">
                  <a:pos x="r" y="vc"/>
                </a:cxn>
                <a:cxn ang="cd4">
                  <a:pos x="hc" y="b"/>
                </a:cxn>
                <a:cxn ang="cd2">
                  <a:pos x="l" y="vc"/>
                </a:cxn>
              </a:cxnLst>
              <a:rect l="f25" t="f25" r="f39" b="f28"/>
              <a:pathLst>
                <a:path>
                  <a:moveTo>
                    <a:pt x="f25" y="f25"/>
                  </a:moveTo>
                  <a:lnTo>
                    <a:pt x="f37" y="f25"/>
                  </a:lnTo>
                  <a:arcTo wR="f35" hR="f35" stAng="f2" swAng="f1"/>
                  <a:lnTo>
                    <a:pt x="f29" y="f28"/>
                  </a:lnTo>
                  <a:lnTo>
                    <a:pt x="f25" y="f28"/>
                  </a:lnTo>
                  <a:close/>
                </a:path>
              </a:pathLst>
            </a:custGeom>
            <a:gradFill>
              <a:gsLst>
                <a:gs pos="0">
                  <a:srgbClr val="FFFFFF">
                    <a:alpha val="27000"/>
                  </a:srgbClr>
                </a:gs>
                <a:gs pos="100000">
                  <a:srgbClr val="D4D4D4">
                    <a:alpha val="0"/>
                  </a:srgbClr>
                </a:gs>
              </a:gsLst>
              <a:lin ang="10800000"/>
            </a:gra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0" name="Round Same Side Corner Rectangle 30">
              <a:extLst>
                <a:ext uri="{FF2B5EF4-FFF2-40B4-BE49-F238E27FC236}">
                  <a16:creationId xmlns="" xmlns:a16="http://schemas.microsoft.com/office/drawing/2014/main" id="{5CD4A9D4-4E7E-A936-2A1A-E651F8DD43DD}"/>
                </a:ext>
              </a:extLst>
            </p:cNvPr>
            <p:cNvSpPr/>
            <p:nvPr/>
          </p:nvSpPr>
          <p:spPr>
            <a:xfrm rot="10799991">
              <a:off x="5525856" y="6145124"/>
              <a:ext cx="2041772" cy="125519"/>
            </a:xfrm>
            <a:custGeom>
              <a:avLst>
                <a:gd name="f9" fmla="val 50000"/>
                <a:gd name="f10" fmla="val 0"/>
              </a:avLst>
              <a:gdLst>
                <a:gd name="f2" fmla="val 10800000"/>
                <a:gd name="f3" fmla="val 5400000"/>
                <a:gd name="f4" fmla="val 16200000"/>
                <a:gd name="f5" fmla="val w"/>
                <a:gd name="f6" fmla="val h"/>
                <a:gd name="f7" fmla="val ss"/>
                <a:gd name="f8" fmla="val 0"/>
                <a:gd name="f9" fmla="val 50000"/>
                <a:gd name="f10" fmla="val 0"/>
                <a:gd name="f11" fmla="abs f5"/>
                <a:gd name="f12" fmla="abs f6"/>
                <a:gd name="f13" fmla="abs f7"/>
                <a:gd name="f14" fmla="val f8"/>
                <a:gd name="f15" fmla="val f9"/>
                <a:gd name="f16" fmla="val f10"/>
                <a:gd name="f17" fmla="?: f11 f5 1"/>
                <a:gd name="f18" fmla="?: f12 f6 1"/>
                <a:gd name="f19" fmla="?: f13 f7 1"/>
                <a:gd name="f20" fmla="*/ f17 1 21600"/>
                <a:gd name="f21" fmla="*/ f18 1 21600"/>
                <a:gd name="f22" fmla="*/ 21600 f17 1"/>
                <a:gd name="f23" fmla="*/ 21600 f18 1"/>
                <a:gd name="f24" fmla="min f21 f20"/>
                <a:gd name="f25" fmla="*/ f22 1 f19"/>
                <a:gd name="f26" fmla="*/ f23 1 f19"/>
                <a:gd name="f27" fmla="val f25"/>
                <a:gd name="f28" fmla="val f26"/>
                <a:gd name="f29" fmla="*/ f14 f24 1"/>
                <a:gd name="f30" fmla="+- f28 0 f14"/>
                <a:gd name="f31" fmla="+- f27 0 f14"/>
                <a:gd name="f32" fmla="*/ f27 f24 1"/>
                <a:gd name="f33" fmla="*/ f28 f24 1"/>
                <a:gd name="f34" fmla="min f31 f30"/>
                <a:gd name="f35" fmla="*/ f34 f15 1"/>
                <a:gd name="f36" fmla="*/ f34 f16 1"/>
                <a:gd name="f37" fmla="*/ f35 1 100000"/>
                <a:gd name="f38" fmla="*/ f36 1 100000"/>
                <a:gd name="f39" fmla="+- f27 0 f37"/>
                <a:gd name="f40" fmla="+- f28 0 f38"/>
                <a:gd name="f41" fmla="+- f37 0 f38"/>
                <a:gd name="f42" fmla="*/ f37 29289 1"/>
                <a:gd name="f43" fmla="*/ f38 29289 1"/>
                <a:gd name="f44" fmla="*/ f37 f24 1"/>
                <a:gd name="f45" fmla="*/ f38 f24 1"/>
                <a:gd name="f46" fmla="*/ f42 1 100000"/>
                <a:gd name="f47" fmla="*/ f43 1 100000"/>
                <a:gd name="f48" fmla="*/ f39 f24 1"/>
                <a:gd name="f49" fmla="*/ f40 f24 1"/>
                <a:gd name="f50" fmla="?: f41 f46 f47"/>
                <a:gd name="f51" fmla="+- f28 0 f47"/>
                <a:gd name="f52" fmla="*/ f46 f24 1"/>
                <a:gd name="f53" fmla="+- f27 0 f50"/>
                <a:gd name="f54" fmla="*/ f50 f24 1"/>
                <a:gd name="f55" fmla="*/ f51 f24 1"/>
                <a:gd name="f56" fmla="*/ f53 f24 1"/>
              </a:gdLst>
              <a:ahLst/>
              <a:cxnLst>
                <a:cxn ang="3cd4">
                  <a:pos x="hc" y="t"/>
                </a:cxn>
                <a:cxn ang="0">
                  <a:pos x="r" y="vc"/>
                </a:cxn>
                <a:cxn ang="cd4">
                  <a:pos x="hc" y="b"/>
                </a:cxn>
                <a:cxn ang="cd2">
                  <a:pos x="l" y="vc"/>
                </a:cxn>
              </a:cxnLst>
              <a:rect l="f54" t="f52" r="f56" b="f55"/>
              <a:pathLst>
                <a:path>
                  <a:moveTo>
                    <a:pt x="f44" y="f29"/>
                  </a:moveTo>
                  <a:lnTo>
                    <a:pt x="f48" y="f29"/>
                  </a:lnTo>
                  <a:arcTo wR="f44" hR="f44" stAng="f4" swAng="f3"/>
                  <a:lnTo>
                    <a:pt x="f32" y="f49"/>
                  </a:lnTo>
                  <a:arcTo wR="f45" hR="f45" stAng="f8" swAng="f3"/>
                  <a:lnTo>
                    <a:pt x="f45" y="f33"/>
                  </a:lnTo>
                  <a:arcTo wR="f45" hR="f45" stAng="f3" swAng="f3"/>
                  <a:lnTo>
                    <a:pt x="f29" y="f44"/>
                  </a:lnTo>
                  <a:arcTo wR="f44" hR="f44" stAng="f2" swAng="f3"/>
                  <a:close/>
                </a:path>
              </a:pathLst>
            </a:custGeom>
            <a:gradFill>
              <a:gsLst>
                <a:gs pos="0">
                  <a:srgbClr val="BFBFBF"/>
                </a:gs>
                <a:gs pos="100000">
                  <a:srgbClr val="F2F2F2"/>
                </a:gs>
              </a:gsLst>
              <a:lin ang="10800000"/>
            </a:gra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1" name="Round Same Side Corner Rectangle 19">
              <a:extLst>
                <a:ext uri="{FF2B5EF4-FFF2-40B4-BE49-F238E27FC236}">
                  <a16:creationId xmlns="" xmlns:a16="http://schemas.microsoft.com/office/drawing/2014/main" id="{34BA1E81-897B-4801-47B6-26F3C72B844B}"/>
                </a:ext>
              </a:extLst>
            </p:cNvPr>
            <p:cNvSpPr/>
            <p:nvPr/>
          </p:nvSpPr>
          <p:spPr>
            <a:xfrm>
              <a:off x="6784509" y="1031379"/>
              <a:ext cx="4386843" cy="5113324"/>
            </a:xfrm>
            <a:custGeom>
              <a:avLst/>
              <a:gdLst>
                <a:gd name="f0" fmla="val 10800000"/>
                <a:gd name="f1" fmla="val 5400000"/>
                <a:gd name="f2" fmla="val 180"/>
                <a:gd name="f3" fmla="val w"/>
                <a:gd name="f4" fmla="val h"/>
                <a:gd name="f5" fmla="val 0"/>
                <a:gd name="f6" fmla="val 1997203"/>
                <a:gd name="f7" fmla="val 2757714"/>
                <a:gd name="f8" fmla="val 1147198"/>
                <a:gd name="f9" fmla="val 1836097"/>
                <a:gd name="f10" fmla="val 1925073"/>
                <a:gd name="f11" fmla="val 72130"/>
                <a:gd name="f12" fmla="val 161106"/>
                <a:gd name="f13" fmla="val 2732314"/>
                <a:gd name="f14" fmla="+- 0 0 -90"/>
                <a:gd name="f15" fmla="*/ f3 1 1997203"/>
                <a:gd name="f16" fmla="*/ f4 1 2757714"/>
                <a:gd name="f17" fmla="val f5"/>
                <a:gd name="f18" fmla="val f6"/>
                <a:gd name="f19" fmla="val f7"/>
                <a:gd name="f20" fmla="*/ f14 f0 1"/>
                <a:gd name="f21" fmla="+- f19 0 f17"/>
                <a:gd name="f22" fmla="+- f18 0 f17"/>
                <a:gd name="f23" fmla="*/ f20 1 f2"/>
                <a:gd name="f24" fmla="*/ f22 1 1997203"/>
                <a:gd name="f25" fmla="*/ f21 1 2757714"/>
                <a:gd name="f26" fmla="*/ 0 f21 1"/>
                <a:gd name="f27" fmla="*/ 161106 f21 1"/>
                <a:gd name="f28" fmla="*/ 2757714 f21 1"/>
                <a:gd name="f29" fmla="*/ 2732314 f21 1"/>
                <a:gd name="f30" fmla="*/ 1147198 f22 1"/>
                <a:gd name="f31" fmla="*/ 1836097 f22 1"/>
                <a:gd name="f32" fmla="*/ 1997203 f22 1"/>
                <a:gd name="f33" fmla="*/ 0 f22 1"/>
                <a:gd name="f34" fmla="+- f23 0 f1"/>
                <a:gd name="f35" fmla="*/ f26 1 2757714"/>
                <a:gd name="f36" fmla="*/ f27 1 2757714"/>
                <a:gd name="f37" fmla="*/ f28 1 2757714"/>
                <a:gd name="f38" fmla="*/ f29 1 2757714"/>
                <a:gd name="f39" fmla="*/ f30 1 1997203"/>
                <a:gd name="f40" fmla="*/ f31 1 1997203"/>
                <a:gd name="f41" fmla="*/ f32 1 1997203"/>
                <a:gd name="f42" fmla="*/ f33 1 1997203"/>
                <a:gd name="f43" fmla="*/ f17 1 f24"/>
                <a:gd name="f44" fmla="*/ f18 1 f24"/>
                <a:gd name="f45" fmla="*/ f17 1 f25"/>
                <a:gd name="f46" fmla="*/ f19 1 f25"/>
                <a:gd name="f47" fmla="*/ f39 1 f24"/>
                <a:gd name="f48" fmla="*/ f35 1 f25"/>
                <a:gd name="f49" fmla="*/ f40 1 f24"/>
                <a:gd name="f50" fmla="*/ f41 1 f24"/>
                <a:gd name="f51" fmla="*/ f36 1 f25"/>
                <a:gd name="f52" fmla="*/ f37 1 f25"/>
                <a:gd name="f53" fmla="*/ f42 1 f24"/>
                <a:gd name="f54" fmla="*/ f38 1 f25"/>
                <a:gd name="f55" fmla="*/ f43 f15 1"/>
                <a:gd name="f56" fmla="*/ f44 f15 1"/>
                <a:gd name="f57" fmla="*/ f46 f16 1"/>
                <a:gd name="f58" fmla="*/ f45 f16 1"/>
                <a:gd name="f59" fmla="*/ f47 f15 1"/>
                <a:gd name="f60" fmla="*/ f48 f16 1"/>
                <a:gd name="f61" fmla="*/ f49 f15 1"/>
                <a:gd name="f62" fmla="*/ f50 f15 1"/>
                <a:gd name="f63" fmla="*/ f51 f16 1"/>
                <a:gd name="f64" fmla="*/ f52 f16 1"/>
                <a:gd name="f65" fmla="*/ f53 f15 1"/>
                <a:gd name="f66" fmla="*/ f54 f16 1"/>
              </a:gdLst>
              <a:ahLst/>
              <a:cxnLst>
                <a:cxn ang="3cd4">
                  <a:pos x="hc" y="t"/>
                </a:cxn>
                <a:cxn ang="0">
                  <a:pos x="r" y="vc"/>
                </a:cxn>
                <a:cxn ang="cd4">
                  <a:pos x="hc" y="b"/>
                </a:cxn>
                <a:cxn ang="cd2">
                  <a:pos x="l" y="vc"/>
                </a:cxn>
                <a:cxn ang="f34">
                  <a:pos x="f59" y="f60"/>
                </a:cxn>
                <a:cxn ang="f34">
                  <a:pos x="f61" y="f60"/>
                </a:cxn>
                <a:cxn ang="f34">
                  <a:pos x="f62" y="f63"/>
                </a:cxn>
                <a:cxn ang="f34">
                  <a:pos x="f62" y="f64"/>
                </a:cxn>
                <a:cxn ang="f34">
                  <a:pos x="f62" y="f64"/>
                </a:cxn>
                <a:cxn ang="f34">
                  <a:pos x="f65" y="f66"/>
                </a:cxn>
                <a:cxn ang="f34">
                  <a:pos x="f59" y="f60"/>
                </a:cxn>
              </a:cxnLst>
              <a:rect l="f55" t="f58" r="f56" b="f57"/>
              <a:pathLst>
                <a:path w="1997203" h="2757714">
                  <a:moveTo>
                    <a:pt x="f8" y="f5"/>
                  </a:moveTo>
                  <a:lnTo>
                    <a:pt x="f9" y="f5"/>
                  </a:lnTo>
                  <a:cubicBezTo>
                    <a:pt x="f10" y="f5"/>
                    <a:pt x="f6" y="f11"/>
                    <a:pt x="f6" y="f12"/>
                  </a:cubicBezTo>
                  <a:lnTo>
                    <a:pt x="f6" y="f7"/>
                  </a:lnTo>
                  <a:lnTo>
                    <a:pt x="f6" y="f7"/>
                  </a:lnTo>
                  <a:lnTo>
                    <a:pt x="f5" y="f13"/>
                  </a:lnTo>
                  <a:lnTo>
                    <a:pt x="f8" y="f5"/>
                  </a:lnTo>
                  <a:close/>
                </a:path>
              </a:pathLst>
            </a:custGeom>
            <a:gradFill>
              <a:gsLst>
                <a:gs pos="0">
                  <a:srgbClr val="FFFFFF">
                    <a:alpha val="1000"/>
                  </a:srgbClr>
                </a:gs>
                <a:gs pos="100000">
                  <a:srgbClr val="FFFFFF">
                    <a:alpha val="32000"/>
                  </a:srgbClr>
                </a:gs>
              </a:gsLst>
              <a:lin ang="16200000"/>
            </a:gra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grpSp>
      <p:pic>
        <p:nvPicPr>
          <p:cNvPr id="12" name="Picture 7">
            <a:extLst>
              <a:ext uri="{FF2B5EF4-FFF2-40B4-BE49-F238E27FC236}">
                <a16:creationId xmlns="" xmlns:a16="http://schemas.microsoft.com/office/drawing/2014/main" id="{55719604-7761-6C85-2539-3463ACCD6EFC}"/>
              </a:ext>
            </a:extLst>
          </p:cNvPr>
          <p:cNvPicPr>
            <a:picLocks noChangeAspect="1"/>
          </p:cNvPicPr>
          <p:nvPr/>
        </p:nvPicPr>
        <p:blipFill>
          <a:blip r:embed="rId3">
            <a:grayscl/>
          </a:blip>
          <a:srcRect r="-1"/>
          <a:stretch>
            <a:fillRect/>
          </a:stretch>
        </p:blipFill>
        <p:spPr>
          <a:xfrm>
            <a:off x="7286167" y="0"/>
            <a:ext cx="4905829" cy="6858000"/>
          </a:xfrm>
          <a:prstGeom prst="rect">
            <a:avLst/>
          </a:prstGeom>
          <a:noFill/>
          <a:ln cap="flat">
            <a:noFill/>
          </a:ln>
        </p:spPr>
      </p:pic>
      <p:graphicFrame>
        <p:nvGraphicFramePr>
          <p:cNvPr id="13" name="Chart 16" descr="This is a chart. ">
            <a:extLst>
              <a:ext uri="{FF2B5EF4-FFF2-40B4-BE49-F238E27FC236}">
                <a16:creationId xmlns="" xmlns:a16="http://schemas.microsoft.com/office/drawing/2014/main" id="{AF62C44E-8F13-562A-8A07-1590B76AC46C}"/>
              </a:ext>
            </a:extLst>
          </p:cNvPr>
          <p:cNvGraphicFramePr/>
          <p:nvPr/>
        </p:nvGraphicFramePr>
        <p:xfrm>
          <a:off x="2223994" y="2119332"/>
          <a:ext cx="4182017" cy="3014849"/>
        </p:xfrm>
        <a:graphic>
          <a:graphicData uri="http://schemas.openxmlformats.org/drawingml/2006/chart">
            <c:chart xmlns:c="http://schemas.openxmlformats.org/drawingml/2006/chart" xmlns:r="http://schemas.openxmlformats.org/officeDocument/2006/relationships" r:id="rId4"/>
          </a:graphicData>
        </a:graphic>
      </p:graphicFrame>
      <p:sp>
        <p:nvSpPr>
          <p:cNvPr id="14" name="Rectangle 28">
            <a:extLst>
              <a:ext uri="{FF2B5EF4-FFF2-40B4-BE49-F238E27FC236}">
                <a16:creationId xmlns="" xmlns:a16="http://schemas.microsoft.com/office/drawing/2014/main" id="{E589887A-6D0B-BF24-A460-2D32E186B211}"/>
              </a:ext>
            </a:extLst>
          </p:cNvPr>
          <p:cNvSpPr/>
          <p:nvPr/>
        </p:nvSpPr>
        <p:spPr>
          <a:xfrm>
            <a:off x="7286167" y="0"/>
            <a:ext cx="4905829" cy="6858000"/>
          </a:xfrm>
          <a:prstGeom prst="rect">
            <a:avLst/>
          </a:prstGeom>
          <a:solidFill>
            <a:srgbClr val="0D0D0D">
              <a:alpha val="85000"/>
            </a:srgbClr>
          </a:solidFill>
          <a:ln cap="flat">
            <a:noFill/>
            <a:prstDash val="solid"/>
          </a:ln>
        </p:spPr>
        <p:txBody>
          <a:bodyPr vert="horz" wrap="square" lIns="91440" tIns="45720" rIns="91440" bIns="45720" anchor="ctr" anchorCtr="0" compatLnSpc="1">
            <a:noAutofit/>
          </a:bodyPr>
          <a:lstStyle/>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Arial" pitchFamily="34"/>
                <a:cs typeface="Arial" pitchFamily="34"/>
              </a:rPr>
              <a:t>Adults invest the highest amount of time waiting,  (35.34 minutes).</a:t>
            </a: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pitchFamily="34"/>
              <a:cs typeface="Arial" pitchFamily="34"/>
            </a:endParaRP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Arial" pitchFamily="34"/>
                <a:cs typeface="Arial" pitchFamily="34"/>
              </a:rPr>
              <a:t>Children come close after that ( 35.28 minutes).</a:t>
            </a: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pitchFamily="34"/>
              <a:cs typeface="Arial" pitchFamily="34"/>
            </a:endParaRP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Arial" pitchFamily="34"/>
                <a:cs typeface="Arial" pitchFamily="34"/>
              </a:rPr>
              <a:t>Teenagers wait a slightly shorter (35.19 minutes).</a:t>
            </a: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pitchFamily="34"/>
              <a:cs typeface="Arial" pitchFamily="34"/>
            </a:endParaRP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Arial" pitchFamily="34"/>
                <a:cs typeface="Arial" pitchFamily="34"/>
              </a:rPr>
              <a:t>Elderly has the least amount of time waiting  (35.08 minutes).</a:t>
            </a: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pitchFamily="34"/>
              <a:cs typeface="Arial" pitchFamily="34"/>
            </a:endParaRP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Arial" pitchFamily="34"/>
                <a:cs typeface="Arial" pitchFamily="34"/>
              </a:rPr>
              <a:t>The differences are tiny (all less than 1 minute).</a:t>
            </a:r>
            <a:endParaRPr lang="en-US" sz="1800" b="0" i="0" u="none" strike="noStrike" kern="1200" cap="none" spc="0" baseline="0">
              <a:solidFill>
                <a:srgbClr val="FFFFFF"/>
              </a:solidFill>
              <a:uFillTx/>
              <a:latin typeface="Arial" pitchFamily="34"/>
              <a:cs typeface="Arial" pitchFamily="34"/>
            </a:endParaRPr>
          </a:p>
        </p:txBody>
      </p:sp>
      <p:grpSp>
        <p:nvGrpSpPr>
          <p:cNvPr id="15" name="Group 57">
            <a:extLst>
              <a:ext uri="{FF2B5EF4-FFF2-40B4-BE49-F238E27FC236}">
                <a16:creationId xmlns="" xmlns:a16="http://schemas.microsoft.com/office/drawing/2014/main" id="{B7F17861-8D20-D287-854C-89BC502F0145}"/>
              </a:ext>
            </a:extLst>
          </p:cNvPr>
          <p:cNvGrpSpPr/>
          <p:nvPr/>
        </p:nvGrpSpPr>
        <p:grpSpPr>
          <a:xfrm>
            <a:off x="7792864" y="1338928"/>
            <a:ext cx="3892445" cy="4115596"/>
            <a:chOff x="7792864" y="1338928"/>
            <a:chExt cx="3892445" cy="4115596"/>
          </a:xfrm>
        </p:grpSpPr>
        <p:sp>
          <p:nvSpPr>
            <p:cNvPr id="16" name="TextBox 47">
              <a:extLst>
                <a:ext uri="{FF2B5EF4-FFF2-40B4-BE49-F238E27FC236}">
                  <a16:creationId xmlns="" xmlns:a16="http://schemas.microsoft.com/office/drawing/2014/main" id="{E930B087-0D09-2E34-C4C1-1774D56EFB59}"/>
                </a:ext>
              </a:extLst>
            </p:cNvPr>
            <p:cNvSpPr txBox="1"/>
            <p:nvPr/>
          </p:nvSpPr>
          <p:spPr>
            <a:xfrm>
              <a:off x="7792864" y="3085021"/>
              <a:ext cx="3892445" cy="215441"/>
            </a:xfrm>
            <a:prstGeom prst="rect">
              <a:avLst/>
            </a:prstGeom>
            <a:noFill/>
            <a:ln cap="flat">
              <a:noFill/>
            </a:ln>
          </p:spPr>
          <p:txBody>
            <a:bodyPr vert="horz" wrap="square" lIns="0" tIns="0" rIns="0" bIns="0" anchor="ctr"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0" i="0" u="none" strike="noStrike" kern="1200" cap="none" spc="0" baseline="0">
                <a:solidFill>
                  <a:srgbClr val="FFFFFF"/>
                </a:solidFill>
                <a:uFillTx/>
                <a:latin typeface="Tw Cen MT"/>
              </a:endParaRPr>
            </a:p>
          </p:txBody>
        </p:sp>
        <p:cxnSp>
          <p:nvCxnSpPr>
            <p:cNvPr id="17" name="Straight Connector 55">
              <a:extLst>
                <a:ext uri="{FF2B5EF4-FFF2-40B4-BE49-F238E27FC236}">
                  <a16:creationId xmlns="" xmlns:a16="http://schemas.microsoft.com/office/drawing/2014/main" id="{3C3BE6A4-178E-F402-4E35-249168D7CF76}"/>
                </a:ext>
              </a:extLst>
            </p:cNvPr>
            <p:cNvCxnSpPr/>
            <p:nvPr/>
          </p:nvCxnSpPr>
          <p:spPr>
            <a:xfrm>
              <a:off x="8088087" y="1338928"/>
              <a:ext cx="3301999" cy="0"/>
            </a:xfrm>
            <a:prstGeom prst="straightConnector1">
              <a:avLst/>
            </a:prstGeom>
            <a:noFill/>
            <a:ln w="9528" cap="flat">
              <a:solidFill>
                <a:srgbClr val="FFFFFF"/>
              </a:solidFill>
              <a:prstDash val="solid"/>
              <a:miter/>
            </a:ln>
          </p:spPr>
        </p:cxnSp>
        <p:cxnSp>
          <p:nvCxnSpPr>
            <p:cNvPr id="18" name="Straight Connector 56">
              <a:extLst>
                <a:ext uri="{FF2B5EF4-FFF2-40B4-BE49-F238E27FC236}">
                  <a16:creationId xmlns="" xmlns:a16="http://schemas.microsoft.com/office/drawing/2014/main" id="{08030E6A-A7DE-1C95-5E88-DB17A0BDD148}"/>
                </a:ext>
              </a:extLst>
            </p:cNvPr>
            <p:cNvCxnSpPr/>
            <p:nvPr/>
          </p:nvCxnSpPr>
          <p:spPr>
            <a:xfrm>
              <a:off x="8088087" y="5454524"/>
              <a:ext cx="3301999" cy="0"/>
            </a:xfrm>
            <a:prstGeom prst="straightConnector1">
              <a:avLst/>
            </a:prstGeom>
            <a:noFill/>
            <a:ln w="9528" cap="flat">
              <a:solidFill>
                <a:srgbClr val="FFFFFF"/>
              </a:solidFill>
              <a:prstDash val="solid"/>
              <a:miter/>
            </a:ln>
          </p:spPr>
        </p:cxnSp>
      </p:grpSp>
      <p:sp>
        <p:nvSpPr>
          <p:cNvPr id="19" name="Freeform: Shape 59">
            <a:extLst>
              <a:ext uri="{FF2B5EF4-FFF2-40B4-BE49-F238E27FC236}">
                <a16:creationId xmlns="" xmlns:a16="http://schemas.microsoft.com/office/drawing/2014/main" id="{1EA74EFB-7A02-8250-FD0C-D51F8849D409}"/>
              </a:ext>
            </a:extLst>
          </p:cNvPr>
          <p:cNvSpPr/>
          <p:nvPr/>
        </p:nvSpPr>
        <p:spPr>
          <a:xfrm>
            <a:off x="10506492" y="-18452"/>
            <a:ext cx="1685504" cy="1288709"/>
          </a:xfrm>
          <a:custGeom>
            <a:avLst/>
            <a:gdLst>
              <a:gd name="f0" fmla="val 10800000"/>
              <a:gd name="f1" fmla="val 5400000"/>
              <a:gd name="f2" fmla="val 180"/>
              <a:gd name="f3" fmla="val w"/>
              <a:gd name="f4" fmla="val h"/>
              <a:gd name="f5" fmla="val 0"/>
              <a:gd name="f6" fmla="val 1685503"/>
              <a:gd name="f7" fmla="val 1288708"/>
              <a:gd name="f8" fmla="val 167913"/>
              <a:gd name="f9" fmla="val 724000"/>
              <a:gd name="f10" fmla="val 1172233"/>
              <a:gd name="f11" fmla="val 1237270"/>
              <a:gd name="f12" fmla="val 1103648"/>
              <a:gd name="f13" fmla="val 1305855"/>
              <a:gd name="f14" fmla="val 992450"/>
              <a:gd name="f15" fmla="val 923865"/>
              <a:gd name="f16" fmla="val 51438"/>
              <a:gd name="f17" fmla="val 364843"/>
              <a:gd name="f18" fmla="val -17147"/>
              <a:gd name="f19" fmla="val 296258"/>
              <a:gd name="f20" fmla="val 185060"/>
              <a:gd name="f21" fmla="val 116475"/>
              <a:gd name="f22" fmla="+- 0 0 -90"/>
              <a:gd name="f23" fmla="*/ f3 1 1685503"/>
              <a:gd name="f24" fmla="*/ f4 1 1288708"/>
              <a:gd name="f25" fmla="val f5"/>
              <a:gd name="f26" fmla="val f6"/>
              <a:gd name="f27" fmla="val f7"/>
              <a:gd name="f28" fmla="*/ f22 f0 1"/>
              <a:gd name="f29" fmla="+- f27 0 f25"/>
              <a:gd name="f30" fmla="+- f26 0 f25"/>
              <a:gd name="f31" fmla="*/ f28 1 f2"/>
              <a:gd name="f32" fmla="*/ f30 1 1685503"/>
              <a:gd name="f33" fmla="*/ f29 1 1288708"/>
              <a:gd name="f34" fmla="*/ 167913 f30 1"/>
              <a:gd name="f35" fmla="*/ 0 f29 1"/>
              <a:gd name="f36" fmla="*/ 1685503 f30 1"/>
              <a:gd name="f37" fmla="*/ 724000 f29 1"/>
              <a:gd name="f38" fmla="*/ 1172233 f30 1"/>
              <a:gd name="f39" fmla="*/ 1237270 f29 1"/>
              <a:gd name="f40" fmla="*/ 923865 f30 1"/>
              <a:gd name="f41" fmla="*/ 51438 f30 1"/>
              <a:gd name="f42" fmla="*/ 364843 f29 1"/>
              <a:gd name="f43" fmla="*/ 116475 f29 1"/>
              <a:gd name="f44" fmla="+- f31 0 f1"/>
              <a:gd name="f45" fmla="*/ f34 1 1685503"/>
              <a:gd name="f46" fmla="*/ f35 1 1288708"/>
              <a:gd name="f47" fmla="*/ f36 1 1685503"/>
              <a:gd name="f48" fmla="*/ f37 1 1288708"/>
              <a:gd name="f49" fmla="*/ f38 1 1685503"/>
              <a:gd name="f50" fmla="*/ f39 1 1288708"/>
              <a:gd name="f51" fmla="*/ f40 1 1685503"/>
              <a:gd name="f52" fmla="*/ f41 1 1685503"/>
              <a:gd name="f53" fmla="*/ f42 1 1288708"/>
              <a:gd name="f54" fmla="*/ f43 1 1288708"/>
              <a:gd name="f55" fmla="*/ f25 1 f32"/>
              <a:gd name="f56" fmla="*/ f26 1 f32"/>
              <a:gd name="f57" fmla="*/ f25 1 f33"/>
              <a:gd name="f58" fmla="*/ f27 1 f33"/>
              <a:gd name="f59" fmla="*/ f45 1 f32"/>
              <a:gd name="f60" fmla="*/ f46 1 f33"/>
              <a:gd name="f61" fmla="*/ f47 1 f32"/>
              <a:gd name="f62" fmla="*/ f48 1 f33"/>
              <a:gd name="f63" fmla="*/ f49 1 f32"/>
              <a:gd name="f64" fmla="*/ f50 1 f33"/>
              <a:gd name="f65" fmla="*/ f51 1 f32"/>
              <a:gd name="f66" fmla="*/ f52 1 f32"/>
              <a:gd name="f67" fmla="*/ f53 1 f33"/>
              <a:gd name="f68" fmla="*/ f54 1 f33"/>
              <a:gd name="f69" fmla="*/ f55 f23 1"/>
              <a:gd name="f70" fmla="*/ f56 f23 1"/>
              <a:gd name="f71" fmla="*/ f58 f24 1"/>
              <a:gd name="f72" fmla="*/ f57 f24 1"/>
              <a:gd name="f73" fmla="*/ f59 f23 1"/>
              <a:gd name="f74" fmla="*/ f60 f24 1"/>
              <a:gd name="f75" fmla="*/ f61 f23 1"/>
              <a:gd name="f76" fmla="*/ f62 f24 1"/>
              <a:gd name="f77" fmla="*/ f63 f23 1"/>
              <a:gd name="f78" fmla="*/ f64 f24 1"/>
              <a:gd name="f79" fmla="*/ f65 f23 1"/>
              <a:gd name="f80" fmla="*/ f66 f23 1"/>
              <a:gd name="f81" fmla="*/ f67 f24 1"/>
              <a:gd name="f82" fmla="*/ f68 f24 1"/>
            </a:gdLst>
            <a:ahLst/>
            <a:cxnLst>
              <a:cxn ang="3cd4">
                <a:pos x="hc" y="t"/>
              </a:cxn>
              <a:cxn ang="0">
                <a:pos x="r" y="vc"/>
              </a:cxn>
              <a:cxn ang="cd4">
                <a:pos x="hc" y="b"/>
              </a:cxn>
              <a:cxn ang="cd2">
                <a:pos x="l" y="vc"/>
              </a:cxn>
              <a:cxn ang="f44">
                <a:pos x="f73" y="f74"/>
              </a:cxn>
              <a:cxn ang="f44">
                <a:pos x="f75" y="f74"/>
              </a:cxn>
              <a:cxn ang="f44">
                <a:pos x="f75" y="f76"/>
              </a:cxn>
              <a:cxn ang="f44">
                <a:pos x="f77" y="f78"/>
              </a:cxn>
              <a:cxn ang="f44">
                <a:pos x="f79" y="f78"/>
              </a:cxn>
              <a:cxn ang="f44">
                <a:pos x="f80" y="f81"/>
              </a:cxn>
              <a:cxn ang="f44">
                <a:pos x="f80" y="f82"/>
              </a:cxn>
              <a:cxn ang="f44">
                <a:pos x="f73" y="f74"/>
              </a:cxn>
            </a:cxnLst>
            <a:rect l="f69" t="f72" r="f70" b="f71"/>
            <a:pathLst>
              <a:path w="1685503" h="1288708">
                <a:moveTo>
                  <a:pt x="f8" y="f5"/>
                </a:moveTo>
                <a:lnTo>
                  <a:pt x="f6" y="f5"/>
                </a:lnTo>
                <a:lnTo>
                  <a:pt x="f6" y="f9"/>
                </a:lnTo>
                <a:lnTo>
                  <a:pt x="f10" y="f11"/>
                </a:lnTo>
                <a:cubicBezTo>
                  <a:pt x="f12" y="f13"/>
                  <a:pt x="f14" y="f13"/>
                  <a:pt x="f15" y="f11"/>
                </a:cubicBezTo>
                <a:lnTo>
                  <a:pt x="f16" y="f17"/>
                </a:lnTo>
                <a:cubicBezTo>
                  <a:pt x="f18" y="f19"/>
                  <a:pt x="f18" y="f20"/>
                  <a:pt x="f16" y="f21"/>
                </a:cubicBezTo>
                <a:lnTo>
                  <a:pt x="f8" y="f5"/>
                </a:lnTo>
                <a:close/>
              </a:path>
            </a:pathLst>
          </a:custGeom>
          <a:solidFill>
            <a:srgbClr val="CE295E">
              <a:alpha val="20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20" name="Freeform: Shape 69">
            <a:extLst>
              <a:ext uri="{FF2B5EF4-FFF2-40B4-BE49-F238E27FC236}">
                <a16:creationId xmlns="" xmlns:a16="http://schemas.microsoft.com/office/drawing/2014/main" id="{50211130-4DFD-C5FF-2225-2928AAB164E1}"/>
              </a:ext>
            </a:extLst>
          </p:cNvPr>
          <p:cNvSpPr/>
          <p:nvPr/>
        </p:nvSpPr>
        <p:spPr>
          <a:xfrm>
            <a:off x="7389385" y="5177131"/>
            <a:ext cx="3332293" cy="1680868"/>
          </a:xfrm>
          <a:custGeom>
            <a:avLst/>
            <a:gdLst>
              <a:gd name="f0" fmla="val 10800000"/>
              <a:gd name="f1" fmla="val 5400000"/>
              <a:gd name="f2" fmla="val 180"/>
              <a:gd name="f3" fmla="val w"/>
              <a:gd name="f4" fmla="val h"/>
              <a:gd name="f5" fmla="val 0"/>
              <a:gd name="f6" fmla="val 3332296"/>
              <a:gd name="f7" fmla="val 1680868"/>
              <a:gd name="f8" fmla="val 1666148"/>
              <a:gd name="f9" fmla="val 1737601"/>
              <a:gd name="f10" fmla="val 1809054"/>
              <a:gd name="f11" fmla="val 27259"/>
              <a:gd name="f12" fmla="val 1863571"/>
              <a:gd name="f13" fmla="val 81776"/>
              <a:gd name="f14" fmla="val 3250521"/>
              <a:gd name="f15" fmla="val 1468726"/>
              <a:gd name="f16" fmla="val 3305038"/>
              <a:gd name="f17" fmla="val 1523243"/>
              <a:gd name="f18" fmla="val 1594696"/>
              <a:gd name="f19" fmla="val 1666149"/>
              <a:gd name="f20" fmla="val 3330886"/>
              <a:gd name="f21" fmla="val 1411"/>
              <a:gd name="f22" fmla="val 27258"/>
              <a:gd name="f23" fmla="val 81775"/>
              <a:gd name="f24" fmla="val 1468725"/>
              <a:gd name="f25" fmla="val 1523242"/>
              <a:gd name="f26" fmla="val 1594695"/>
              <a:gd name="f27" fmla="+- 0 0 -90"/>
              <a:gd name="f28" fmla="*/ f3 1 3332296"/>
              <a:gd name="f29" fmla="*/ f4 1 1680868"/>
              <a:gd name="f30" fmla="val f5"/>
              <a:gd name="f31" fmla="val f6"/>
              <a:gd name="f32" fmla="val f7"/>
              <a:gd name="f33" fmla="*/ f27 f0 1"/>
              <a:gd name="f34" fmla="+- f32 0 f30"/>
              <a:gd name="f35" fmla="+- f31 0 f30"/>
              <a:gd name="f36" fmla="*/ f33 1 f2"/>
              <a:gd name="f37" fmla="*/ f35 1 3332296"/>
              <a:gd name="f38" fmla="*/ f34 1 1680868"/>
              <a:gd name="f39" fmla="*/ 1666148 f35 1"/>
              <a:gd name="f40" fmla="*/ 0 f34 1"/>
              <a:gd name="f41" fmla="*/ 1863571 f35 1"/>
              <a:gd name="f42" fmla="*/ 81776 f34 1"/>
              <a:gd name="f43" fmla="*/ 3250521 f35 1"/>
              <a:gd name="f44" fmla="*/ 1468726 f34 1"/>
              <a:gd name="f45" fmla="*/ 3332296 f35 1"/>
              <a:gd name="f46" fmla="*/ 1666149 f34 1"/>
              <a:gd name="f47" fmla="*/ 3330886 f35 1"/>
              <a:gd name="f48" fmla="*/ 1680868 f34 1"/>
              <a:gd name="f49" fmla="*/ 1411 f35 1"/>
              <a:gd name="f50" fmla="*/ 0 f35 1"/>
              <a:gd name="f51" fmla="*/ 81775 f35 1"/>
              <a:gd name="f52" fmla="*/ 1468725 f35 1"/>
              <a:gd name="f53" fmla="+- f36 0 f1"/>
              <a:gd name="f54" fmla="*/ f39 1 3332296"/>
              <a:gd name="f55" fmla="*/ f40 1 1680868"/>
              <a:gd name="f56" fmla="*/ f41 1 3332296"/>
              <a:gd name="f57" fmla="*/ f42 1 1680868"/>
              <a:gd name="f58" fmla="*/ f43 1 3332296"/>
              <a:gd name="f59" fmla="*/ f44 1 1680868"/>
              <a:gd name="f60" fmla="*/ f45 1 3332296"/>
              <a:gd name="f61" fmla="*/ f46 1 1680868"/>
              <a:gd name="f62" fmla="*/ f47 1 3332296"/>
              <a:gd name="f63" fmla="*/ f48 1 1680868"/>
              <a:gd name="f64" fmla="*/ f49 1 3332296"/>
              <a:gd name="f65" fmla="*/ f50 1 3332296"/>
              <a:gd name="f66" fmla="*/ f51 1 3332296"/>
              <a:gd name="f67" fmla="*/ f52 1 3332296"/>
              <a:gd name="f68" fmla="*/ f30 1 f37"/>
              <a:gd name="f69" fmla="*/ f31 1 f37"/>
              <a:gd name="f70" fmla="*/ f30 1 f38"/>
              <a:gd name="f71" fmla="*/ f32 1 f38"/>
              <a:gd name="f72" fmla="*/ f54 1 f37"/>
              <a:gd name="f73" fmla="*/ f55 1 f38"/>
              <a:gd name="f74" fmla="*/ f56 1 f37"/>
              <a:gd name="f75" fmla="*/ f57 1 f38"/>
              <a:gd name="f76" fmla="*/ f58 1 f37"/>
              <a:gd name="f77" fmla="*/ f59 1 f38"/>
              <a:gd name="f78" fmla="*/ f60 1 f37"/>
              <a:gd name="f79" fmla="*/ f61 1 f38"/>
              <a:gd name="f80" fmla="*/ f62 1 f37"/>
              <a:gd name="f81" fmla="*/ f63 1 f38"/>
              <a:gd name="f82" fmla="*/ f64 1 f37"/>
              <a:gd name="f83" fmla="*/ f65 1 f37"/>
              <a:gd name="f84" fmla="*/ f66 1 f37"/>
              <a:gd name="f85" fmla="*/ f67 1 f37"/>
              <a:gd name="f86" fmla="*/ f68 f28 1"/>
              <a:gd name="f87" fmla="*/ f69 f28 1"/>
              <a:gd name="f88" fmla="*/ f71 f29 1"/>
              <a:gd name="f89" fmla="*/ f70 f29 1"/>
              <a:gd name="f90" fmla="*/ f72 f28 1"/>
              <a:gd name="f91" fmla="*/ f73 f29 1"/>
              <a:gd name="f92" fmla="*/ f74 f28 1"/>
              <a:gd name="f93" fmla="*/ f75 f29 1"/>
              <a:gd name="f94" fmla="*/ f76 f28 1"/>
              <a:gd name="f95" fmla="*/ f77 f29 1"/>
              <a:gd name="f96" fmla="*/ f78 f28 1"/>
              <a:gd name="f97" fmla="*/ f79 f29 1"/>
              <a:gd name="f98" fmla="*/ f80 f28 1"/>
              <a:gd name="f99" fmla="*/ f81 f29 1"/>
              <a:gd name="f100" fmla="*/ f82 f28 1"/>
              <a:gd name="f101" fmla="*/ f83 f28 1"/>
              <a:gd name="f102" fmla="*/ f84 f28 1"/>
              <a:gd name="f103" fmla="*/ f85 f28 1"/>
            </a:gdLst>
            <a:ahLst/>
            <a:cxnLst>
              <a:cxn ang="3cd4">
                <a:pos x="hc" y="t"/>
              </a:cxn>
              <a:cxn ang="0">
                <a:pos x="r" y="vc"/>
              </a:cxn>
              <a:cxn ang="cd4">
                <a:pos x="hc" y="b"/>
              </a:cxn>
              <a:cxn ang="cd2">
                <a:pos x="l" y="vc"/>
              </a:cxn>
              <a:cxn ang="f53">
                <a:pos x="f90" y="f91"/>
              </a:cxn>
              <a:cxn ang="f53">
                <a:pos x="f92" y="f93"/>
              </a:cxn>
              <a:cxn ang="f53">
                <a:pos x="f94" y="f95"/>
              </a:cxn>
              <a:cxn ang="f53">
                <a:pos x="f96" y="f97"/>
              </a:cxn>
              <a:cxn ang="f53">
                <a:pos x="f98" y="f99"/>
              </a:cxn>
              <a:cxn ang="f53">
                <a:pos x="f100" y="f99"/>
              </a:cxn>
              <a:cxn ang="f53">
                <a:pos x="f101" y="f97"/>
              </a:cxn>
              <a:cxn ang="f53">
                <a:pos x="f102" y="f95"/>
              </a:cxn>
              <a:cxn ang="f53">
                <a:pos x="f103" y="f93"/>
              </a:cxn>
              <a:cxn ang="f53">
                <a:pos x="f90" y="f91"/>
              </a:cxn>
            </a:cxnLst>
            <a:rect l="f86" t="f89" r="f87" b="f88"/>
            <a:pathLst>
              <a:path w="3332296" h="1680868">
                <a:moveTo>
                  <a:pt x="f8" y="f5"/>
                </a:moveTo>
                <a:cubicBezTo>
                  <a:pt x="f9" y="f5"/>
                  <a:pt x="f10" y="f11"/>
                  <a:pt x="f12" y="f13"/>
                </a:cubicBezTo>
                <a:lnTo>
                  <a:pt x="f14" y="f15"/>
                </a:lnTo>
                <a:cubicBezTo>
                  <a:pt x="f16" y="f17"/>
                  <a:pt x="f6" y="f18"/>
                  <a:pt x="f6" y="f19"/>
                </a:cubicBezTo>
                <a:lnTo>
                  <a:pt x="f20" y="f7"/>
                </a:lnTo>
                <a:lnTo>
                  <a:pt x="f21" y="f7"/>
                </a:lnTo>
                <a:lnTo>
                  <a:pt x="f5" y="f19"/>
                </a:lnTo>
                <a:cubicBezTo>
                  <a:pt x="f5" y="f18"/>
                  <a:pt x="f22" y="f17"/>
                  <a:pt x="f23" y="f15"/>
                </a:cubicBezTo>
                <a:lnTo>
                  <a:pt x="f24" y="f13"/>
                </a:lnTo>
                <a:cubicBezTo>
                  <a:pt x="f25" y="f11"/>
                  <a:pt x="f26" y="f5"/>
                  <a:pt x="f8" y="f5"/>
                </a:cubicBezTo>
                <a:close/>
              </a:path>
            </a:pathLst>
          </a:custGeom>
          <a:solidFill>
            <a:srgbClr val="0D0D0D">
              <a:alpha val="30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21" name="Title 1">
            <a:extLst>
              <a:ext uri="{FF2B5EF4-FFF2-40B4-BE49-F238E27FC236}">
                <a16:creationId xmlns="" xmlns:a16="http://schemas.microsoft.com/office/drawing/2014/main" id="{4876F5ED-D451-9103-DFF9-7AD172483B58}"/>
              </a:ext>
            </a:extLst>
          </p:cNvPr>
          <p:cNvSpPr txBox="1">
            <a:spLocks noGrp="1"/>
          </p:cNvSpPr>
          <p:nvPr>
            <p:ph type="title"/>
          </p:nvPr>
        </p:nvSpPr>
        <p:spPr>
          <a:xfrm>
            <a:off x="1024128" y="168816"/>
            <a:ext cx="2169240" cy="402006"/>
          </a:xfrm>
        </p:spPr>
        <p:txBody>
          <a:bodyPr>
            <a:normAutofit fontScale="90000"/>
          </a:bodyPr>
          <a:lstStyle/>
          <a:p>
            <a:pPr lvl="0"/>
            <a:r>
              <a:rPr lang="en-GB" sz="4500"/>
              <a:t>Insight</a:t>
            </a:r>
          </a:p>
        </p:txBody>
      </p:sp>
      <p:sp>
        <p:nvSpPr>
          <p:cNvPr id="22" name="Footer Placeholder 4">
            <a:extLst>
              <a:ext uri="{FF2B5EF4-FFF2-40B4-BE49-F238E27FC236}">
                <a16:creationId xmlns="" xmlns:a16="http://schemas.microsoft.com/office/drawing/2014/main" id="{BAC9EF7D-512A-5D1D-7590-57EBE97D4A44}"/>
              </a:ext>
            </a:extLst>
          </p:cNvPr>
          <p:cNvSpPr txBox="1"/>
          <p:nvPr/>
        </p:nvSpPr>
        <p:spPr>
          <a:xfrm>
            <a:off x="4842927" y="6470705"/>
            <a:ext cx="5901455" cy="274320"/>
          </a:xfrm>
          <a:prstGeom prst="rect">
            <a:avLst/>
          </a:prstGeom>
          <a:noFill/>
          <a:ln cap="flat">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all" spc="0" baseline="0">
                <a:solidFill>
                  <a:srgbClr val="0D0D0D"/>
                </a:solidFill>
                <a:uFillTx/>
                <a:latin typeface="Tw Cen MT Condensed"/>
              </a:rPr>
              <a:t>Your Logo Here</a:t>
            </a:r>
            <a:endParaRPr lang="en-US" sz="1000" b="0" i="0" u="none" strike="noStrike" kern="1200" cap="all" spc="0" baseline="0">
              <a:solidFill>
                <a:srgbClr val="0D0D0D"/>
              </a:solidFill>
              <a:uFillTx/>
              <a:latin typeface="Tw Cen MT Condensed"/>
            </a:endParaRPr>
          </a:p>
        </p:txBody>
      </p:sp>
      <p:sp>
        <p:nvSpPr>
          <p:cNvPr id="23" name="Slide Number Placeholder 5">
            <a:extLst>
              <a:ext uri="{FF2B5EF4-FFF2-40B4-BE49-F238E27FC236}">
                <a16:creationId xmlns="" xmlns:a16="http://schemas.microsoft.com/office/drawing/2014/main" id="{4239096F-854F-CE1E-4818-078DBACEB87E}"/>
              </a:ext>
            </a:extLst>
          </p:cNvPr>
          <p:cNvSpPr txBox="1"/>
          <p:nvPr/>
        </p:nvSpPr>
        <p:spPr>
          <a:xfrm>
            <a:off x="10837331" y="6470705"/>
            <a:ext cx="973671" cy="274320"/>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5949BC7-E316-423A-B8D1-AD376D70E6BB}" type="slidenum">
              <a:rPr lang="en-US" sz="1000" b="0" i="0" u="none" strike="noStrike" kern="1200" cap="none" spc="0" baseline="0">
                <a:solidFill>
                  <a:srgbClr val="0D0D0D"/>
                </a:solidFill>
                <a:uFillTx/>
                <a:latin typeface="Tw Cen MT Condensed"/>
              </a:rPr>
              <a:t>5</a:t>
            </a:fld>
            <a:endParaRPr lang="en-US" sz="1000" b="0" i="0" u="none" strike="noStrike" kern="1200" cap="none" spc="0" baseline="0">
              <a:solidFill>
                <a:srgbClr val="0D0D0D"/>
              </a:solidFill>
              <a:uFillTx/>
              <a:latin typeface="Tw Cen MT Condensed"/>
            </a:endParaRPr>
          </a:p>
        </p:txBody>
      </p:sp>
      <p:pic>
        <p:nvPicPr>
          <p:cNvPr id="24" name="Picture 3">
            <a:extLst>
              <a:ext uri="{FF2B5EF4-FFF2-40B4-BE49-F238E27FC236}">
                <a16:creationId xmlns="" xmlns:a16="http://schemas.microsoft.com/office/drawing/2014/main" id="{37ACF13C-44D7-2498-DA1E-A97E3E16C855}"/>
              </a:ext>
            </a:extLst>
          </p:cNvPr>
          <p:cNvPicPr>
            <a:picLocks noChangeAspect="1"/>
          </p:cNvPicPr>
          <p:nvPr/>
        </p:nvPicPr>
        <p:blipFill>
          <a:blip r:embed="rId5"/>
          <a:stretch>
            <a:fillRect/>
          </a:stretch>
        </p:blipFill>
        <p:spPr>
          <a:xfrm>
            <a:off x="393896" y="1096219"/>
            <a:ext cx="6330628" cy="4913921"/>
          </a:xfrm>
          <a:prstGeom prst="rect">
            <a:avLst/>
          </a:prstGeom>
          <a:noFill/>
          <a:ln cap="flat">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7">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509A52-89FD-7213-3580-7E9B6F3BDAC2}"/>
              </a:ext>
            </a:extLst>
          </p:cNvPr>
          <p:cNvSpPr txBox="1">
            <a:spLocks noGrp="1"/>
          </p:cNvSpPr>
          <p:nvPr>
            <p:ph type="title"/>
          </p:nvPr>
        </p:nvSpPr>
        <p:spPr>
          <a:xfrm>
            <a:off x="514798" y="112974"/>
            <a:ext cx="1834505" cy="913970"/>
          </a:xfrm>
        </p:spPr>
        <p:txBody>
          <a:bodyPr/>
          <a:lstStyle/>
          <a:p>
            <a:pPr lvl="0"/>
            <a:r>
              <a:rPr lang="en-GB"/>
              <a:t>insight</a:t>
            </a:r>
          </a:p>
        </p:txBody>
      </p:sp>
      <p:sp>
        <p:nvSpPr>
          <p:cNvPr id="3" name="Slide Number Placeholder 3">
            <a:extLst>
              <a:ext uri="{FF2B5EF4-FFF2-40B4-BE49-F238E27FC236}">
                <a16:creationId xmlns="" xmlns:a16="http://schemas.microsoft.com/office/drawing/2014/main" id="{BF856005-B396-F4AB-B4DC-6FF5090AF802}"/>
              </a:ext>
            </a:extLst>
          </p:cNvPr>
          <p:cNvSpPr txBox="1"/>
          <p:nvPr/>
        </p:nvSpPr>
        <p:spPr>
          <a:xfrm>
            <a:off x="10837331" y="6470705"/>
            <a:ext cx="973671" cy="274320"/>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89861BC-14E7-42E3-B576-8C0F71F75DE6}" type="slidenum">
              <a:rPr lang="en-US" sz="1000" b="0" i="0" u="none" strike="noStrike" kern="1200" cap="none" spc="0" baseline="0">
                <a:solidFill>
                  <a:srgbClr val="0D0D0D"/>
                </a:solidFill>
                <a:uFillTx/>
                <a:latin typeface="Tw Cen MT Condensed"/>
              </a:rPr>
              <a:t>6</a:t>
            </a:fld>
            <a:endParaRPr lang="en-US" sz="1000" b="0" i="0" u="none" strike="noStrike" kern="1200" cap="none" spc="0" baseline="0">
              <a:solidFill>
                <a:srgbClr val="0D0D0D"/>
              </a:solidFill>
              <a:uFillTx/>
              <a:latin typeface="Tw Cen MT Condensed"/>
            </a:endParaRPr>
          </a:p>
        </p:txBody>
      </p:sp>
      <p:sp>
        <p:nvSpPr>
          <p:cNvPr id="4" name="Rectangle: Rounded corners 38">
            <a:extLst>
              <a:ext uri="{FF2B5EF4-FFF2-40B4-BE49-F238E27FC236}">
                <a16:creationId xmlns="" xmlns:a16="http://schemas.microsoft.com/office/drawing/2014/main" id="{60951E53-3A1D-1F73-A5C3-BB70E92F1584}"/>
              </a:ext>
            </a:extLst>
          </p:cNvPr>
          <p:cNvSpPr/>
          <p:nvPr/>
        </p:nvSpPr>
        <p:spPr>
          <a:xfrm rot="18900010">
            <a:off x="-1093199" y="4691644"/>
            <a:ext cx="1585048" cy="1585048"/>
          </a:xfrm>
          <a:custGeom>
            <a:avLst>
              <a:gd name="f0" fmla="val 2393"/>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alpha val="20000"/>
            </a:srgbClr>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graphicFrame>
        <p:nvGraphicFramePr>
          <p:cNvPr id="5" name="Chart 40" descr="This is a chart. ">
            <a:extLst>
              <a:ext uri="{FF2B5EF4-FFF2-40B4-BE49-F238E27FC236}">
                <a16:creationId xmlns="" xmlns:a16="http://schemas.microsoft.com/office/drawing/2014/main" id="{6C894A5A-50D1-8496-58FE-74DE26EF802D}"/>
              </a:ext>
            </a:extLst>
          </p:cNvPr>
          <p:cNvGraphicFramePr/>
          <p:nvPr/>
        </p:nvGraphicFramePr>
        <p:xfrm>
          <a:off x="316464" y="1026944"/>
          <a:ext cx="5338751" cy="5022168"/>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Rounded Corners 5">
            <a:extLst>
              <a:ext uri="{FF2B5EF4-FFF2-40B4-BE49-F238E27FC236}">
                <a16:creationId xmlns="" xmlns:a16="http://schemas.microsoft.com/office/drawing/2014/main" id="{FC0B459B-0D4F-54DF-C4F0-CFCF7861FE8F}"/>
              </a:ext>
            </a:extLst>
          </p:cNvPr>
          <p:cNvSpPr/>
          <p:nvPr/>
        </p:nvSpPr>
        <p:spPr>
          <a:xfrm>
            <a:off x="7090120" y="1364568"/>
            <a:ext cx="3868616" cy="10269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ADE4"/>
          </a:solidFill>
          <a:ln w="15873" cap="flat">
            <a:solidFill>
              <a:srgbClr val="064760"/>
            </a:solidFill>
            <a:prstDash val="solid"/>
            <a:miter/>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600" b="1" i="0" u="none" strike="noStrike" kern="1200" cap="none" spc="0" baseline="0">
                <a:solidFill>
                  <a:srgbClr val="0D0D0D"/>
                </a:solidFill>
                <a:uFillTx/>
                <a:latin typeface="Arial" pitchFamily="34"/>
                <a:cs typeface="Arial" pitchFamily="34"/>
              </a:rPr>
              <a:t>The White group has the Largest  race visitation with a cumulative visitation of 2571.</a:t>
            </a:r>
          </a:p>
        </p:txBody>
      </p:sp>
      <p:sp>
        <p:nvSpPr>
          <p:cNvPr id="7" name="Rectangle: Rounded Corners 6">
            <a:extLst>
              <a:ext uri="{FF2B5EF4-FFF2-40B4-BE49-F238E27FC236}">
                <a16:creationId xmlns="" xmlns:a16="http://schemas.microsoft.com/office/drawing/2014/main" id="{43809AD6-44E8-F26A-59A6-17B46B8B52C2}"/>
              </a:ext>
            </a:extLst>
          </p:cNvPr>
          <p:cNvSpPr/>
          <p:nvPr/>
        </p:nvSpPr>
        <p:spPr>
          <a:xfrm>
            <a:off x="7171200" y="2865857"/>
            <a:ext cx="3868616" cy="10269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ADE4"/>
          </a:solidFill>
          <a:ln w="15873" cap="flat">
            <a:solidFill>
              <a:srgbClr val="064760"/>
            </a:solidFill>
            <a:prstDash val="solid"/>
            <a:miter/>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600" b="1" i="0" u="none" strike="noStrike" kern="1200" cap="none" spc="0" baseline="0">
                <a:solidFill>
                  <a:srgbClr val="0D0D0D"/>
                </a:solidFill>
                <a:uFillTx/>
                <a:latin typeface="Arial" pitchFamily="34"/>
                <a:cs typeface="Arial" pitchFamily="34"/>
              </a:rPr>
              <a:t>African Americans is the second with a cumulative visitation of 1,951 visits.</a:t>
            </a:r>
          </a:p>
        </p:txBody>
      </p:sp>
      <p:sp>
        <p:nvSpPr>
          <p:cNvPr id="8" name="Rectangle: Rounded Corners 7">
            <a:extLst>
              <a:ext uri="{FF2B5EF4-FFF2-40B4-BE49-F238E27FC236}">
                <a16:creationId xmlns="" xmlns:a16="http://schemas.microsoft.com/office/drawing/2014/main" id="{DF5CE9EE-33F9-45C5-2EE6-BE5B87CA9819}"/>
              </a:ext>
            </a:extLst>
          </p:cNvPr>
          <p:cNvSpPr/>
          <p:nvPr/>
        </p:nvSpPr>
        <p:spPr>
          <a:xfrm>
            <a:off x="7090120" y="4314093"/>
            <a:ext cx="3868616" cy="10269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ADE4"/>
          </a:solidFill>
          <a:ln w="15873" cap="flat">
            <a:solidFill>
              <a:srgbClr val="064760"/>
            </a:solidFill>
            <a:prstDash val="solid"/>
            <a:miter/>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a:solidFill>
                  <a:srgbClr val="0D0D0D"/>
                </a:solidFill>
                <a:uFillTx/>
                <a:latin typeface="Arial" pitchFamily="34"/>
                <a:cs typeface="Arial" pitchFamily="34"/>
              </a:rPr>
              <a:t>Two or More Races is third with a cumulative visitation of 1,557 visits.</a:t>
            </a:r>
            <a:endParaRPr lang="en-GB" sz="1800" b="0" i="0" u="none" strike="noStrike" kern="1200" cap="none" spc="0" baseline="0">
              <a:solidFill>
                <a:srgbClr val="0D0D0D"/>
              </a:solidFill>
              <a:uFillTx/>
              <a:latin typeface="Arial" pitchFamily="34"/>
              <a:cs typeface="Arial" pitchFamily="34"/>
            </a:endParaRPr>
          </a:p>
        </p:txBody>
      </p:sp>
      <p:pic>
        <p:nvPicPr>
          <p:cNvPr id="10" name="Picture 9">
            <a:extLst>
              <a:ext uri="{FF2B5EF4-FFF2-40B4-BE49-F238E27FC236}">
                <a16:creationId xmlns="" xmlns:a16="http://schemas.microsoft.com/office/drawing/2014/main" id="{B26FBD23-DCFB-6467-1DB0-AA3B3421AF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464" y="1179872"/>
            <a:ext cx="5779536" cy="48099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8">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A84C48-1E52-130B-EA04-998D4E09A8F0}"/>
              </a:ext>
            </a:extLst>
          </p:cNvPr>
          <p:cNvSpPr txBox="1">
            <a:spLocks noGrp="1"/>
          </p:cNvSpPr>
          <p:nvPr>
            <p:ph type="title"/>
          </p:nvPr>
        </p:nvSpPr>
        <p:spPr>
          <a:xfrm>
            <a:off x="509019" y="112974"/>
            <a:ext cx="1988079" cy="727917"/>
          </a:xfrm>
        </p:spPr>
        <p:txBody>
          <a:bodyPr/>
          <a:lstStyle/>
          <a:p>
            <a:pPr lvl="0"/>
            <a:r>
              <a:rPr lang="en-GB"/>
              <a:t>Insight</a:t>
            </a:r>
          </a:p>
        </p:txBody>
      </p:sp>
      <p:sp>
        <p:nvSpPr>
          <p:cNvPr id="3" name="Slide Number Placeholder 3">
            <a:extLst>
              <a:ext uri="{FF2B5EF4-FFF2-40B4-BE49-F238E27FC236}">
                <a16:creationId xmlns="" xmlns:a16="http://schemas.microsoft.com/office/drawing/2014/main" id="{7525FDFA-C3E8-92D2-9AD8-CE2B90F660B1}"/>
              </a:ext>
            </a:extLst>
          </p:cNvPr>
          <p:cNvSpPr txBox="1"/>
          <p:nvPr/>
        </p:nvSpPr>
        <p:spPr>
          <a:xfrm>
            <a:off x="10837331" y="6470705"/>
            <a:ext cx="973671" cy="274320"/>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7C7093D-9073-46C6-A270-3B2E9521B35E}" type="slidenum">
              <a:rPr lang="en-US" sz="1000" b="0" i="0" u="none" strike="noStrike" kern="1200" cap="none" spc="0" baseline="0">
                <a:solidFill>
                  <a:srgbClr val="0D0D0D"/>
                </a:solidFill>
                <a:uFillTx/>
                <a:latin typeface="Tw Cen MT Condensed"/>
              </a:rPr>
              <a:t>7</a:t>
            </a:fld>
            <a:endParaRPr lang="en-US" sz="1000" b="0" i="0" u="none" strike="noStrike" kern="1200" cap="none" spc="0" baseline="0">
              <a:solidFill>
                <a:srgbClr val="0D0D0D"/>
              </a:solidFill>
              <a:uFillTx/>
              <a:latin typeface="Tw Cen MT Condensed"/>
            </a:endParaRPr>
          </a:p>
        </p:txBody>
      </p:sp>
      <p:sp>
        <p:nvSpPr>
          <p:cNvPr id="5" name="Rectangle 12">
            <a:extLst>
              <a:ext uri="{FF2B5EF4-FFF2-40B4-BE49-F238E27FC236}">
                <a16:creationId xmlns="" xmlns:a16="http://schemas.microsoft.com/office/drawing/2014/main" id="{35C97519-6FF7-471A-2076-63542AE41BA1}"/>
              </a:ext>
            </a:extLst>
          </p:cNvPr>
          <p:cNvSpPr/>
          <p:nvPr/>
        </p:nvSpPr>
        <p:spPr>
          <a:xfrm>
            <a:off x="9307979" y="905685"/>
            <a:ext cx="101598" cy="1002365"/>
          </a:xfrm>
          <a:prstGeom prst="rect">
            <a:avLst/>
          </a:prstGeom>
          <a:solidFill>
            <a:srgbClr val="CE295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6" name="Rectangle 13">
            <a:extLst>
              <a:ext uri="{FF2B5EF4-FFF2-40B4-BE49-F238E27FC236}">
                <a16:creationId xmlns="" xmlns:a16="http://schemas.microsoft.com/office/drawing/2014/main" id="{B1498E41-5DC6-71F4-2D7D-B75769F74D7B}"/>
              </a:ext>
            </a:extLst>
          </p:cNvPr>
          <p:cNvSpPr/>
          <p:nvPr/>
        </p:nvSpPr>
        <p:spPr>
          <a:xfrm>
            <a:off x="9344747" y="4657834"/>
            <a:ext cx="101598" cy="1234001"/>
          </a:xfrm>
          <a:prstGeom prst="rect">
            <a:avLst/>
          </a:prstGeom>
          <a:solidFill>
            <a:srgbClr val="CE295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7" name="TextBox 47">
            <a:extLst>
              <a:ext uri="{FF2B5EF4-FFF2-40B4-BE49-F238E27FC236}">
                <a16:creationId xmlns="" xmlns:a16="http://schemas.microsoft.com/office/drawing/2014/main" id="{C605E808-AE08-145D-FC28-142ED8C74AC6}"/>
              </a:ext>
            </a:extLst>
          </p:cNvPr>
          <p:cNvSpPr txBox="1"/>
          <p:nvPr/>
        </p:nvSpPr>
        <p:spPr>
          <a:xfrm>
            <a:off x="9508745" y="975984"/>
            <a:ext cx="2683251" cy="646334"/>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D0D0D"/>
                </a:solidFill>
                <a:uFillTx/>
                <a:latin typeface="Arial" pitchFamily="34"/>
                <a:cs typeface="Arial" pitchFamily="34"/>
              </a:rPr>
              <a:t>The elderly patient have 2,198 visits, with a specific need for elderly emergency care.</a:t>
            </a:r>
          </a:p>
        </p:txBody>
      </p:sp>
      <p:sp>
        <p:nvSpPr>
          <p:cNvPr id="8" name="TextBox 47">
            <a:extLst>
              <a:ext uri="{FF2B5EF4-FFF2-40B4-BE49-F238E27FC236}">
                <a16:creationId xmlns="" xmlns:a16="http://schemas.microsoft.com/office/drawing/2014/main" id="{C9A212F8-F20E-26FD-0841-E2F2CAB3CFBD}"/>
              </a:ext>
            </a:extLst>
          </p:cNvPr>
          <p:cNvSpPr txBox="1"/>
          <p:nvPr/>
        </p:nvSpPr>
        <p:spPr>
          <a:xfrm>
            <a:off x="9498576" y="4819262"/>
            <a:ext cx="2693420" cy="861776"/>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D0D0D"/>
                </a:solidFill>
                <a:uFillTx/>
                <a:latin typeface="Arial" pitchFamily="34"/>
                <a:cs typeface="Arial" pitchFamily="34"/>
              </a:rPr>
              <a:t>Teens have the fewest ER visits at 822 patients, which is the smallest number of patient seen</a:t>
            </a:r>
          </a:p>
        </p:txBody>
      </p:sp>
      <p:sp>
        <p:nvSpPr>
          <p:cNvPr id="9" name="Rectangle 17">
            <a:extLst>
              <a:ext uri="{FF2B5EF4-FFF2-40B4-BE49-F238E27FC236}">
                <a16:creationId xmlns="" xmlns:a16="http://schemas.microsoft.com/office/drawing/2014/main" id="{737FFACF-761E-0095-88B2-C96E0D29D86A}"/>
              </a:ext>
            </a:extLst>
          </p:cNvPr>
          <p:cNvSpPr/>
          <p:nvPr/>
        </p:nvSpPr>
        <p:spPr>
          <a:xfrm>
            <a:off x="2497098" y="1174985"/>
            <a:ext cx="135925" cy="1256422"/>
          </a:xfrm>
          <a:prstGeom prst="rect">
            <a:avLst/>
          </a:prstGeom>
          <a:solidFill>
            <a:srgbClr val="CE295E"/>
          </a:solidFill>
          <a:ln cap="flat">
            <a:noFill/>
            <a:prstDash val="solid"/>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0" name="Rectangle 18">
            <a:extLst>
              <a:ext uri="{FF2B5EF4-FFF2-40B4-BE49-F238E27FC236}">
                <a16:creationId xmlns="" xmlns:a16="http://schemas.microsoft.com/office/drawing/2014/main" id="{A28E758F-491C-F9B4-A6E8-502A23D0292E}"/>
              </a:ext>
            </a:extLst>
          </p:cNvPr>
          <p:cNvSpPr/>
          <p:nvPr/>
        </p:nvSpPr>
        <p:spPr>
          <a:xfrm flipH="1">
            <a:off x="2497098" y="4530312"/>
            <a:ext cx="153491" cy="1256422"/>
          </a:xfrm>
          <a:prstGeom prst="rect">
            <a:avLst/>
          </a:prstGeom>
          <a:solidFill>
            <a:srgbClr val="CE295E"/>
          </a:solidFill>
          <a:ln cap="flat">
            <a:noFill/>
            <a:prstDash val="solid"/>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Tw Cen MT"/>
            </a:endParaRPr>
          </a:p>
        </p:txBody>
      </p:sp>
      <p:sp>
        <p:nvSpPr>
          <p:cNvPr id="11" name="TextBox 47">
            <a:extLst>
              <a:ext uri="{FF2B5EF4-FFF2-40B4-BE49-F238E27FC236}">
                <a16:creationId xmlns="" xmlns:a16="http://schemas.microsoft.com/office/drawing/2014/main" id="{66041F02-7DBD-EFF4-B9C1-C6B641EBE90E}"/>
              </a:ext>
            </a:extLst>
          </p:cNvPr>
          <p:cNvSpPr txBox="1"/>
          <p:nvPr/>
        </p:nvSpPr>
        <p:spPr>
          <a:xfrm>
            <a:off x="130777" y="1108024"/>
            <a:ext cx="2478956" cy="1231102"/>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600" b="1" i="0" u="none" strike="noStrike" kern="1200" cap="none" spc="0" baseline="0">
                <a:solidFill>
                  <a:srgbClr val="0D0D0D"/>
                </a:solidFill>
                <a:uFillTx/>
                <a:latin typeface="Arial" pitchFamily="34"/>
                <a:cs typeface="Arial" pitchFamily="34"/>
              </a:rPr>
              <a:t>Adults made up the majority of ER visits, accounting for a total of 4,783 patients, the largest number seen.</a:t>
            </a:r>
            <a:endParaRPr lang="en-GB" sz="1200" b="1" i="0" u="none" strike="noStrike" kern="1200" cap="none" spc="0" baseline="0">
              <a:solidFill>
                <a:srgbClr val="0D0D0D"/>
              </a:solidFill>
              <a:uFillTx/>
              <a:latin typeface="Arial" pitchFamily="34"/>
              <a:cs typeface="Arial" pitchFamily="34"/>
            </a:endParaRPr>
          </a:p>
        </p:txBody>
      </p:sp>
      <p:sp>
        <p:nvSpPr>
          <p:cNvPr id="12" name="TextBox 47">
            <a:extLst>
              <a:ext uri="{FF2B5EF4-FFF2-40B4-BE49-F238E27FC236}">
                <a16:creationId xmlns="" xmlns:a16="http://schemas.microsoft.com/office/drawing/2014/main" id="{316CC4EC-DD69-E861-7FF8-3F8D6797B4C0}"/>
              </a:ext>
            </a:extLst>
          </p:cNvPr>
          <p:cNvSpPr txBox="1"/>
          <p:nvPr/>
        </p:nvSpPr>
        <p:spPr>
          <a:xfrm>
            <a:off x="23545" y="4657834"/>
            <a:ext cx="2693420" cy="861776"/>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D0D0D"/>
                </a:solidFill>
                <a:uFillTx/>
                <a:latin typeface="Arial" pitchFamily="34"/>
                <a:cs typeface="Arial" pitchFamily="34"/>
              </a:rPr>
              <a:t>The child patients have 1,413 visits, showing the need for immediate attention for the children</a:t>
            </a:r>
            <a:r>
              <a:rPr lang="en-GB" sz="1400" b="0" i="0" u="none" strike="noStrike" kern="1200" cap="none" spc="0" baseline="0">
                <a:solidFill>
                  <a:srgbClr val="404040"/>
                </a:solidFill>
                <a:uFillTx/>
                <a:latin typeface="Tw Cen MT"/>
              </a:rPr>
              <a:t>.. </a:t>
            </a:r>
          </a:p>
        </p:txBody>
      </p:sp>
      <p:sp>
        <p:nvSpPr>
          <p:cNvPr id="13" name="TextBox 47">
            <a:extLst>
              <a:ext uri="{FF2B5EF4-FFF2-40B4-BE49-F238E27FC236}">
                <a16:creationId xmlns="" xmlns:a16="http://schemas.microsoft.com/office/drawing/2014/main" id="{8B4CBCB3-E41D-D081-24B6-1D1C91EDBF14}"/>
              </a:ext>
            </a:extLst>
          </p:cNvPr>
          <p:cNvSpPr txBox="1"/>
          <p:nvPr/>
        </p:nvSpPr>
        <p:spPr>
          <a:xfrm>
            <a:off x="8408648" y="830832"/>
            <a:ext cx="823225" cy="615555"/>
          </a:xfrm>
          <a:prstGeom prst="rect">
            <a:avLst/>
          </a:prstGeom>
          <a:noFill/>
          <a:ln cap="flat">
            <a:noFill/>
          </a:ln>
        </p:spPr>
        <p:txBody>
          <a:bodyPr vert="horz" wrap="square" lIns="0" tIns="0" rIns="0" bIns="0" anchor="ctr"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4000" b="1" i="0" u="none" strike="noStrike" kern="1200" cap="none" spc="0" baseline="0">
                <a:solidFill>
                  <a:srgbClr val="0D0D0D"/>
                </a:solidFill>
                <a:uFillTx/>
                <a:latin typeface="Tw Cen MT Condensed"/>
              </a:rPr>
              <a:t>24%</a:t>
            </a:r>
          </a:p>
        </p:txBody>
      </p:sp>
      <p:sp>
        <p:nvSpPr>
          <p:cNvPr id="14" name="TextBox 47">
            <a:extLst>
              <a:ext uri="{FF2B5EF4-FFF2-40B4-BE49-F238E27FC236}">
                <a16:creationId xmlns="" xmlns:a16="http://schemas.microsoft.com/office/drawing/2014/main" id="{E547EF1D-38F9-37B7-AC6D-F204DB98F17D}"/>
              </a:ext>
            </a:extLst>
          </p:cNvPr>
          <p:cNvSpPr txBox="1"/>
          <p:nvPr/>
        </p:nvSpPr>
        <p:spPr>
          <a:xfrm>
            <a:off x="8408648" y="5434270"/>
            <a:ext cx="823225" cy="615555"/>
          </a:xfrm>
          <a:prstGeom prst="rect">
            <a:avLst/>
          </a:prstGeom>
          <a:noFill/>
          <a:ln cap="flat">
            <a:noFill/>
          </a:ln>
        </p:spPr>
        <p:txBody>
          <a:bodyPr vert="horz" wrap="square" lIns="0" tIns="0" rIns="0" bIns="0" anchor="ctr"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4000" b="1" i="0" u="none" strike="noStrike" kern="1200" cap="none" spc="0" baseline="0">
                <a:solidFill>
                  <a:srgbClr val="0D0D0D"/>
                </a:solidFill>
                <a:uFillTx/>
                <a:latin typeface="Tw Cen MT Condensed"/>
              </a:rPr>
              <a:t>9%</a:t>
            </a:r>
          </a:p>
        </p:txBody>
      </p:sp>
      <p:sp>
        <p:nvSpPr>
          <p:cNvPr id="15" name="TextBox 47">
            <a:extLst>
              <a:ext uri="{FF2B5EF4-FFF2-40B4-BE49-F238E27FC236}">
                <a16:creationId xmlns="" xmlns:a16="http://schemas.microsoft.com/office/drawing/2014/main" id="{FAA934FD-590D-EB06-5CD7-8E8F4992B915}"/>
              </a:ext>
            </a:extLst>
          </p:cNvPr>
          <p:cNvSpPr txBox="1"/>
          <p:nvPr/>
        </p:nvSpPr>
        <p:spPr>
          <a:xfrm>
            <a:off x="2646493" y="1056278"/>
            <a:ext cx="860002" cy="615555"/>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4000" b="1" i="0" u="none" strike="noStrike" kern="1200" cap="none" spc="0" baseline="0">
                <a:solidFill>
                  <a:srgbClr val="0D0D0D"/>
                </a:solidFill>
                <a:uFillTx/>
                <a:latin typeface="Tw Cen MT Condensed"/>
              </a:rPr>
              <a:t>52%</a:t>
            </a:r>
          </a:p>
        </p:txBody>
      </p:sp>
      <p:sp>
        <p:nvSpPr>
          <p:cNvPr id="16" name="TextBox 47">
            <a:extLst>
              <a:ext uri="{FF2B5EF4-FFF2-40B4-BE49-F238E27FC236}">
                <a16:creationId xmlns="" xmlns:a16="http://schemas.microsoft.com/office/drawing/2014/main" id="{4E7B9B8B-1253-8748-50FF-11E2A942108F}"/>
              </a:ext>
            </a:extLst>
          </p:cNvPr>
          <p:cNvSpPr txBox="1"/>
          <p:nvPr/>
        </p:nvSpPr>
        <p:spPr>
          <a:xfrm>
            <a:off x="2672215" y="5299752"/>
            <a:ext cx="834280" cy="615555"/>
          </a:xfrm>
          <a:prstGeom prst="rect">
            <a:avLst/>
          </a:prstGeom>
          <a:noFill/>
          <a:ln cap="flat">
            <a:noFill/>
          </a:ln>
        </p:spPr>
        <p:txBody>
          <a:bodyPr vert="horz" wrap="squar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4000" b="1" i="0" u="none" strike="noStrike" kern="1200" cap="none" spc="0" baseline="0">
                <a:solidFill>
                  <a:srgbClr val="404040"/>
                </a:solidFill>
                <a:uFillTx/>
                <a:latin typeface="Tw Cen MT Condensed"/>
              </a:rPr>
              <a:t>15%</a:t>
            </a:r>
          </a:p>
        </p:txBody>
      </p:sp>
      <p:graphicFrame>
        <p:nvGraphicFramePr>
          <p:cNvPr id="4" name="Chart 9" descr="This is a chart.">
            <a:extLst>
              <a:ext uri="{FF2B5EF4-FFF2-40B4-BE49-F238E27FC236}">
                <a16:creationId xmlns="" xmlns:a16="http://schemas.microsoft.com/office/drawing/2014/main" id="{404377A9-4B6C-D2DE-8C41-2308A6ADBAB2}"/>
              </a:ext>
            </a:extLst>
          </p:cNvPr>
          <p:cNvGraphicFramePr/>
          <p:nvPr>
            <p:extLst>
              <p:ext uri="{D42A27DB-BD31-4B8C-83A1-F6EECF244321}">
                <p14:modId xmlns:p14="http://schemas.microsoft.com/office/powerpoint/2010/main" val="4196773237"/>
              </p:ext>
            </p:extLst>
          </p:nvPr>
        </p:nvGraphicFramePr>
        <p:xfrm>
          <a:off x="3820107" y="1446388"/>
          <a:ext cx="4439146" cy="418753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9">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27AE59-F1F0-C6C4-7461-63992B0F75F7}"/>
              </a:ext>
            </a:extLst>
          </p:cNvPr>
          <p:cNvSpPr txBox="1">
            <a:spLocks noGrp="1"/>
          </p:cNvSpPr>
          <p:nvPr>
            <p:ph type="title"/>
          </p:nvPr>
        </p:nvSpPr>
        <p:spPr>
          <a:xfrm>
            <a:off x="907349" y="63678"/>
            <a:ext cx="3717996" cy="1028306"/>
          </a:xfrm>
        </p:spPr>
        <p:txBody>
          <a:bodyPr/>
          <a:lstStyle/>
          <a:p>
            <a:pPr lvl="0"/>
            <a:r>
              <a:rPr lang="en-GB"/>
              <a:t>insight</a:t>
            </a:r>
          </a:p>
        </p:txBody>
      </p:sp>
      <p:sp>
        <p:nvSpPr>
          <p:cNvPr id="3" name="Footer Placeholder 2">
            <a:extLst>
              <a:ext uri="{FF2B5EF4-FFF2-40B4-BE49-F238E27FC236}">
                <a16:creationId xmlns="" xmlns:a16="http://schemas.microsoft.com/office/drawing/2014/main" id="{3E7FA38C-4372-CBDA-9066-0648C5263D81}"/>
              </a:ext>
            </a:extLst>
          </p:cNvPr>
          <p:cNvSpPr txBox="1"/>
          <p:nvPr/>
        </p:nvSpPr>
        <p:spPr>
          <a:xfrm>
            <a:off x="4842927" y="6470705"/>
            <a:ext cx="5901455" cy="274320"/>
          </a:xfrm>
          <a:prstGeom prst="rect">
            <a:avLst/>
          </a:prstGeom>
          <a:noFill/>
          <a:ln cap="flat">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all" spc="0" baseline="0">
                <a:solidFill>
                  <a:srgbClr val="0D0D0D"/>
                </a:solidFill>
                <a:uFillTx/>
                <a:latin typeface="Tw Cen MT Condensed"/>
              </a:rPr>
              <a:t>Your Logo Here</a:t>
            </a:r>
          </a:p>
        </p:txBody>
      </p:sp>
      <p:sp>
        <p:nvSpPr>
          <p:cNvPr id="4" name="Slide Number Placeholder 3">
            <a:extLst>
              <a:ext uri="{FF2B5EF4-FFF2-40B4-BE49-F238E27FC236}">
                <a16:creationId xmlns="" xmlns:a16="http://schemas.microsoft.com/office/drawing/2014/main" id="{4D300DE8-5CA4-0E05-5B36-4478C1B0622E}"/>
              </a:ext>
            </a:extLst>
          </p:cNvPr>
          <p:cNvSpPr txBox="1"/>
          <p:nvPr/>
        </p:nvSpPr>
        <p:spPr>
          <a:xfrm>
            <a:off x="10837331" y="6470705"/>
            <a:ext cx="973671" cy="274320"/>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488ADC9E-B4BB-401F-A96D-CD8BCF10B634}" type="slidenum">
              <a:rPr lang="en-US" sz="1000" b="0" i="0" u="none" strike="noStrike" kern="1200" cap="none" spc="0" baseline="0">
                <a:solidFill>
                  <a:srgbClr val="0D0D0D"/>
                </a:solidFill>
                <a:uFillTx/>
                <a:latin typeface="Tw Cen MT Condensed"/>
              </a:rPr>
              <a:t>8</a:t>
            </a:fld>
            <a:endParaRPr lang="en-US" sz="1000" b="0" i="0" u="none" strike="noStrike" kern="1200" cap="none" spc="0" baseline="0">
              <a:solidFill>
                <a:srgbClr val="0D0D0D"/>
              </a:solidFill>
              <a:uFillTx/>
              <a:latin typeface="Tw Cen MT Condensed"/>
            </a:endParaRPr>
          </a:p>
        </p:txBody>
      </p:sp>
      <p:pic>
        <p:nvPicPr>
          <p:cNvPr id="5" name="Picture 48">
            <a:extLst>
              <a:ext uri="{FF2B5EF4-FFF2-40B4-BE49-F238E27FC236}">
                <a16:creationId xmlns="" xmlns:a16="http://schemas.microsoft.com/office/drawing/2014/main" id="{0AABBCC6-3597-865C-31A0-9678E51A3872}"/>
              </a:ext>
            </a:extLst>
          </p:cNvPr>
          <p:cNvPicPr>
            <a:picLocks noChangeAspect="1"/>
          </p:cNvPicPr>
          <p:nvPr/>
        </p:nvPicPr>
        <p:blipFill>
          <a:blip r:embed="rId3"/>
          <a:stretch>
            <a:fillRect/>
          </a:stretch>
        </p:blipFill>
        <p:spPr>
          <a:xfrm>
            <a:off x="225079" y="1091985"/>
            <a:ext cx="5627080" cy="5041526"/>
          </a:xfrm>
          <a:prstGeom prst="rect">
            <a:avLst/>
          </a:prstGeom>
          <a:noFill/>
          <a:ln cap="flat">
            <a:noFill/>
          </a:ln>
        </p:spPr>
      </p:pic>
      <p:sp>
        <p:nvSpPr>
          <p:cNvPr id="6" name="Rectangle: Rounded Corners 49">
            <a:extLst>
              <a:ext uri="{FF2B5EF4-FFF2-40B4-BE49-F238E27FC236}">
                <a16:creationId xmlns="" xmlns:a16="http://schemas.microsoft.com/office/drawing/2014/main" id="{2A748997-D959-C93D-801E-DC29248F62BD}"/>
              </a:ext>
            </a:extLst>
          </p:cNvPr>
          <p:cNvSpPr/>
          <p:nvPr/>
        </p:nvSpPr>
        <p:spPr>
          <a:xfrm>
            <a:off x="7132320" y="1927271"/>
            <a:ext cx="4149967" cy="1026944"/>
          </a:xfrm>
          <a:custGeom>
            <a:avLst>
              <a:gd name="f0" fmla="val 6855"/>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ADE4"/>
          </a:solidFill>
          <a:ln w="15873" cap="flat">
            <a:solidFill>
              <a:srgbClr val="064760"/>
            </a:solidFill>
            <a:prstDash val="solid"/>
            <a:miter/>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a:solidFill>
                  <a:srgbClr val="0D0D0D"/>
                </a:solidFill>
                <a:uFillTx/>
                <a:latin typeface="Arial" pitchFamily="34"/>
                <a:cs typeface="Arial" pitchFamily="34"/>
              </a:rPr>
              <a:t>Patients not admitted reported slightly higher satisfy (1.367) than those who were admitted (1.359)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10">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363037-8B76-9E9A-E564-21A84D7EF8D2}"/>
              </a:ext>
            </a:extLst>
          </p:cNvPr>
          <p:cNvSpPr txBox="1">
            <a:spLocks noGrp="1"/>
          </p:cNvSpPr>
          <p:nvPr>
            <p:ph type="title"/>
          </p:nvPr>
        </p:nvSpPr>
        <p:spPr>
          <a:xfrm>
            <a:off x="1024128" y="170169"/>
            <a:ext cx="9400032" cy="698354"/>
          </a:xfrm>
        </p:spPr>
        <p:txBody>
          <a:bodyPr anchorCtr="1"/>
          <a:lstStyle/>
          <a:p>
            <a:pPr lvl="0" algn="ctr"/>
            <a:r>
              <a:rPr lang="en-GB" sz="2800" b="1" smtClean="0">
                <a:latin typeface="Arial" pitchFamily="34"/>
                <a:cs typeface="Arial" pitchFamily="34"/>
              </a:rPr>
              <a:t>Recommendation</a:t>
            </a:r>
            <a:endParaRPr lang="en-GB" sz="2800" b="1">
              <a:latin typeface="Arial" pitchFamily="34"/>
              <a:cs typeface="Arial" pitchFamily="34"/>
            </a:endParaRPr>
          </a:p>
        </p:txBody>
      </p:sp>
      <p:sp>
        <p:nvSpPr>
          <p:cNvPr id="3" name="Slide Number Placeholder 129">
            <a:extLst>
              <a:ext uri="{FF2B5EF4-FFF2-40B4-BE49-F238E27FC236}">
                <a16:creationId xmlns="" xmlns:a16="http://schemas.microsoft.com/office/drawing/2014/main" id="{3D05F923-145A-180C-9AB1-64772C4B313B}"/>
              </a:ext>
            </a:extLst>
          </p:cNvPr>
          <p:cNvSpPr txBox="1"/>
          <p:nvPr/>
        </p:nvSpPr>
        <p:spPr>
          <a:xfrm>
            <a:off x="10837331" y="6470705"/>
            <a:ext cx="973671" cy="274320"/>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74EA24B-F517-45F3-8125-4266255C55D6}" type="slidenum">
              <a:t>9</a:t>
            </a:fld>
            <a:endParaRPr lang="en-US" sz="1000" b="0" i="0" u="none" strike="noStrike" kern="1200" cap="none" spc="0" baseline="0">
              <a:solidFill>
                <a:srgbClr val="0D0D0D"/>
              </a:solidFill>
              <a:uFillTx/>
              <a:latin typeface="Tw Cen MT Condensed"/>
            </a:endParaRPr>
          </a:p>
        </p:txBody>
      </p:sp>
      <p:sp>
        <p:nvSpPr>
          <p:cNvPr id="4" name="TextBox 3">
            <a:extLst>
              <a:ext uri="{FF2B5EF4-FFF2-40B4-BE49-F238E27FC236}">
                <a16:creationId xmlns="" xmlns:a16="http://schemas.microsoft.com/office/drawing/2014/main" id="{7E44B11C-A8EA-A9C9-DB15-8C38C108BC0E}"/>
              </a:ext>
            </a:extLst>
          </p:cNvPr>
          <p:cNvSpPr txBox="1"/>
          <p:nvPr/>
        </p:nvSpPr>
        <p:spPr>
          <a:xfrm>
            <a:off x="745592" y="1195751"/>
            <a:ext cx="8088919" cy="3693316"/>
          </a:xfrm>
          <a:prstGeom prst="rect">
            <a:avLst/>
          </a:prstGeom>
          <a:noFill/>
          <a:ln cap="flat">
            <a:noFill/>
          </a:ln>
        </p:spPr>
        <p:txBody>
          <a:bodyPr vert="horz" wrap="square" lIns="91440" tIns="45720" rIns="91440" bIns="45720" anchor="t" anchorCtr="0" compatLnSpc="1">
            <a:spAutoFit/>
          </a:bodyPr>
          <a:lstStyle/>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pitchFamily="34"/>
                <a:cs typeface="Arial" pitchFamily="34"/>
              </a:rPr>
              <a:t>Strengthen primary care for managing non-emergency cases.</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pitchFamily="34"/>
                <a:cs typeface="Arial" pitchFamily="34"/>
              </a:rPr>
              <a:t> </a:t>
            </a: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pitchFamily="34"/>
                <a:cs typeface="Arial" pitchFamily="34"/>
              </a:rPr>
              <a:t>Check admission requirements to lower avoidable admissions.</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pitchFamily="34"/>
              <a:cs typeface="Arial" pitchFamily="34"/>
            </a:endParaRP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pitchFamily="34"/>
                <a:cs typeface="Arial" pitchFamily="34"/>
              </a:rPr>
              <a:t> initiate Observation Units for temporary periods of observation</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pitchFamily="34"/>
              <a:cs typeface="Arial" pitchFamily="34"/>
            </a:endParaRP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pitchFamily="34"/>
                <a:cs typeface="Arial" pitchFamily="34"/>
              </a:rPr>
              <a:t>Establish fast-track lanes for minor injuries/illness.</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pitchFamily="34"/>
              <a:cs typeface="Arial" pitchFamily="34"/>
            </a:endParaRP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pitchFamily="34"/>
                <a:cs typeface="Arial" pitchFamily="34"/>
              </a:rPr>
              <a:t>Strengthen health campaigns in ages 41–65 years (chronic disease; CVD;</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pitchFamily="34"/>
                <a:cs typeface="Arial" pitchFamily="34"/>
              </a:rPr>
              <a:t>.</a:t>
            </a: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pitchFamily="34"/>
                <a:cs typeface="Arial" pitchFamily="34"/>
              </a:rPr>
              <a:t>Monitor admission rates by race and genders.</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pitchFamily="34"/>
              <a:cs typeface="Arial" pitchFamily="34"/>
            </a:endParaRPr>
          </a:p>
          <a:p>
            <a:pPr marL="285750" marR="0" lvl="0"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pitchFamily="34"/>
                <a:cs typeface="Arial" pitchFamily="34"/>
              </a:rPr>
              <a:t>Educate ER personnel on communication, patient comfort, and empathy</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Integr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922</TotalTime>
  <Words>442</Words>
  <Application>Microsoft Office PowerPoint</Application>
  <PresentationFormat>Custom</PresentationFormat>
  <Paragraphs>82</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Integral</vt:lpstr>
      <vt:lpstr>Project </vt:lpstr>
      <vt:lpstr>Introduction</vt:lpstr>
      <vt:lpstr>Insight</vt:lpstr>
      <vt:lpstr>insight</vt:lpstr>
      <vt:lpstr>Insight</vt:lpstr>
      <vt:lpstr>insight</vt:lpstr>
      <vt:lpstr>Insight</vt:lpstr>
      <vt:lpstr>insight</vt:lpstr>
      <vt:lpstr>Recommendation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dc:title>
  <dc:creator>Opeyemi Arabambi</dc:creator>
  <cp:lastModifiedBy>Yemi Praise</cp:lastModifiedBy>
  <cp:revision>19</cp:revision>
  <dcterms:created xsi:type="dcterms:W3CDTF">2025-10-02T00:13:13Z</dcterms:created>
  <dcterms:modified xsi:type="dcterms:W3CDTF">2026-02-10T13:30:33Z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